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4.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7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p:scale>
          <a:sx n="156" d="100"/>
          <a:sy n="156" d="100"/>
        </p:scale>
        <p:origin x="-29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739472929061209"/>
          <c:y val="7.8125E-2"/>
          <c:w val="0.79535093342977237"/>
          <c:h val="0.85718946850393707"/>
        </c:manualLayout>
      </c:layout>
      <c:doughnutChart>
        <c:varyColors val="0"/>
        <c:ser>
          <c:idx val="0"/>
          <c:order val="0"/>
          <c:tx>
            <c:strRef>
              <c:f>Sheet1!$B$1</c:f>
              <c:strCache>
                <c:ptCount val="1"/>
                <c:pt idx="0">
                  <c:v>Sales</c:v>
                </c:pt>
              </c:strCache>
            </c:strRef>
          </c:tx>
          <c:spPr>
            <a:solidFill>
              <a:schemeClr val="accent1">
                <a:lumMod val="75000"/>
              </a:schemeClr>
            </a:solidFill>
            <a:ln w="19050">
              <a:solidFill>
                <a:schemeClr val="lt1"/>
              </a:solidFill>
            </a:ln>
            <a:effectLst/>
          </c:spPr>
          <c:dPt>
            <c:idx val="0"/>
            <c:bubble3D val="0"/>
            <c:spPr>
              <a:solidFill>
                <a:srgbClr val="277AFF">
                  <a:alpha val="78946"/>
                </a:srgbClr>
              </a:solidFill>
              <a:ln w="19050">
                <a:solidFill>
                  <a:schemeClr val="lt1"/>
                </a:solidFill>
              </a:ln>
              <a:effectLst/>
            </c:spPr>
            <c:extLst>
              <c:ext xmlns:c16="http://schemas.microsoft.com/office/drawing/2014/chart" uri="{C3380CC4-5D6E-409C-BE32-E72D297353CC}">
                <c16:uniqueId val="{00000001-028B-B044-8CB1-5B066C31A86C}"/>
              </c:ext>
            </c:extLst>
          </c:dPt>
          <c:dPt>
            <c:idx val="1"/>
            <c:bubble3D val="0"/>
            <c:spPr>
              <a:solidFill>
                <a:srgbClr val="277AFF">
                  <a:alpha val="99000"/>
                </a:srgbClr>
              </a:solidFill>
              <a:ln w="19050">
                <a:solidFill>
                  <a:schemeClr val="lt1"/>
                </a:solidFill>
              </a:ln>
              <a:effectLst/>
            </c:spPr>
            <c:extLst>
              <c:ext xmlns:c16="http://schemas.microsoft.com/office/drawing/2014/chart" uri="{C3380CC4-5D6E-409C-BE32-E72D297353CC}">
                <c16:uniqueId val="{00000003-028B-B044-8CB1-5B066C31A86C}"/>
              </c:ext>
            </c:extLst>
          </c:dPt>
          <c:cat>
            <c:strRef>
              <c:f>Sheet1!$A$2:$A$5</c:f>
              <c:strCache>
                <c:ptCount val="2"/>
                <c:pt idx="0">
                  <c:v>1st Qtr</c:v>
                </c:pt>
                <c:pt idx="1">
                  <c:v>2nd Qtr</c:v>
                </c:pt>
              </c:strCache>
            </c:strRef>
          </c:cat>
          <c:val>
            <c:numRef>
              <c:f>Sheet1!$B$2:$B$5</c:f>
              <c:numCache>
                <c:formatCode>General</c:formatCode>
                <c:ptCount val="4"/>
                <c:pt idx="0">
                  <c:v>8.1999999999999993</c:v>
                </c:pt>
                <c:pt idx="1">
                  <c:v>3.2</c:v>
                </c:pt>
              </c:numCache>
            </c:numRef>
          </c:val>
          <c:extLst>
            <c:ext xmlns:c16="http://schemas.microsoft.com/office/drawing/2014/chart" uri="{C3380CC4-5D6E-409C-BE32-E72D297353CC}">
              <c16:uniqueId val="{00000004-028B-B044-8CB1-5B066C31A86C}"/>
            </c:ext>
          </c:extLst>
        </c:ser>
        <c:dLbls>
          <c:showLegendKey val="0"/>
          <c:showVal val="0"/>
          <c:showCatName val="0"/>
          <c:showSerName val="0"/>
          <c:showPercent val="0"/>
          <c:showBubbleSize val="0"/>
          <c:showLeaderLines val="1"/>
        </c:dLbls>
        <c:firstSliceAng val="29"/>
        <c:holeSize val="49"/>
      </c:doughnutChart>
      <c:spPr>
        <a:noFill/>
        <a:ln>
          <a:noFill/>
        </a:ln>
        <a:effectLst/>
      </c:spPr>
    </c:plotArea>
    <c:legend>
      <c:legendPos val="l"/>
      <c:overlay val="0"/>
      <c:spPr>
        <a:noFill/>
        <a:ln>
          <a:noFill/>
        </a:ln>
        <a:effectLst/>
      </c:spPr>
      <c:txPr>
        <a:bodyPr rot="0" spcFirstLastPara="1" vertOverflow="ellipsis" vert="horz" wrap="square" anchor="b" anchorCtr="1"/>
        <a:lstStyle/>
        <a:p>
          <a:pPr>
            <a:defRPr sz="1197" b="0" i="0" u="none" strike="noStrike" kern="1200" baseline="0">
              <a:solidFill>
                <a:schemeClr val="tx1">
                  <a:lumMod val="65000"/>
                  <a:lumOff val="35000"/>
                </a:schemeClr>
              </a:solidFill>
              <a:latin typeface="+mn-lt"/>
              <a:ea typeface="+mn-ea"/>
              <a:cs typeface="+mn-cs"/>
            </a:defRPr>
          </a:pPr>
          <a:endParaRPr lang="en-IT"/>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IT"/>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Standard">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pt idx="39">14</cx:pt>
          <cx:pt idx="40">14</cx:pt>
          <cx:pt idx="41">14</cx:pt>
          <cx:pt idx="42">14</cx:pt>
          <cx:pt idx="43">14</cx:pt>
          <cx:pt idx="44">14</cx:pt>
          <cx:pt idx="45">15</cx:pt>
          <cx:pt idx="46">15</cx:pt>
          <cx:pt idx="47">15</cx:pt>
          <cx:pt idx="48">15</cx:pt>
          <cx:pt idx="49">15</cx:pt>
          <cx:pt idx="50">15</cx:pt>
          <cx:pt idx="51">15</cx:pt>
          <cx:pt idx="52">15</cx:pt>
          <cx:pt idx="53">16</cx:pt>
          <cx:pt idx="54">16</cx:pt>
          <cx:pt idx="55">16</cx:pt>
          <cx:pt idx="56">16</cx:pt>
          <cx:pt idx="57">17</cx:pt>
          <cx:pt idx="58">17</cx:pt>
          <cx:pt idx="59">17</cx:pt>
          <cx:pt idx="60">17</cx:pt>
          <cx:pt idx="61">17</cx:pt>
          <cx:pt idx="62">17</cx:pt>
          <cx:pt idx="63">18</cx:pt>
          <cx:pt idx="64">18</cx:pt>
          <cx:pt idx="65">18</cx:pt>
          <cx:pt idx="66">18</cx:pt>
          <cx:pt idx="67">19</cx:pt>
          <cx:pt idx="68">19</cx:pt>
          <cx:pt idx="69">19</cx:pt>
          <cx:pt idx="70">20</cx:pt>
          <cx:pt idx="71">21</cx:pt>
          <cx:pt idx="72">22</cx:pt>
          <cx:pt idx="73">22</cx:pt>
          <cx:pt idx="74">24</cx:pt>
          <cx:pt idx="75">24</cx:pt>
        </cx:lvl>
      </cx:numDim>
    </cx:data>
  </cx:chartData>
  <cx:chart>
    <cx:plotArea>
      <cx:plotAreaRegion>
        <cx:plotSurface>
          <cx:spPr>
            <a:noFill/>
            <a:ln>
              <a:noFill/>
            </a:ln>
          </cx:spPr>
        </cx:plotSurface>
        <cx:series layoutId="clusteredColumn" uniqueId="{B7834010-775E-6846-9D71-A91A6E8A381D}">
          <cx:tx>
            <cx:txData>
              <cx:f>Sheet1!$A$1</cx:f>
              <cx:v>Series1</cx:v>
            </cx:txData>
          </cx:tx>
          <cx:spPr>
            <a:solidFill>
              <a:srgbClr val="277AFF"/>
            </a:solidFill>
          </cx:spPr>
          <cx:dataPt idx="0">
            <cx:spPr>
              <a:solidFill>
                <a:srgbClr val="277AFF">
                  <a:alpha val="90000"/>
                </a:srgbClr>
              </a:solidFill>
            </cx:spPr>
          </cx:dataPt>
          <cx:dataPt idx="1">
            <cx:spPr>
              <a:solidFill>
                <a:srgbClr val="277AFF">
                  <a:alpha val="80000"/>
                </a:srgbClr>
              </a:solidFill>
            </cx:spPr>
          </cx:dataPt>
          <cx:dataPt idx="2">
            <cx:spPr>
              <a:solidFill>
                <a:srgbClr val="277AFF">
                  <a:alpha val="70000"/>
                </a:srgbClr>
              </a:solidFill>
            </cx:spPr>
          </cx:dataPt>
          <cx:dataPt idx="3">
            <cx:spPr>
              <a:solidFill>
                <a:srgbClr val="277AFF">
                  <a:alpha val="60000"/>
                </a:srgbClr>
              </a:solidFill>
            </cx:spPr>
          </cx:dataPt>
          <cx:dataPt idx="4">
            <cx:spPr>
              <a:solidFill>
                <a:srgbClr val="277AFF">
                  <a:alpha val="50000"/>
                </a:srgbClr>
              </a:solidFill>
            </cx:spPr>
          </cx:dataPt>
          <cx:dataPt idx="5">
            <cx:spPr>
              <a:solidFill>
                <a:srgbClr val="277AFF">
                  <a:alpha val="40000"/>
                </a:srgbClr>
              </a:solidFill>
            </cx:spPr>
          </cx:dataPt>
          <cx:dataId val="0"/>
          <cx:layoutPr>
            <cx:binning intervalClosed="r"/>
          </cx:layoutPr>
        </cx:series>
      </cx:plotAreaRegion>
      <cx:axis id="0">
        <cx:catScaling gapWidth="0"/>
        <cx:tickLabels/>
      </cx:axis>
      <cx:axis id="1">
        <cx:valScaling/>
        <cx:majorGridlines>
          <cx:spPr>
            <a:ln>
              <a:noFill/>
            </a:ln>
          </cx:spPr>
        </cx:majorGridlines>
        <cx:tickLabels/>
      </cx:axis>
    </cx:plotArea>
  </cx:chart>
  <cx:spPr>
    <a:ln>
      <a:noFill/>
      <a:prstDash val="sysDot"/>
    </a:ln>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0667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7.png"/><Relationship Id="rId7" Type="http://schemas.openxmlformats.org/officeDocument/2006/relationships/image" Target="../media/image12.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310.png"/><Relationship Id="rId4" Type="http://schemas.microsoft.com/office/2014/relationships/chartEx" Target="../charts/chartEx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17" Type="http://schemas.openxmlformats.org/officeDocument/2006/relationships/image" Target="../media/image133.png"/><Relationship Id="rId21" Type="http://schemas.openxmlformats.org/officeDocument/2006/relationships/image" Target="../media/image37.png"/><Relationship Id="rId42" Type="http://schemas.openxmlformats.org/officeDocument/2006/relationships/image" Target="../media/image58.png"/><Relationship Id="rId63" Type="http://schemas.openxmlformats.org/officeDocument/2006/relationships/image" Target="../media/image79.png"/><Relationship Id="rId84" Type="http://schemas.openxmlformats.org/officeDocument/2006/relationships/image" Target="../media/image100.png"/><Relationship Id="rId138" Type="http://schemas.openxmlformats.org/officeDocument/2006/relationships/image" Target="../media/image154.png"/><Relationship Id="rId159" Type="http://schemas.openxmlformats.org/officeDocument/2006/relationships/image" Target="../media/image175.png"/><Relationship Id="rId170" Type="http://schemas.openxmlformats.org/officeDocument/2006/relationships/image" Target="../media/image186.png"/><Relationship Id="rId191" Type="http://schemas.openxmlformats.org/officeDocument/2006/relationships/image" Target="../media/image207.png"/><Relationship Id="rId205" Type="http://schemas.openxmlformats.org/officeDocument/2006/relationships/image" Target="../media/image221.png"/><Relationship Id="rId226" Type="http://schemas.openxmlformats.org/officeDocument/2006/relationships/image" Target="../media/image242.png"/><Relationship Id="rId107" Type="http://schemas.openxmlformats.org/officeDocument/2006/relationships/image" Target="../media/image123.png"/><Relationship Id="rId11" Type="http://schemas.openxmlformats.org/officeDocument/2006/relationships/image" Target="../media/image27.png"/><Relationship Id="rId32" Type="http://schemas.openxmlformats.org/officeDocument/2006/relationships/image" Target="../media/image48.png"/><Relationship Id="rId53" Type="http://schemas.openxmlformats.org/officeDocument/2006/relationships/image" Target="../media/image69.png"/><Relationship Id="rId74" Type="http://schemas.openxmlformats.org/officeDocument/2006/relationships/image" Target="../media/image90.png"/><Relationship Id="rId128" Type="http://schemas.openxmlformats.org/officeDocument/2006/relationships/image" Target="../media/image144.png"/><Relationship Id="rId149" Type="http://schemas.openxmlformats.org/officeDocument/2006/relationships/image" Target="../media/image165.png"/><Relationship Id="rId5" Type="http://schemas.openxmlformats.org/officeDocument/2006/relationships/image" Target="../media/image21.png"/><Relationship Id="rId95" Type="http://schemas.openxmlformats.org/officeDocument/2006/relationships/image" Target="../media/image111.png"/><Relationship Id="rId160" Type="http://schemas.openxmlformats.org/officeDocument/2006/relationships/image" Target="../media/image176.png"/><Relationship Id="rId181" Type="http://schemas.openxmlformats.org/officeDocument/2006/relationships/image" Target="../media/image197.png"/><Relationship Id="rId216" Type="http://schemas.openxmlformats.org/officeDocument/2006/relationships/image" Target="../media/image232.png"/><Relationship Id="rId22" Type="http://schemas.openxmlformats.org/officeDocument/2006/relationships/image" Target="../media/image38.png"/><Relationship Id="rId43" Type="http://schemas.openxmlformats.org/officeDocument/2006/relationships/image" Target="../media/image59.png"/><Relationship Id="rId64" Type="http://schemas.openxmlformats.org/officeDocument/2006/relationships/image" Target="../media/image80.png"/><Relationship Id="rId118" Type="http://schemas.openxmlformats.org/officeDocument/2006/relationships/image" Target="../media/image134.png"/><Relationship Id="rId139" Type="http://schemas.openxmlformats.org/officeDocument/2006/relationships/image" Target="../media/image155.png"/><Relationship Id="rId85" Type="http://schemas.openxmlformats.org/officeDocument/2006/relationships/image" Target="../media/image101.png"/><Relationship Id="rId150" Type="http://schemas.openxmlformats.org/officeDocument/2006/relationships/image" Target="../media/image166.png"/><Relationship Id="rId171" Type="http://schemas.openxmlformats.org/officeDocument/2006/relationships/image" Target="../media/image187.png"/><Relationship Id="rId192" Type="http://schemas.openxmlformats.org/officeDocument/2006/relationships/image" Target="../media/image208.png"/><Relationship Id="rId206" Type="http://schemas.openxmlformats.org/officeDocument/2006/relationships/image" Target="../media/image222.png"/><Relationship Id="rId227" Type="http://schemas.openxmlformats.org/officeDocument/2006/relationships/image" Target="../media/image243.png"/><Relationship Id="rId12" Type="http://schemas.openxmlformats.org/officeDocument/2006/relationships/image" Target="../media/image28.png"/><Relationship Id="rId33" Type="http://schemas.openxmlformats.org/officeDocument/2006/relationships/image" Target="../media/image49.png"/><Relationship Id="rId108" Type="http://schemas.openxmlformats.org/officeDocument/2006/relationships/image" Target="../media/image124.png"/><Relationship Id="rId129" Type="http://schemas.openxmlformats.org/officeDocument/2006/relationships/image" Target="../media/image145.png"/><Relationship Id="rId54" Type="http://schemas.openxmlformats.org/officeDocument/2006/relationships/image" Target="../media/image70.png"/><Relationship Id="rId75" Type="http://schemas.openxmlformats.org/officeDocument/2006/relationships/image" Target="../media/image91.png"/><Relationship Id="rId96" Type="http://schemas.openxmlformats.org/officeDocument/2006/relationships/image" Target="../media/image112.png"/><Relationship Id="rId140" Type="http://schemas.openxmlformats.org/officeDocument/2006/relationships/image" Target="../media/image156.png"/><Relationship Id="rId161" Type="http://schemas.openxmlformats.org/officeDocument/2006/relationships/image" Target="../media/image177.png"/><Relationship Id="rId182" Type="http://schemas.openxmlformats.org/officeDocument/2006/relationships/image" Target="../media/image198.png"/><Relationship Id="rId217" Type="http://schemas.openxmlformats.org/officeDocument/2006/relationships/image" Target="../media/image233.png"/><Relationship Id="rId6" Type="http://schemas.openxmlformats.org/officeDocument/2006/relationships/image" Target="../media/image22.png"/><Relationship Id="rId23" Type="http://schemas.openxmlformats.org/officeDocument/2006/relationships/image" Target="../media/image39.png"/><Relationship Id="rId119" Type="http://schemas.openxmlformats.org/officeDocument/2006/relationships/image" Target="../media/image135.png"/><Relationship Id="rId44" Type="http://schemas.openxmlformats.org/officeDocument/2006/relationships/image" Target="../media/image60.png"/><Relationship Id="rId65" Type="http://schemas.openxmlformats.org/officeDocument/2006/relationships/image" Target="../media/image81.png"/><Relationship Id="rId86" Type="http://schemas.openxmlformats.org/officeDocument/2006/relationships/image" Target="../media/image102.png"/><Relationship Id="rId130" Type="http://schemas.openxmlformats.org/officeDocument/2006/relationships/image" Target="../media/image146.png"/><Relationship Id="rId151" Type="http://schemas.openxmlformats.org/officeDocument/2006/relationships/image" Target="../media/image167.png"/><Relationship Id="rId172" Type="http://schemas.openxmlformats.org/officeDocument/2006/relationships/image" Target="../media/image188.png"/><Relationship Id="rId193" Type="http://schemas.openxmlformats.org/officeDocument/2006/relationships/image" Target="../media/image209.png"/><Relationship Id="rId207" Type="http://schemas.openxmlformats.org/officeDocument/2006/relationships/image" Target="../media/image223.png"/><Relationship Id="rId228" Type="http://schemas.openxmlformats.org/officeDocument/2006/relationships/image" Target="../media/image244.png"/><Relationship Id="rId13" Type="http://schemas.openxmlformats.org/officeDocument/2006/relationships/image" Target="../media/image29.png"/><Relationship Id="rId109" Type="http://schemas.openxmlformats.org/officeDocument/2006/relationships/image" Target="../media/image125.png"/><Relationship Id="rId34" Type="http://schemas.openxmlformats.org/officeDocument/2006/relationships/image" Target="../media/image50.png"/><Relationship Id="rId55" Type="http://schemas.openxmlformats.org/officeDocument/2006/relationships/image" Target="../media/image71.png"/><Relationship Id="rId76" Type="http://schemas.openxmlformats.org/officeDocument/2006/relationships/image" Target="../media/image92.png"/><Relationship Id="rId97" Type="http://schemas.openxmlformats.org/officeDocument/2006/relationships/image" Target="../media/image113.png"/><Relationship Id="rId120" Type="http://schemas.openxmlformats.org/officeDocument/2006/relationships/image" Target="../media/image136.png"/><Relationship Id="rId141" Type="http://schemas.openxmlformats.org/officeDocument/2006/relationships/image" Target="../media/image157.png"/><Relationship Id="rId7" Type="http://schemas.openxmlformats.org/officeDocument/2006/relationships/image" Target="../media/image23.png"/><Relationship Id="rId162" Type="http://schemas.openxmlformats.org/officeDocument/2006/relationships/image" Target="../media/image178.png"/><Relationship Id="rId183" Type="http://schemas.openxmlformats.org/officeDocument/2006/relationships/image" Target="../media/image199.png"/><Relationship Id="rId218" Type="http://schemas.openxmlformats.org/officeDocument/2006/relationships/image" Target="../media/image234.png"/><Relationship Id="rId24" Type="http://schemas.openxmlformats.org/officeDocument/2006/relationships/image" Target="../media/image40.png"/><Relationship Id="rId45" Type="http://schemas.openxmlformats.org/officeDocument/2006/relationships/image" Target="../media/image61.png"/><Relationship Id="rId66" Type="http://schemas.openxmlformats.org/officeDocument/2006/relationships/image" Target="../media/image82.png"/><Relationship Id="rId87" Type="http://schemas.openxmlformats.org/officeDocument/2006/relationships/image" Target="../media/image103.png"/><Relationship Id="rId110" Type="http://schemas.openxmlformats.org/officeDocument/2006/relationships/image" Target="../media/image126.png"/><Relationship Id="rId131" Type="http://schemas.openxmlformats.org/officeDocument/2006/relationships/image" Target="../media/image147.png"/><Relationship Id="rId152" Type="http://schemas.openxmlformats.org/officeDocument/2006/relationships/image" Target="../media/image168.png"/><Relationship Id="rId173" Type="http://schemas.openxmlformats.org/officeDocument/2006/relationships/image" Target="../media/image189.png"/><Relationship Id="rId194" Type="http://schemas.openxmlformats.org/officeDocument/2006/relationships/image" Target="../media/image210.png"/><Relationship Id="rId208" Type="http://schemas.openxmlformats.org/officeDocument/2006/relationships/image" Target="../media/image224.png"/><Relationship Id="rId229" Type="http://schemas.openxmlformats.org/officeDocument/2006/relationships/image" Target="../media/image245.png"/><Relationship Id="rId14" Type="http://schemas.openxmlformats.org/officeDocument/2006/relationships/image" Target="../media/image30.png"/><Relationship Id="rId35" Type="http://schemas.openxmlformats.org/officeDocument/2006/relationships/image" Target="../media/image51.png"/><Relationship Id="rId56" Type="http://schemas.openxmlformats.org/officeDocument/2006/relationships/image" Target="../media/image72.png"/><Relationship Id="rId77" Type="http://schemas.openxmlformats.org/officeDocument/2006/relationships/image" Target="../media/image93.png"/><Relationship Id="rId100" Type="http://schemas.openxmlformats.org/officeDocument/2006/relationships/image" Target="../media/image116.png"/><Relationship Id="rId8" Type="http://schemas.openxmlformats.org/officeDocument/2006/relationships/image" Target="../media/image24.png"/><Relationship Id="rId98" Type="http://schemas.openxmlformats.org/officeDocument/2006/relationships/image" Target="../media/image114.png"/><Relationship Id="rId121" Type="http://schemas.openxmlformats.org/officeDocument/2006/relationships/image" Target="../media/image137.png"/><Relationship Id="rId142" Type="http://schemas.openxmlformats.org/officeDocument/2006/relationships/image" Target="../media/image158.png"/><Relationship Id="rId163" Type="http://schemas.openxmlformats.org/officeDocument/2006/relationships/image" Target="../media/image179.png"/><Relationship Id="rId184" Type="http://schemas.openxmlformats.org/officeDocument/2006/relationships/image" Target="../media/image200.png"/><Relationship Id="rId219" Type="http://schemas.openxmlformats.org/officeDocument/2006/relationships/image" Target="../media/image235.png"/><Relationship Id="rId230" Type="http://schemas.openxmlformats.org/officeDocument/2006/relationships/image" Target="../media/image246.png"/><Relationship Id="rId25" Type="http://schemas.openxmlformats.org/officeDocument/2006/relationships/image" Target="../media/image41.png"/><Relationship Id="rId46" Type="http://schemas.openxmlformats.org/officeDocument/2006/relationships/image" Target="../media/image62.png"/><Relationship Id="rId67" Type="http://schemas.openxmlformats.org/officeDocument/2006/relationships/image" Target="../media/image83.png"/><Relationship Id="rId20" Type="http://schemas.openxmlformats.org/officeDocument/2006/relationships/image" Target="../media/image36.png"/><Relationship Id="rId41" Type="http://schemas.openxmlformats.org/officeDocument/2006/relationships/image" Target="../media/image57.png"/><Relationship Id="rId62" Type="http://schemas.openxmlformats.org/officeDocument/2006/relationships/image" Target="../media/image78.png"/><Relationship Id="rId83" Type="http://schemas.openxmlformats.org/officeDocument/2006/relationships/image" Target="../media/image99.png"/><Relationship Id="rId88" Type="http://schemas.openxmlformats.org/officeDocument/2006/relationships/image" Target="../media/image104.png"/><Relationship Id="rId111" Type="http://schemas.openxmlformats.org/officeDocument/2006/relationships/image" Target="../media/image127.png"/><Relationship Id="rId132" Type="http://schemas.openxmlformats.org/officeDocument/2006/relationships/image" Target="../media/image148.png"/><Relationship Id="rId153" Type="http://schemas.openxmlformats.org/officeDocument/2006/relationships/image" Target="../media/image169.png"/><Relationship Id="rId174" Type="http://schemas.openxmlformats.org/officeDocument/2006/relationships/image" Target="../media/image190.png"/><Relationship Id="rId179" Type="http://schemas.openxmlformats.org/officeDocument/2006/relationships/image" Target="../media/image195.png"/><Relationship Id="rId195" Type="http://schemas.openxmlformats.org/officeDocument/2006/relationships/image" Target="../media/image211.png"/><Relationship Id="rId209" Type="http://schemas.openxmlformats.org/officeDocument/2006/relationships/image" Target="../media/image225.png"/><Relationship Id="rId190" Type="http://schemas.openxmlformats.org/officeDocument/2006/relationships/image" Target="../media/image206.png"/><Relationship Id="rId204" Type="http://schemas.openxmlformats.org/officeDocument/2006/relationships/image" Target="../media/image220.png"/><Relationship Id="rId220" Type="http://schemas.openxmlformats.org/officeDocument/2006/relationships/image" Target="../media/image236.png"/><Relationship Id="rId225" Type="http://schemas.openxmlformats.org/officeDocument/2006/relationships/image" Target="../media/image241.png"/><Relationship Id="rId15" Type="http://schemas.openxmlformats.org/officeDocument/2006/relationships/image" Target="../media/image31.png"/><Relationship Id="rId36" Type="http://schemas.openxmlformats.org/officeDocument/2006/relationships/image" Target="../media/image52.png"/><Relationship Id="rId57" Type="http://schemas.openxmlformats.org/officeDocument/2006/relationships/image" Target="../media/image73.png"/><Relationship Id="rId106" Type="http://schemas.openxmlformats.org/officeDocument/2006/relationships/image" Target="../media/image122.png"/><Relationship Id="rId127" Type="http://schemas.openxmlformats.org/officeDocument/2006/relationships/image" Target="../media/image143.png"/><Relationship Id="rId10" Type="http://schemas.openxmlformats.org/officeDocument/2006/relationships/image" Target="../media/image26.png"/><Relationship Id="rId31" Type="http://schemas.openxmlformats.org/officeDocument/2006/relationships/image" Target="../media/image47.png"/><Relationship Id="rId52" Type="http://schemas.openxmlformats.org/officeDocument/2006/relationships/image" Target="../media/image68.png"/><Relationship Id="rId73" Type="http://schemas.openxmlformats.org/officeDocument/2006/relationships/image" Target="../media/image89.png"/><Relationship Id="rId78" Type="http://schemas.openxmlformats.org/officeDocument/2006/relationships/image" Target="../media/image94.png"/><Relationship Id="rId94" Type="http://schemas.openxmlformats.org/officeDocument/2006/relationships/image" Target="../media/image110.png"/><Relationship Id="rId99" Type="http://schemas.openxmlformats.org/officeDocument/2006/relationships/image" Target="../media/image115.png"/><Relationship Id="rId101" Type="http://schemas.openxmlformats.org/officeDocument/2006/relationships/image" Target="../media/image117.png"/><Relationship Id="rId122" Type="http://schemas.openxmlformats.org/officeDocument/2006/relationships/image" Target="../media/image138.png"/><Relationship Id="rId143" Type="http://schemas.openxmlformats.org/officeDocument/2006/relationships/image" Target="../media/image159.png"/><Relationship Id="rId148" Type="http://schemas.openxmlformats.org/officeDocument/2006/relationships/image" Target="../media/image164.png"/><Relationship Id="rId164" Type="http://schemas.openxmlformats.org/officeDocument/2006/relationships/image" Target="../media/image180.png"/><Relationship Id="rId169" Type="http://schemas.openxmlformats.org/officeDocument/2006/relationships/image" Target="../media/image185.png"/><Relationship Id="rId185" Type="http://schemas.openxmlformats.org/officeDocument/2006/relationships/image" Target="../media/image201.png"/><Relationship Id="rId4" Type="http://schemas.openxmlformats.org/officeDocument/2006/relationships/image" Target="../media/image20.png"/><Relationship Id="rId9" Type="http://schemas.openxmlformats.org/officeDocument/2006/relationships/image" Target="../media/image25.png"/><Relationship Id="rId180" Type="http://schemas.openxmlformats.org/officeDocument/2006/relationships/image" Target="../media/image196.png"/><Relationship Id="rId210" Type="http://schemas.openxmlformats.org/officeDocument/2006/relationships/image" Target="../media/image226.png"/><Relationship Id="rId215" Type="http://schemas.openxmlformats.org/officeDocument/2006/relationships/image" Target="../media/image231.png"/><Relationship Id="rId236" Type="http://schemas.openxmlformats.org/officeDocument/2006/relationships/image" Target="../media/image252.png"/><Relationship Id="rId26" Type="http://schemas.openxmlformats.org/officeDocument/2006/relationships/image" Target="../media/image42.png"/><Relationship Id="rId231" Type="http://schemas.openxmlformats.org/officeDocument/2006/relationships/image" Target="../media/image247.png"/><Relationship Id="rId47" Type="http://schemas.openxmlformats.org/officeDocument/2006/relationships/image" Target="../media/image63.png"/><Relationship Id="rId68" Type="http://schemas.openxmlformats.org/officeDocument/2006/relationships/image" Target="../media/image84.png"/><Relationship Id="rId89" Type="http://schemas.openxmlformats.org/officeDocument/2006/relationships/image" Target="../media/image105.png"/><Relationship Id="rId112" Type="http://schemas.openxmlformats.org/officeDocument/2006/relationships/image" Target="../media/image128.png"/><Relationship Id="rId133" Type="http://schemas.openxmlformats.org/officeDocument/2006/relationships/image" Target="../media/image149.png"/><Relationship Id="rId154" Type="http://schemas.openxmlformats.org/officeDocument/2006/relationships/image" Target="../media/image170.png"/><Relationship Id="rId175" Type="http://schemas.openxmlformats.org/officeDocument/2006/relationships/image" Target="../media/image191.png"/><Relationship Id="rId196" Type="http://schemas.openxmlformats.org/officeDocument/2006/relationships/image" Target="../media/image212.png"/><Relationship Id="rId200" Type="http://schemas.openxmlformats.org/officeDocument/2006/relationships/image" Target="../media/image216.png"/><Relationship Id="rId16" Type="http://schemas.openxmlformats.org/officeDocument/2006/relationships/image" Target="../media/image32.png"/><Relationship Id="rId221" Type="http://schemas.openxmlformats.org/officeDocument/2006/relationships/image" Target="../media/image237.png"/><Relationship Id="rId37" Type="http://schemas.openxmlformats.org/officeDocument/2006/relationships/image" Target="../media/image53.png"/><Relationship Id="rId58" Type="http://schemas.openxmlformats.org/officeDocument/2006/relationships/image" Target="../media/image74.png"/><Relationship Id="rId79" Type="http://schemas.openxmlformats.org/officeDocument/2006/relationships/image" Target="../media/image95.png"/><Relationship Id="rId102" Type="http://schemas.openxmlformats.org/officeDocument/2006/relationships/image" Target="../media/image118.png"/><Relationship Id="rId123" Type="http://schemas.openxmlformats.org/officeDocument/2006/relationships/image" Target="../media/image139.png"/><Relationship Id="rId144" Type="http://schemas.openxmlformats.org/officeDocument/2006/relationships/image" Target="../media/image160.png"/><Relationship Id="rId90" Type="http://schemas.openxmlformats.org/officeDocument/2006/relationships/image" Target="../media/image106.png"/><Relationship Id="rId165" Type="http://schemas.openxmlformats.org/officeDocument/2006/relationships/image" Target="../media/image181.png"/><Relationship Id="rId186" Type="http://schemas.openxmlformats.org/officeDocument/2006/relationships/image" Target="../media/image202.png"/><Relationship Id="rId211" Type="http://schemas.openxmlformats.org/officeDocument/2006/relationships/image" Target="../media/image227.png"/><Relationship Id="rId232" Type="http://schemas.openxmlformats.org/officeDocument/2006/relationships/image" Target="../media/image248.png"/><Relationship Id="rId27" Type="http://schemas.openxmlformats.org/officeDocument/2006/relationships/image" Target="../media/image43.png"/><Relationship Id="rId48" Type="http://schemas.openxmlformats.org/officeDocument/2006/relationships/image" Target="../media/image64.png"/><Relationship Id="rId69" Type="http://schemas.openxmlformats.org/officeDocument/2006/relationships/image" Target="../media/image85.png"/><Relationship Id="rId113" Type="http://schemas.openxmlformats.org/officeDocument/2006/relationships/image" Target="../media/image129.png"/><Relationship Id="rId134" Type="http://schemas.openxmlformats.org/officeDocument/2006/relationships/image" Target="../media/image150.png"/><Relationship Id="rId80" Type="http://schemas.openxmlformats.org/officeDocument/2006/relationships/image" Target="../media/image96.png"/><Relationship Id="rId155" Type="http://schemas.openxmlformats.org/officeDocument/2006/relationships/image" Target="../media/image171.png"/><Relationship Id="rId176" Type="http://schemas.openxmlformats.org/officeDocument/2006/relationships/image" Target="../media/image192.png"/><Relationship Id="rId197" Type="http://schemas.openxmlformats.org/officeDocument/2006/relationships/image" Target="../media/image213.png"/><Relationship Id="rId201" Type="http://schemas.openxmlformats.org/officeDocument/2006/relationships/image" Target="../media/image217.png"/><Relationship Id="rId222" Type="http://schemas.openxmlformats.org/officeDocument/2006/relationships/image" Target="../media/image238.png"/><Relationship Id="rId17" Type="http://schemas.openxmlformats.org/officeDocument/2006/relationships/image" Target="../media/image33.png"/><Relationship Id="rId38" Type="http://schemas.openxmlformats.org/officeDocument/2006/relationships/image" Target="../media/image54.png"/><Relationship Id="rId59" Type="http://schemas.openxmlformats.org/officeDocument/2006/relationships/image" Target="../media/image75.png"/><Relationship Id="rId103" Type="http://schemas.openxmlformats.org/officeDocument/2006/relationships/image" Target="../media/image119.png"/><Relationship Id="rId124" Type="http://schemas.openxmlformats.org/officeDocument/2006/relationships/image" Target="../media/image140.png"/><Relationship Id="rId70" Type="http://schemas.openxmlformats.org/officeDocument/2006/relationships/image" Target="../media/image86.png"/><Relationship Id="rId91" Type="http://schemas.openxmlformats.org/officeDocument/2006/relationships/image" Target="../media/image107.png"/><Relationship Id="rId145" Type="http://schemas.openxmlformats.org/officeDocument/2006/relationships/image" Target="../media/image161.png"/><Relationship Id="rId166" Type="http://schemas.openxmlformats.org/officeDocument/2006/relationships/image" Target="../media/image182.png"/><Relationship Id="rId187" Type="http://schemas.openxmlformats.org/officeDocument/2006/relationships/image" Target="../media/image203.png"/><Relationship Id="rId1" Type="http://schemas.openxmlformats.org/officeDocument/2006/relationships/slideLayout" Target="../slideLayouts/slideLayout1.xml"/><Relationship Id="rId212" Type="http://schemas.openxmlformats.org/officeDocument/2006/relationships/image" Target="../media/image228.png"/><Relationship Id="rId233" Type="http://schemas.openxmlformats.org/officeDocument/2006/relationships/image" Target="../media/image249.png"/><Relationship Id="rId28" Type="http://schemas.openxmlformats.org/officeDocument/2006/relationships/image" Target="../media/image44.png"/><Relationship Id="rId49" Type="http://schemas.openxmlformats.org/officeDocument/2006/relationships/image" Target="../media/image65.png"/><Relationship Id="rId114" Type="http://schemas.openxmlformats.org/officeDocument/2006/relationships/image" Target="../media/image130.png"/><Relationship Id="rId60" Type="http://schemas.openxmlformats.org/officeDocument/2006/relationships/image" Target="../media/image76.png"/><Relationship Id="rId81" Type="http://schemas.openxmlformats.org/officeDocument/2006/relationships/image" Target="../media/image97.png"/><Relationship Id="rId135" Type="http://schemas.openxmlformats.org/officeDocument/2006/relationships/image" Target="../media/image151.png"/><Relationship Id="rId156" Type="http://schemas.openxmlformats.org/officeDocument/2006/relationships/image" Target="../media/image172.png"/><Relationship Id="rId177" Type="http://schemas.openxmlformats.org/officeDocument/2006/relationships/image" Target="../media/image193.png"/><Relationship Id="rId198" Type="http://schemas.openxmlformats.org/officeDocument/2006/relationships/image" Target="../media/image214.png"/><Relationship Id="rId202" Type="http://schemas.openxmlformats.org/officeDocument/2006/relationships/image" Target="../media/image218.png"/><Relationship Id="rId223" Type="http://schemas.openxmlformats.org/officeDocument/2006/relationships/image" Target="../media/image239.png"/><Relationship Id="rId18" Type="http://schemas.openxmlformats.org/officeDocument/2006/relationships/image" Target="../media/image34.png"/><Relationship Id="rId39" Type="http://schemas.openxmlformats.org/officeDocument/2006/relationships/image" Target="../media/image55.png"/><Relationship Id="rId50" Type="http://schemas.openxmlformats.org/officeDocument/2006/relationships/image" Target="../media/image66.png"/><Relationship Id="rId104" Type="http://schemas.openxmlformats.org/officeDocument/2006/relationships/image" Target="../media/image120.png"/><Relationship Id="rId125" Type="http://schemas.openxmlformats.org/officeDocument/2006/relationships/image" Target="../media/image141.png"/><Relationship Id="rId146" Type="http://schemas.openxmlformats.org/officeDocument/2006/relationships/image" Target="../media/image162.png"/><Relationship Id="rId167" Type="http://schemas.openxmlformats.org/officeDocument/2006/relationships/image" Target="../media/image183.png"/><Relationship Id="rId188" Type="http://schemas.openxmlformats.org/officeDocument/2006/relationships/image" Target="../media/image204.png"/><Relationship Id="rId71" Type="http://schemas.openxmlformats.org/officeDocument/2006/relationships/image" Target="../media/image87.png"/><Relationship Id="rId92" Type="http://schemas.openxmlformats.org/officeDocument/2006/relationships/image" Target="../media/image108.png"/><Relationship Id="rId213" Type="http://schemas.openxmlformats.org/officeDocument/2006/relationships/image" Target="../media/image229.png"/><Relationship Id="rId234" Type="http://schemas.openxmlformats.org/officeDocument/2006/relationships/image" Target="../media/image250.png"/><Relationship Id="rId2" Type="http://schemas.openxmlformats.org/officeDocument/2006/relationships/notesSlide" Target="../notesSlides/notesSlide19.xml"/><Relationship Id="rId29" Type="http://schemas.openxmlformats.org/officeDocument/2006/relationships/image" Target="../media/image45.png"/><Relationship Id="rId40" Type="http://schemas.openxmlformats.org/officeDocument/2006/relationships/image" Target="../media/image56.png"/><Relationship Id="rId115" Type="http://schemas.openxmlformats.org/officeDocument/2006/relationships/image" Target="../media/image131.png"/><Relationship Id="rId136" Type="http://schemas.openxmlformats.org/officeDocument/2006/relationships/image" Target="../media/image152.png"/><Relationship Id="rId157" Type="http://schemas.openxmlformats.org/officeDocument/2006/relationships/image" Target="../media/image173.png"/><Relationship Id="rId178" Type="http://schemas.openxmlformats.org/officeDocument/2006/relationships/image" Target="../media/image194.png"/><Relationship Id="rId61" Type="http://schemas.openxmlformats.org/officeDocument/2006/relationships/image" Target="../media/image77.png"/><Relationship Id="rId82" Type="http://schemas.openxmlformats.org/officeDocument/2006/relationships/image" Target="../media/image98.png"/><Relationship Id="rId199" Type="http://schemas.openxmlformats.org/officeDocument/2006/relationships/image" Target="../media/image215.png"/><Relationship Id="rId203" Type="http://schemas.openxmlformats.org/officeDocument/2006/relationships/image" Target="../media/image219.png"/><Relationship Id="rId19" Type="http://schemas.openxmlformats.org/officeDocument/2006/relationships/image" Target="../media/image35.png"/><Relationship Id="rId224" Type="http://schemas.openxmlformats.org/officeDocument/2006/relationships/image" Target="../media/image240.png"/><Relationship Id="rId30" Type="http://schemas.openxmlformats.org/officeDocument/2006/relationships/image" Target="../media/image46.png"/><Relationship Id="rId105" Type="http://schemas.openxmlformats.org/officeDocument/2006/relationships/image" Target="../media/image121.png"/><Relationship Id="rId126" Type="http://schemas.openxmlformats.org/officeDocument/2006/relationships/image" Target="../media/image142.png"/><Relationship Id="rId147" Type="http://schemas.openxmlformats.org/officeDocument/2006/relationships/image" Target="../media/image163.png"/><Relationship Id="rId168" Type="http://schemas.openxmlformats.org/officeDocument/2006/relationships/image" Target="../media/image184.png"/><Relationship Id="rId51" Type="http://schemas.openxmlformats.org/officeDocument/2006/relationships/image" Target="../media/image67.png"/><Relationship Id="rId72" Type="http://schemas.openxmlformats.org/officeDocument/2006/relationships/image" Target="../media/image88.png"/><Relationship Id="rId93" Type="http://schemas.openxmlformats.org/officeDocument/2006/relationships/image" Target="../media/image109.png"/><Relationship Id="rId189" Type="http://schemas.openxmlformats.org/officeDocument/2006/relationships/image" Target="../media/image205.png"/><Relationship Id="rId3" Type="http://schemas.openxmlformats.org/officeDocument/2006/relationships/image" Target="../media/image19.png"/><Relationship Id="rId214" Type="http://schemas.openxmlformats.org/officeDocument/2006/relationships/image" Target="../media/image230.png"/><Relationship Id="rId235" Type="http://schemas.openxmlformats.org/officeDocument/2006/relationships/image" Target="../media/image251.png"/><Relationship Id="rId116" Type="http://schemas.openxmlformats.org/officeDocument/2006/relationships/image" Target="../media/image132.png"/><Relationship Id="rId137" Type="http://schemas.openxmlformats.org/officeDocument/2006/relationships/image" Target="../media/image153.png"/><Relationship Id="rId158" Type="http://schemas.openxmlformats.org/officeDocument/2006/relationships/image" Target="../media/image174.png"/></Relationships>
</file>

<file path=ppt/slides/_rels/slide20.xml.rels><?xml version="1.0" encoding="UTF-8" standalone="yes"?>
<Relationships xmlns="http://schemas.openxmlformats.org/package/2006/relationships"><Relationship Id="rId3" Type="http://schemas.openxmlformats.org/officeDocument/2006/relationships/hyperlink" Target="mailto:cfabian@unicef.org"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81915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Partnership Callout</a:t>
            </a:r>
            <a:endParaRPr lang="en-US" sz="5130" dirty="0"/>
          </a:p>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Framework​</a:t>
            </a:r>
            <a:endParaRPr lang="en-US" sz="5130" dirty="0"/>
          </a:p>
        </p:txBody>
      </p:sp>
      <p:sp>
        <p:nvSpPr>
          <p:cNvPr id="3" name="Text 1"/>
          <p:cNvSpPr/>
          <p:nvPr/>
        </p:nvSpPr>
        <p:spPr>
          <a:xfrm>
            <a:off x="476250" y="2019300"/>
            <a:ext cx="8372475" cy="1711779"/>
          </a:xfrm>
          <a:prstGeom prst="rect">
            <a:avLst/>
          </a:prstGeom>
          <a:noFill/>
          <a:ln/>
        </p:spPr>
        <p:txBody>
          <a:bodyPr wrap="square" lIns="0" tIns="0" rIns="0" bIns="0" rtlCol="0" anchor="t"/>
          <a:lstStyle/>
          <a:p>
            <a:pPr marL="0" indent="0" algn="l">
              <a:lnSpc>
                <a:spcPts val="1881"/>
              </a:lnSpc>
              <a:buNone/>
            </a:pPr>
            <a:r>
              <a:rPr lang="en-US" sz="1710" kern="0" spc="-34" dirty="0">
                <a:solidFill>
                  <a:srgbClr val="000000">
                    <a:alpha val="99000"/>
                  </a:srgbClr>
                </a:solidFill>
                <a:latin typeface="Manrope" pitchFamily="34" charset="0"/>
                <a:ea typeface="Manrope" pitchFamily="34" charset="-122"/>
                <a:cs typeface="Manrope" pitchFamily="34" charset="-120"/>
              </a:rPr>
              <a:t>Simple, Actionable, One-Slide Format​.</a:t>
            </a:r>
            <a:endParaRPr lang="en-US" sz="1710" dirty="0"/>
          </a:p>
        </p:txBody>
      </p:sp>
      <p:sp>
        <p:nvSpPr>
          <p:cNvPr id="4" name="Text 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277A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5" name="Image 0" descr="preencoded.png"/>
          <p:cNvPicPr>
            <a:picLocks noChangeAspect="1"/>
          </p:cNvPicPr>
          <p:nvPr/>
        </p:nvPicPr>
        <p:blipFill>
          <a:blip r:embed="rId3"/>
          <a:srcRect/>
          <a:stretch/>
        </p:blipFill>
        <p:spPr>
          <a:xfrm>
            <a:off x="6548438" y="4362450"/>
            <a:ext cx="2143120" cy="4476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77AFF"/>
        </a:solidFill>
        <a:effectLst/>
      </p:bgPr>
    </p:bg>
    <p:spTree>
      <p:nvGrpSpPr>
        <p:cNvPr id="1" name=""/>
        <p:cNvGrpSpPr/>
        <p:nvPr/>
      </p:nvGrpSpPr>
      <p:grpSpPr>
        <a:xfrm>
          <a:off x="0" y="0"/>
          <a:ext cx="0" cy="0"/>
          <a:chOff x="0" y="0"/>
          <a:chExt cx="0" cy="0"/>
        </a:xfrm>
      </p:grpSpPr>
      <p:sp>
        <p:nvSpPr>
          <p:cNvPr id="3" name="Text 1"/>
          <p:cNvSpPr/>
          <p:nvPr/>
        </p:nvSpPr>
        <p:spPr>
          <a:xfrm>
            <a:off x="4429124" y="523875"/>
            <a:ext cx="423862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01 | Our proposal</a:t>
            </a:r>
            <a:endParaRPr lang="en-US" sz="1710" dirty="0"/>
          </a:p>
        </p:txBody>
      </p:sp>
      <p:sp>
        <p:nvSpPr>
          <p:cNvPr id="5" name="Text 3"/>
          <p:cNvSpPr/>
          <p:nvPr/>
        </p:nvSpPr>
        <p:spPr>
          <a:xfrm>
            <a:off x="4429124" y="911934"/>
            <a:ext cx="423862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02 | Giga’s four pillars</a:t>
            </a:r>
            <a:endParaRPr lang="en-US" sz="1710" dirty="0"/>
          </a:p>
        </p:txBody>
      </p:sp>
      <p:sp>
        <p:nvSpPr>
          <p:cNvPr id="7" name="Text 5"/>
          <p:cNvSpPr/>
          <p:nvPr/>
        </p:nvSpPr>
        <p:spPr>
          <a:xfrm>
            <a:off x="4429125" y="1299993"/>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03 | Giga aims</a:t>
            </a:r>
            <a:endParaRPr lang="en-US" sz="1710" dirty="0"/>
          </a:p>
        </p:txBody>
      </p:sp>
      <p:sp>
        <p:nvSpPr>
          <p:cNvPr id="9" name="Text 7"/>
          <p:cNvSpPr/>
          <p:nvPr/>
        </p:nvSpPr>
        <p:spPr>
          <a:xfrm>
            <a:off x="4429125" y="1688052"/>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04 | Giga in different regions</a:t>
            </a:r>
            <a:endParaRPr lang="en-US" sz="1710" dirty="0"/>
          </a:p>
        </p:txBody>
      </p:sp>
      <p:sp>
        <p:nvSpPr>
          <p:cNvPr id="11" name="Text 9"/>
          <p:cNvSpPr/>
          <p:nvPr/>
        </p:nvSpPr>
        <p:spPr>
          <a:xfrm>
            <a:off x="4429125" y="2076111"/>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05 | What we can achieve together</a:t>
            </a:r>
            <a:endParaRPr lang="en-US" sz="1710" dirty="0"/>
          </a:p>
        </p:txBody>
      </p:sp>
      <p:sp>
        <p:nvSpPr>
          <p:cNvPr id="13" name="Text 11"/>
          <p:cNvSpPr/>
          <p:nvPr/>
        </p:nvSpPr>
        <p:spPr>
          <a:xfrm>
            <a:off x="4429125" y="2464170"/>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4" name="Text 1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15" name="Image 0" descr="preencoded.png"/>
          <p:cNvPicPr>
            <a:picLocks noChangeAspect="1"/>
          </p:cNvPicPr>
          <p:nvPr/>
        </p:nvPicPr>
        <p:blipFill>
          <a:blip r:embed="rId3"/>
          <a:srcRect/>
          <a:stretch/>
        </p:blipFill>
        <p:spPr>
          <a:xfrm>
            <a:off x="6548438" y="4362450"/>
            <a:ext cx="2143120" cy="447676"/>
          </a:xfrm>
          <a:prstGeom prst="rect">
            <a:avLst/>
          </a:prstGeom>
        </p:spPr>
      </p:pic>
      <p:sp>
        <p:nvSpPr>
          <p:cNvPr id="16" name="Text 13"/>
          <p:cNvSpPr/>
          <p:nvPr/>
        </p:nvSpPr>
        <p:spPr>
          <a:xfrm>
            <a:off x="476250" y="476249"/>
            <a:ext cx="3524250" cy="3404509"/>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Agenda</a:t>
            </a:r>
            <a:endParaRPr lang="en-US" sz="5130" dirty="0"/>
          </a:p>
        </p:txBody>
      </p:sp>
      <p:sp>
        <p:nvSpPr>
          <p:cNvPr id="17" name="Text 11">
            <a:extLst>
              <a:ext uri="{FF2B5EF4-FFF2-40B4-BE49-F238E27FC236}">
                <a16:creationId xmlns:a16="http://schemas.microsoft.com/office/drawing/2014/main" id="{2F5452C2-A789-C886-78FF-D1609D7B0F6B}"/>
              </a:ext>
            </a:extLst>
          </p:cNvPr>
          <p:cNvSpPr/>
          <p:nvPr/>
        </p:nvSpPr>
        <p:spPr>
          <a:xfrm>
            <a:off x="4429125" y="2852229"/>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9" name="Text 11">
            <a:extLst>
              <a:ext uri="{FF2B5EF4-FFF2-40B4-BE49-F238E27FC236}">
                <a16:creationId xmlns:a16="http://schemas.microsoft.com/office/drawing/2014/main" id="{D289FF99-B15E-3C50-20EB-F1B8200091D2}"/>
              </a:ext>
            </a:extLst>
          </p:cNvPr>
          <p:cNvSpPr/>
          <p:nvPr/>
        </p:nvSpPr>
        <p:spPr>
          <a:xfrm>
            <a:off x="4429125" y="3240288"/>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20" name="Text 11">
            <a:extLst>
              <a:ext uri="{FF2B5EF4-FFF2-40B4-BE49-F238E27FC236}">
                <a16:creationId xmlns:a16="http://schemas.microsoft.com/office/drawing/2014/main" id="{C717FFDB-31C5-E530-EA06-5F2D494B8C1A}"/>
              </a:ext>
            </a:extLst>
          </p:cNvPr>
          <p:cNvSpPr/>
          <p:nvPr/>
        </p:nvSpPr>
        <p:spPr>
          <a:xfrm>
            <a:off x="4429125" y="3628346"/>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repeatCount="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repeatCount="0" fill="hold" grpId="0" nodeType="withEffect">
                                  <p:stCondLst>
                                    <p:cond delay="2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repeatCount="0" fill="hold" grpId="0" nodeType="withEffect">
                                  <p:stCondLst>
                                    <p:cond delay="4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repeatCount="0" fill="hold" grpId="0" nodeType="withEffect">
                                  <p:stCondLst>
                                    <p:cond delay="6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repeatCount="0" fill="hold" grpId="0" nodeType="withEffect">
                                  <p:stCondLst>
                                    <p:cond delay="80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repeatCount="0" fill="hold" grpId="0" nodeType="withEffect">
                                  <p:stCondLst>
                                    <p:cond delay="100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repeatCount="0" fill="hold" grpId="0" nodeType="withEffect">
                                  <p:stCondLst>
                                    <p:cond delay="12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repeatCount="0" fill="hold" grpId="0" nodeType="withEffect">
                                  <p:stCondLst>
                                    <p:cond delay="140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childTnLst>
                                </p:cTn>
                              </p:par>
                              <p:par>
                                <p:cTn id="29" presetID="10" presetClass="entr" presetSubtype="0" repeatCount="0" fill="hold" grpId="0" nodeType="withEffect">
                                  <p:stCondLst>
                                    <p:cond delay="16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1" grpId="0" animBg="1"/>
      <p:bldP spid="13" grpId="0" animBg="1"/>
      <p:bldP spid="17" grpId="0" animBg="1"/>
      <p:bldP spid="19"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7625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The Partnership Callout </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Template​</a:t>
            </a:r>
            <a:endParaRPr lang="en-US" sz="2138" dirty="0"/>
          </a:p>
        </p:txBody>
      </p:sp>
      <p:sp>
        <p:nvSpPr>
          <p:cNvPr id="5" name="Text 2"/>
          <p:cNvSpPr/>
          <p:nvPr/>
        </p:nvSpPr>
        <p:spPr>
          <a:xfrm>
            <a:off x="47625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7625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7" name="Text 4"/>
          <p:cNvSpPr/>
          <p:nvPr/>
        </p:nvSpPr>
        <p:spPr>
          <a:xfrm>
            <a:off x="47625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76250" y="2206491"/>
            <a:ext cx="4286250" cy="193809"/>
          </a:xfrm>
          <a:prstGeom prst="rect">
            <a:avLst/>
          </a:prstGeom>
          <a:noFill/>
          <a:ln/>
        </p:spPr>
        <p:txBody>
          <a:bodyPr wrap="non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p>
        </p:txBody>
      </p:sp>
      <p:sp>
        <p:nvSpPr>
          <p:cNvPr id="9" name="Text 6"/>
          <p:cNvSpPr/>
          <p:nvPr/>
        </p:nvSpPr>
        <p:spPr>
          <a:xfrm>
            <a:off x="47625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10" name="Text 7"/>
          <p:cNvSpPr/>
          <p:nvPr/>
        </p:nvSpPr>
        <p:spPr>
          <a:xfrm>
            <a:off x="47625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11" name="Text 8"/>
          <p:cNvSpPr/>
          <p:nvPr/>
        </p:nvSpPr>
        <p:spPr>
          <a:xfrm>
            <a:off x="47625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12" name="Text 9"/>
          <p:cNvSpPr/>
          <p:nvPr/>
        </p:nvSpPr>
        <p:spPr>
          <a:xfrm>
            <a:off x="47625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13" name="Text 10"/>
          <p:cNvSpPr/>
          <p:nvPr/>
        </p:nvSpPr>
        <p:spPr>
          <a:xfrm>
            <a:off x="47625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14" name="Text 11"/>
          <p:cNvSpPr/>
          <p:nvPr/>
        </p:nvSpPr>
        <p:spPr>
          <a:xfrm>
            <a:off x="476250" y="4086168"/>
            <a:ext cx="4286250" cy="357816"/>
          </a:xfrm>
          <a:prstGeom prst="rect">
            <a:avLst/>
          </a:prstGeom>
          <a:noFill/>
          <a:ln/>
        </p:spPr>
        <p:txBody>
          <a:bodyPr wrap="none" lIns="0" tIns="0" rIns="0" bIns="0" rtlCol="0" anchor="t">
            <a:noAutofit/>
          </a:bodyP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p>
        </p:txBody>
      </p:sp>
      <p:pic>
        <p:nvPicPr>
          <p:cNvPr id="15" name="Image 1" descr="preencoded.png"/>
          <p:cNvPicPr>
            <a:picLocks noChangeAspect="1"/>
          </p:cNvPicPr>
          <p:nvPr/>
        </p:nvPicPr>
        <p:blipFill>
          <a:blip r:embed="rId4"/>
          <a:srcRect/>
          <a:stretch/>
        </p:blipFill>
        <p:spPr>
          <a:xfrm>
            <a:off x="7324725" y="4524375"/>
            <a:ext cx="1366838" cy="2857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20" name="Text 17"/>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21" name="Text 2">
            <a:extLst>
              <a:ext uri="{FF2B5EF4-FFF2-40B4-BE49-F238E27FC236}">
                <a16:creationId xmlns:a16="http://schemas.microsoft.com/office/drawing/2014/main" id="{FCB6A42A-E4EB-BBF7-987A-0BE6CADCF500}"/>
              </a:ext>
            </a:extLst>
          </p:cNvPr>
          <p:cNvSpPr/>
          <p:nvPr/>
        </p:nvSpPr>
        <p:spPr>
          <a:xfrm>
            <a:off x="438150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22" name="Text 3">
            <a:extLst>
              <a:ext uri="{FF2B5EF4-FFF2-40B4-BE49-F238E27FC236}">
                <a16:creationId xmlns:a16="http://schemas.microsoft.com/office/drawing/2014/main" id="{3B4255EA-2567-0BF5-8021-BB6B3ABE123D}"/>
              </a:ext>
            </a:extLst>
          </p:cNvPr>
          <p:cNvSpPr/>
          <p:nvPr/>
        </p:nvSpPr>
        <p:spPr>
          <a:xfrm>
            <a:off x="438150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23" name="Text 4">
            <a:extLst>
              <a:ext uri="{FF2B5EF4-FFF2-40B4-BE49-F238E27FC236}">
                <a16:creationId xmlns:a16="http://schemas.microsoft.com/office/drawing/2014/main" id="{7A49406B-A86B-EBB3-4771-3A76D3192A3E}"/>
              </a:ext>
            </a:extLst>
          </p:cNvPr>
          <p:cNvSpPr/>
          <p:nvPr/>
        </p:nvSpPr>
        <p:spPr>
          <a:xfrm>
            <a:off x="438150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24" name="Text 5">
            <a:extLst>
              <a:ext uri="{FF2B5EF4-FFF2-40B4-BE49-F238E27FC236}">
                <a16:creationId xmlns:a16="http://schemas.microsoft.com/office/drawing/2014/main" id="{295003B4-BDF3-7D3A-7C40-04934A8D5493}"/>
              </a:ext>
            </a:extLst>
          </p:cNvPr>
          <p:cNvSpPr/>
          <p:nvPr/>
        </p:nvSpPr>
        <p:spPr>
          <a:xfrm>
            <a:off x="4381500" y="220649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25" name="Text 6">
            <a:extLst>
              <a:ext uri="{FF2B5EF4-FFF2-40B4-BE49-F238E27FC236}">
                <a16:creationId xmlns:a16="http://schemas.microsoft.com/office/drawing/2014/main" id="{1F28737E-422F-280E-5EA2-DA492DDA9229}"/>
              </a:ext>
            </a:extLst>
          </p:cNvPr>
          <p:cNvSpPr/>
          <p:nvPr/>
        </p:nvSpPr>
        <p:spPr>
          <a:xfrm>
            <a:off x="438150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26" name="Text 7">
            <a:extLst>
              <a:ext uri="{FF2B5EF4-FFF2-40B4-BE49-F238E27FC236}">
                <a16:creationId xmlns:a16="http://schemas.microsoft.com/office/drawing/2014/main" id="{8DCF987C-9797-F3DC-5260-0636C11FA5AD}"/>
              </a:ext>
            </a:extLst>
          </p:cNvPr>
          <p:cNvSpPr/>
          <p:nvPr/>
        </p:nvSpPr>
        <p:spPr>
          <a:xfrm>
            <a:off x="438150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27" name="Text 8">
            <a:extLst>
              <a:ext uri="{FF2B5EF4-FFF2-40B4-BE49-F238E27FC236}">
                <a16:creationId xmlns:a16="http://schemas.microsoft.com/office/drawing/2014/main" id="{27853D64-8822-B9C3-E339-5F3F1CFE1B1E}"/>
              </a:ext>
            </a:extLst>
          </p:cNvPr>
          <p:cNvSpPr/>
          <p:nvPr/>
        </p:nvSpPr>
        <p:spPr>
          <a:xfrm>
            <a:off x="438150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28" name="Text 9">
            <a:extLst>
              <a:ext uri="{FF2B5EF4-FFF2-40B4-BE49-F238E27FC236}">
                <a16:creationId xmlns:a16="http://schemas.microsoft.com/office/drawing/2014/main" id="{AF612A00-ED42-6118-4EB4-2D0D63D92C7C}"/>
              </a:ext>
            </a:extLst>
          </p:cNvPr>
          <p:cNvSpPr/>
          <p:nvPr/>
        </p:nvSpPr>
        <p:spPr>
          <a:xfrm>
            <a:off x="438150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29" name="Text 10">
            <a:extLst>
              <a:ext uri="{FF2B5EF4-FFF2-40B4-BE49-F238E27FC236}">
                <a16:creationId xmlns:a16="http://schemas.microsoft.com/office/drawing/2014/main" id="{226AC7A2-20B9-618F-E8FD-287C8DA95B74}"/>
              </a:ext>
            </a:extLst>
          </p:cNvPr>
          <p:cNvSpPr/>
          <p:nvPr/>
        </p:nvSpPr>
        <p:spPr>
          <a:xfrm>
            <a:off x="438150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30" name="Text 11">
            <a:extLst>
              <a:ext uri="{FF2B5EF4-FFF2-40B4-BE49-F238E27FC236}">
                <a16:creationId xmlns:a16="http://schemas.microsoft.com/office/drawing/2014/main" id="{70984985-603B-1AA2-7DB6-D119EAD3B789}"/>
              </a:ext>
            </a:extLst>
          </p:cNvPr>
          <p:cNvSpPr/>
          <p:nvPr/>
        </p:nvSpPr>
        <p:spPr>
          <a:xfrm>
            <a:off x="438150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00"/>
                                        <p:tgtEl>
                                          <p:spTgt spid="29"/>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7A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4" name="Text 1"/>
          <p:cNvSpPr/>
          <p:nvPr/>
        </p:nvSpPr>
        <p:spPr>
          <a:xfrm>
            <a:off x="476250" y="476250"/>
            <a:ext cx="8191500" cy="2643188"/>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Section title</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76250" y="476250"/>
            <a:ext cx="8191500" cy="3429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Connectivity Credits System​</a:t>
            </a:r>
            <a:endParaRPr lang="en-US" sz="2138" dirty="0"/>
          </a:p>
        </p:txBody>
      </p:sp>
      <p:pic>
        <p:nvPicPr>
          <p:cNvPr id="9"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10" name="Text 3"/>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0" name="Shape 1">
            <a:extLst>
              <a:ext uri="{FF2B5EF4-FFF2-40B4-BE49-F238E27FC236}">
                <a16:creationId xmlns:a16="http://schemas.microsoft.com/office/drawing/2014/main" id="{C61C291B-B530-AF09-A249-446A16E753E1}"/>
              </a:ext>
            </a:extLst>
          </p:cNvPr>
          <p:cNvSpPr/>
          <p:nvPr/>
        </p:nvSpPr>
        <p:spPr>
          <a:xfrm>
            <a:off x="47626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1" name="Shape 2">
            <a:extLst>
              <a:ext uri="{FF2B5EF4-FFF2-40B4-BE49-F238E27FC236}">
                <a16:creationId xmlns:a16="http://schemas.microsoft.com/office/drawing/2014/main" id="{403CA9C4-BF37-754F-767F-2653B71F410F}"/>
              </a:ext>
            </a:extLst>
          </p:cNvPr>
          <p:cNvSpPr/>
          <p:nvPr/>
        </p:nvSpPr>
        <p:spPr>
          <a:xfrm>
            <a:off x="47626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2" name="Text 3">
            <a:extLst>
              <a:ext uri="{FF2B5EF4-FFF2-40B4-BE49-F238E27FC236}">
                <a16:creationId xmlns:a16="http://schemas.microsoft.com/office/drawing/2014/main" id="{7EFB4201-A6A2-2410-CC39-1B18C20DDC43}"/>
              </a:ext>
            </a:extLst>
          </p:cNvPr>
          <p:cNvSpPr/>
          <p:nvPr/>
        </p:nvSpPr>
        <p:spPr>
          <a:xfrm>
            <a:off x="666781"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What</a:t>
            </a:r>
            <a:endParaRPr lang="en-US" sz="1800" dirty="0"/>
          </a:p>
        </p:txBody>
      </p:sp>
      <p:sp>
        <p:nvSpPr>
          <p:cNvPr id="63" name="Text 4">
            <a:extLst>
              <a:ext uri="{FF2B5EF4-FFF2-40B4-BE49-F238E27FC236}">
                <a16:creationId xmlns:a16="http://schemas.microsoft.com/office/drawing/2014/main" id="{F9885DE1-2D26-171D-EF26-93B02ACADBAE}"/>
              </a:ext>
            </a:extLst>
          </p:cNvPr>
          <p:cNvSpPr/>
          <p:nvPr/>
        </p:nvSpPr>
        <p:spPr>
          <a:xfrm>
            <a:off x="666781"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Giga maps and monitors real-time connectivity for every school globally using open data infrastructure.</a:t>
            </a:r>
            <a:endParaRPr lang="en-US" sz="1100" dirty="0"/>
          </a:p>
        </p:txBody>
      </p:sp>
      <p:sp>
        <p:nvSpPr>
          <p:cNvPr id="64" name="Shape 5">
            <a:extLst>
              <a:ext uri="{FF2B5EF4-FFF2-40B4-BE49-F238E27FC236}">
                <a16:creationId xmlns:a16="http://schemas.microsoft.com/office/drawing/2014/main" id="{28D5F7F8-9784-1D09-A11A-4A29600CBB96}"/>
              </a:ext>
            </a:extLst>
          </p:cNvPr>
          <p:cNvSpPr/>
          <p:nvPr/>
        </p:nvSpPr>
        <p:spPr>
          <a:xfrm>
            <a:off x="465772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5" name="Shape 6">
            <a:extLst>
              <a:ext uri="{FF2B5EF4-FFF2-40B4-BE49-F238E27FC236}">
                <a16:creationId xmlns:a16="http://schemas.microsoft.com/office/drawing/2014/main" id="{EB359170-00FA-0ABC-323E-86D0AF3E3B25}"/>
              </a:ext>
            </a:extLst>
          </p:cNvPr>
          <p:cNvSpPr/>
          <p:nvPr/>
        </p:nvSpPr>
        <p:spPr>
          <a:xfrm>
            <a:off x="465772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6" name="Text 7">
            <a:extLst>
              <a:ext uri="{FF2B5EF4-FFF2-40B4-BE49-F238E27FC236}">
                <a16:creationId xmlns:a16="http://schemas.microsoft.com/office/drawing/2014/main" id="{7764CFB0-4354-C465-E1A2-89457EBE386D}"/>
              </a:ext>
            </a:extLst>
          </p:cNvPr>
          <p:cNvSpPr/>
          <p:nvPr/>
        </p:nvSpPr>
        <p:spPr>
          <a:xfrm>
            <a:off x="4848240"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Give</a:t>
            </a:r>
            <a:endParaRPr lang="en-US" sz="1800" dirty="0"/>
          </a:p>
        </p:txBody>
      </p:sp>
      <p:sp>
        <p:nvSpPr>
          <p:cNvPr id="67" name="Text 8">
            <a:extLst>
              <a:ext uri="{FF2B5EF4-FFF2-40B4-BE49-F238E27FC236}">
                <a16:creationId xmlns:a16="http://schemas.microsoft.com/office/drawing/2014/main" id="{DB7AB28B-3D6C-6CB2-76D8-879E487F1BAC}"/>
              </a:ext>
            </a:extLst>
          </p:cNvPr>
          <p:cNvSpPr/>
          <p:nvPr/>
        </p:nvSpPr>
        <p:spPr>
          <a:xfrm>
            <a:off x="4848240"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Partners provide funding, infrastructure, or technical capabilities to connect unconnected schools.</a:t>
            </a:r>
            <a:endParaRPr lang="en-US" sz="1100" dirty="0"/>
          </a:p>
        </p:txBody>
      </p:sp>
      <p:sp>
        <p:nvSpPr>
          <p:cNvPr id="68" name="Shape 9">
            <a:extLst>
              <a:ext uri="{FF2B5EF4-FFF2-40B4-BE49-F238E27FC236}">
                <a16:creationId xmlns:a16="http://schemas.microsoft.com/office/drawing/2014/main" id="{EE986531-29B7-67F1-1E5F-74AEA98DCEA0}"/>
              </a:ext>
            </a:extLst>
          </p:cNvPr>
          <p:cNvSpPr/>
          <p:nvPr/>
        </p:nvSpPr>
        <p:spPr>
          <a:xfrm>
            <a:off x="47626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9" name="Shape 10">
            <a:extLst>
              <a:ext uri="{FF2B5EF4-FFF2-40B4-BE49-F238E27FC236}">
                <a16:creationId xmlns:a16="http://schemas.microsoft.com/office/drawing/2014/main" id="{089DCCFB-27AB-C6D3-140A-E54165866AC6}"/>
              </a:ext>
            </a:extLst>
          </p:cNvPr>
          <p:cNvSpPr/>
          <p:nvPr/>
        </p:nvSpPr>
        <p:spPr>
          <a:xfrm>
            <a:off x="47626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0" name="Text 11">
            <a:extLst>
              <a:ext uri="{FF2B5EF4-FFF2-40B4-BE49-F238E27FC236}">
                <a16:creationId xmlns:a16="http://schemas.microsoft.com/office/drawing/2014/main" id="{56DE60F0-388D-7EE1-F2BC-949A6041200A}"/>
              </a:ext>
            </a:extLst>
          </p:cNvPr>
          <p:cNvSpPr/>
          <p:nvPr/>
        </p:nvSpPr>
        <p:spPr>
          <a:xfrm>
            <a:off x="666781"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Get</a:t>
            </a:r>
            <a:endParaRPr lang="en-US" sz="1800" dirty="0"/>
          </a:p>
        </p:txBody>
      </p:sp>
      <p:sp>
        <p:nvSpPr>
          <p:cNvPr id="71" name="Text 12">
            <a:extLst>
              <a:ext uri="{FF2B5EF4-FFF2-40B4-BE49-F238E27FC236}">
                <a16:creationId xmlns:a16="http://schemas.microsoft.com/office/drawing/2014/main" id="{7ED55C5A-EC78-19FF-A645-58CA1450F382}"/>
              </a:ext>
            </a:extLst>
          </p:cNvPr>
          <p:cNvSpPr/>
          <p:nvPr/>
        </p:nvSpPr>
        <p:spPr>
          <a:xfrm>
            <a:off x="666781"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 46 countries.</a:t>
            </a:r>
            <a:endParaRPr lang="en-US" sz="1100" dirty="0"/>
          </a:p>
        </p:txBody>
      </p:sp>
      <p:sp>
        <p:nvSpPr>
          <p:cNvPr id="72" name="Shape 13">
            <a:extLst>
              <a:ext uri="{FF2B5EF4-FFF2-40B4-BE49-F238E27FC236}">
                <a16:creationId xmlns:a16="http://schemas.microsoft.com/office/drawing/2014/main" id="{FDA19617-8C97-81D8-80B7-4A43A51C434E}"/>
              </a:ext>
            </a:extLst>
          </p:cNvPr>
          <p:cNvSpPr/>
          <p:nvPr/>
        </p:nvSpPr>
        <p:spPr>
          <a:xfrm>
            <a:off x="465772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73" name="Shape 14">
            <a:extLst>
              <a:ext uri="{FF2B5EF4-FFF2-40B4-BE49-F238E27FC236}">
                <a16:creationId xmlns:a16="http://schemas.microsoft.com/office/drawing/2014/main" id="{F17F7FE5-2509-61A6-B29F-5C19E3242F60}"/>
              </a:ext>
            </a:extLst>
          </p:cNvPr>
          <p:cNvSpPr/>
          <p:nvPr/>
        </p:nvSpPr>
        <p:spPr>
          <a:xfrm>
            <a:off x="465772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4" name="Text 15">
            <a:extLst>
              <a:ext uri="{FF2B5EF4-FFF2-40B4-BE49-F238E27FC236}">
                <a16:creationId xmlns:a16="http://schemas.microsoft.com/office/drawing/2014/main" id="{B0CBBC56-A665-16F8-125C-60CD9687A27F}"/>
              </a:ext>
            </a:extLst>
          </p:cNvPr>
          <p:cNvSpPr/>
          <p:nvPr/>
        </p:nvSpPr>
        <p:spPr>
          <a:xfrm>
            <a:off x="4848240"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KPIs</a:t>
            </a:r>
            <a:endParaRPr lang="en-US" sz="1800" dirty="0"/>
          </a:p>
        </p:txBody>
      </p:sp>
      <p:sp>
        <p:nvSpPr>
          <p:cNvPr id="75" name="Text 16">
            <a:extLst>
              <a:ext uri="{FF2B5EF4-FFF2-40B4-BE49-F238E27FC236}">
                <a16:creationId xmlns:a16="http://schemas.microsoft.com/office/drawing/2014/main" id="{CEC6B3B7-FF94-85C9-785B-4D7F4DC30AA0}"/>
              </a:ext>
            </a:extLst>
          </p:cNvPr>
          <p:cNvSpPr/>
          <p:nvPr/>
        </p:nvSpPr>
        <p:spPr>
          <a:xfrm>
            <a:off x="4848240"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Number of schools connected, students reached, countries activated, and connectivity uptime monitored.</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500"/>
                                        <p:tgtEl>
                                          <p:spTgt spid="64"/>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500"/>
                                        <p:tgtEl>
                                          <p:spTgt spid="65"/>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500"/>
                                        <p:tgtEl>
                                          <p:spTgt spid="67"/>
                                        </p:tgtEl>
                                      </p:cBhvr>
                                    </p:animEffect>
                                  </p:childTnLst>
                                </p:cTn>
                              </p:par>
                              <p:par>
                                <p:cTn id="29" presetID="10" presetClass="entr" presetSubtype="0" fill="hold" grpId="0" nodeType="withEffect">
                                  <p:stCondLst>
                                    <p:cond delay="400"/>
                                  </p:stCondLst>
                                  <p:childTnLst>
                                    <p:set>
                                      <p:cBhvr>
                                        <p:cTn id="30" dur="1" fill="hold">
                                          <p:stCondLst>
                                            <p:cond delay="0"/>
                                          </p:stCondLst>
                                        </p:cTn>
                                        <p:tgtEl>
                                          <p:spTgt spid="68"/>
                                        </p:tgtEl>
                                        <p:attrNameLst>
                                          <p:attrName>style.visibility</p:attrName>
                                        </p:attrNameLst>
                                      </p:cBhvr>
                                      <p:to>
                                        <p:strVal val="visible"/>
                                      </p:to>
                                    </p:set>
                                    <p:animEffect transition="in" filter="fade">
                                      <p:cBhvr>
                                        <p:cTn id="31" dur="500"/>
                                        <p:tgtEl>
                                          <p:spTgt spid="68"/>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69"/>
                                        </p:tgtEl>
                                        <p:attrNameLst>
                                          <p:attrName>style.visibility</p:attrName>
                                        </p:attrNameLst>
                                      </p:cBhvr>
                                      <p:to>
                                        <p:strVal val="visible"/>
                                      </p:to>
                                    </p:set>
                                    <p:animEffect transition="in" filter="fade">
                                      <p:cBhvr>
                                        <p:cTn id="34" dur="500"/>
                                        <p:tgtEl>
                                          <p:spTgt spid="69"/>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71"/>
                                        </p:tgtEl>
                                        <p:attrNameLst>
                                          <p:attrName>style.visibility</p:attrName>
                                        </p:attrNameLst>
                                      </p:cBhvr>
                                      <p:to>
                                        <p:strVal val="visible"/>
                                      </p:to>
                                    </p:set>
                                    <p:animEffect transition="in" filter="fade">
                                      <p:cBhvr>
                                        <p:cTn id="40" dur="500"/>
                                        <p:tgtEl>
                                          <p:spTgt spid="71"/>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72"/>
                                        </p:tgtEl>
                                        <p:attrNameLst>
                                          <p:attrName>style.visibility</p:attrName>
                                        </p:attrNameLst>
                                      </p:cBhvr>
                                      <p:to>
                                        <p:strVal val="visible"/>
                                      </p:to>
                                    </p:set>
                                    <p:animEffect transition="in" filter="fade">
                                      <p:cBhvr>
                                        <p:cTn id="43" dur="500"/>
                                        <p:tgtEl>
                                          <p:spTgt spid="72"/>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73"/>
                                        </p:tgtEl>
                                        <p:attrNameLst>
                                          <p:attrName>style.visibility</p:attrName>
                                        </p:attrNameLst>
                                      </p:cBhvr>
                                      <p:to>
                                        <p:strVal val="visible"/>
                                      </p:to>
                                    </p:set>
                                    <p:animEffect transition="in" filter="fade">
                                      <p:cBhvr>
                                        <p:cTn id="46" dur="500"/>
                                        <p:tgtEl>
                                          <p:spTgt spid="73"/>
                                        </p:tgtEl>
                                      </p:cBhvr>
                                    </p:animEffect>
                                  </p:childTnLst>
                                </p:cTn>
                              </p:par>
                              <p:par>
                                <p:cTn id="47" presetID="10" presetClass="entr" presetSubtype="0" fill="hold" grpId="0" nodeType="withEffect">
                                  <p:stCondLst>
                                    <p:cond delay="800"/>
                                  </p:stCondLst>
                                  <p:childTnLst>
                                    <p:set>
                                      <p:cBhvr>
                                        <p:cTn id="48" dur="1" fill="hold">
                                          <p:stCondLst>
                                            <p:cond delay="0"/>
                                          </p:stCondLst>
                                        </p:cTn>
                                        <p:tgtEl>
                                          <p:spTgt spid="74"/>
                                        </p:tgtEl>
                                        <p:attrNameLst>
                                          <p:attrName>style.visibility</p:attrName>
                                        </p:attrNameLst>
                                      </p:cBhvr>
                                      <p:to>
                                        <p:strVal val="visible"/>
                                      </p:to>
                                    </p:set>
                                    <p:animEffect transition="in" filter="fade">
                                      <p:cBhvr>
                                        <p:cTn id="49" dur="500"/>
                                        <p:tgtEl>
                                          <p:spTgt spid="74"/>
                                        </p:tgtEl>
                                      </p:cBhvr>
                                    </p:animEffect>
                                  </p:childTnLst>
                                </p:cTn>
                              </p:par>
                              <p:par>
                                <p:cTn id="50" presetID="10" presetClass="entr" presetSubtype="0" fill="hold" grpId="0" nodeType="withEffect">
                                  <p:stCondLst>
                                    <p:cond delay="800"/>
                                  </p:stCondLst>
                                  <p:childTnLst>
                                    <p:set>
                                      <p:cBhvr>
                                        <p:cTn id="51" dur="1" fill="hold">
                                          <p:stCondLst>
                                            <p:cond delay="0"/>
                                          </p:stCondLst>
                                        </p:cTn>
                                        <p:tgtEl>
                                          <p:spTgt spid="75"/>
                                        </p:tgtEl>
                                        <p:attrNameLst>
                                          <p:attrName>style.visibility</p:attrName>
                                        </p:attrNameLst>
                                      </p:cBhvr>
                                      <p:to>
                                        <p:strVal val="visible"/>
                                      </p:to>
                                    </p:set>
                                    <p:animEffect transition="in" filter="fade">
                                      <p:cBhvr>
                                        <p:cTn id="52" dur="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36" name="Group 35">
            <a:extLst>
              <a:ext uri="{FF2B5EF4-FFF2-40B4-BE49-F238E27FC236}">
                <a16:creationId xmlns:a16="http://schemas.microsoft.com/office/drawing/2014/main" id="{2D42CC4F-2915-A76C-5D6C-A8B991C3370A}"/>
              </a:ext>
            </a:extLst>
          </p:cNvPr>
          <p:cNvGrpSpPr/>
          <p:nvPr/>
        </p:nvGrpSpPr>
        <p:grpSpPr>
          <a:xfrm>
            <a:off x="2567335" y="1876425"/>
            <a:ext cx="1918585" cy="2305057"/>
            <a:chOff x="2567335" y="1876425"/>
            <a:chExt cx="1918585" cy="2305057"/>
          </a:xfrm>
        </p:grpSpPr>
        <p:sp>
          <p:nvSpPr>
            <p:cNvPr id="18" name="Shape 1">
              <a:extLst>
                <a:ext uri="{FF2B5EF4-FFF2-40B4-BE49-F238E27FC236}">
                  <a16:creationId xmlns:a16="http://schemas.microsoft.com/office/drawing/2014/main" id="{693523DB-EDDE-61D2-C52C-5B422B250A6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5" name="Shape 2">
              <a:extLst>
                <a:ext uri="{FF2B5EF4-FFF2-40B4-BE49-F238E27FC236}">
                  <a16:creationId xmlns:a16="http://schemas.microsoft.com/office/drawing/2014/main" id="{3465B06E-BDC6-CBCD-03BA-B5644AE80FF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37" name="Group 36">
            <a:extLst>
              <a:ext uri="{FF2B5EF4-FFF2-40B4-BE49-F238E27FC236}">
                <a16:creationId xmlns:a16="http://schemas.microsoft.com/office/drawing/2014/main" id="{F35C0139-D621-4594-42E7-9D6BC1D797CE}"/>
              </a:ext>
            </a:extLst>
          </p:cNvPr>
          <p:cNvGrpSpPr/>
          <p:nvPr/>
        </p:nvGrpSpPr>
        <p:grpSpPr>
          <a:xfrm>
            <a:off x="476250" y="1876425"/>
            <a:ext cx="1918585" cy="2305057"/>
            <a:chOff x="2567335" y="1876425"/>
            <a:chExt cx="1918585" cy="2305057"/>
          </a:xfrm>
        </p:grpSpPr>
        <p:sp>
          <p:nvSpPr>
            <p:cNvPr id="38" name="Shape 1">
              <a:extLst>
                <a:ext uri="{FF2B5EF4-FFF2-40B4-BE49-F238E27FC236}">
                  <a16:creationId xmlns:a16="http://schemas.microsoft.com/office/drawing/2014/main" id="{9ABF6C38-924E-4302-B2B3-23052BFDB8C1}"/>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9" name="Shape 2">
              <a:extLst>
                <a:ext uri="{FF2B5EF4-FFF2-40B4-BE49-F238E27FC236}">
                  <a16:creationId xmlns:a16="http://schemas.microsoft.com/office/drawing/2014/main" id="{BD3FB7B3-564B-F3BB-C9D0-72ACB73DB15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0" name="Group 39">
            <a:extLst>
              <a:ext uri="{FF2B5EF4-FFF2-40B4-BE49-F238E27FC236}">
                <a16:creationId xmlns:a16="http://schemas.microsoft.com/office/drawing/2014/main" id="{9197F059-9D1F-7615-FDDD-23627D3ECE46}"/>
              </a:ext>
            </a:extLst>
          </p:cNvPr>
          <p:cNvGrpSpPr/>
          <p:nvPr/>
        </p:nvGrpSpPr>
        <p:grpSpPr>
          <a:xfrm>
            <a:off x="4661381" y="1876425"/>
            <a:ext cx="1918585" cy="2305057"/>
            <a:chOff x="2567335" y="1876425"/>
            <a:chExt cx="1918585" cy="2305057"/>
          </a:xfrm>
        </p:grpSpPr>
        <p:sp>
          <p:nvSpPr>
            <p:cNvPr id="41" name="Shape 1">
              <a:extLst>
                <a:ext uri="{FF2B5EF4-FFF2-40B4-BE49-F238E27FC236}">
                  <a16:creationId xmlns:a16="http://schemas.microsoft.com/office/drawing/2014/main" id="{8669BFB4-F122-C319-0584-BB1139097216}"/>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2" name="Shape 2">
              <a:extLst>
                <a:ext uri="{FF2B5EF4-FFF2-40B4-BE49-F238E27FC236}">
                  <a16:creationId xmlns:a16="http://schemas.microsoft.com/office/drawing/2014/main" id="{14ABEB5E-3C26-0E12-D167-489B371EA0B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3" name="Group 42">
            <a:extLst>
              <a:ext uri="{FF2B5EF4-FFF2-40B4-BE49-F238E27FC236}">
                <a16:creationId xmlns:a16="http://schemas.microsoft.com/office/drawing/2014/main" id="{4072FCC2-932D-72B4-BB2D-D213C3766A46}"/>
              </a:ext>
            </a:extLst>
          </p:cNvPr>
          <p:cNvGrpSpPr/>
          <p:nvPr/>
        </p:nvGrpSpPr>
        <p:grpSpPr>
          <a:xfrm>
            <a:off x="6748447" y="1876425"/>
            <a:ext cx="1918585" cy="2305057"/>
            <a:chOff x="2567335" y="1876425"/>
            <a:chExt cx="1918585" cy="2305057"/>
          </a:xfrm>
        </p:grpSpPr>
        <p:sp>
          <p:nvSpPr>
            <p:cNvPr id="44" name="Shape 1">
              <a:extLst>
                <a:ext uri="{FF2B5EF4-FFF2-40B4-BE49-F238E27FC236}">
                  <a16:creationId xmlns:a16="http://schemas.microsoft.com/office/drawing/2014/main" id="{59EB1ABA-D6A7-08D7-6692-7BCE5E012B2E}"/>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5" name="Shape 2">
              <a:extLst>
                <a:ext uri="{FF2B5EF4-FFF2-40B4-BE49-F238E27FC236}">
                  <a16:creationId xmlns:a16="http://schemas.microsoft.com/office/drawing/2014/main" id="{9ECC5F33-795A-FB2F-A2F5-AAF9B2C6C5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48" name="Text 3">
            <a:extLst>
              <a:ext uri="{FF2B5EF4-FFF2-40B4-BE49-F238E27FC236}">
                <a16:creationId xmlns:a16="http://schemas.microsoft.com/office/drawing/2014/main" id="{79E1B582-C438-51C6-ABB2-99116DA85EF5}"/>
              </a:ext>
            </a:extLst>
          </p:cNvPr>
          <p:cNvSpPr/>
          <p:nvPr/>
        </p:nvSpPr>
        <p:spPr>
          <a:xfrm>
            <a:off x="66678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49" name="Text 3">
            <a:extLst>
              <a:ext uri="{FF2B5EF4-FFF2-40B4-BE49-F238E27FC236}">
                <a16:creationId xmlns:a16="http://schemas.microsoft.com/office/drawing/2014/main" id="{4CF8B205-F9E8-A765-AD01-503143B60B58}"/>
              </a:ext>
            </a:extLst>
          </p:cNvPr>
          <p:cNvSpPr/>
          <p:nvPr/>
        </p:nvSpPr>
        <p:spPr>
          <a:xfrm>
            <a:off x="2736213"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2</a:t>
            </a:r>
            <a:endParaRPr lang="en-US" sz="1800" dirty="0"/>
          </a:p>
        </p:txBody>
      </p:sp>
      <p:sp>
        <p:nvSpPr>
          <p:cNvPr id="50" name="Text 3">
            <a:extLst>
              <a:ext uri="{FF2B5EF4-FFF2-40B4-BE49-F238E27FC236}">
                <a16:creationId xmlns:a16="http://schemas.microsoft.com/office/drawing/2014/main" id="{6075D5FF-7007-06AB-231D-288B763E5D2B}"/>
              </a:ext>
            </a:extLst>
          </p:cNvPr>
          <p:cNvSpPr/>
          <p:nvPr/>
        </p:nvSpPr>
        <p:spPr>
          <a:xfrm>
            <a:off x="4841740"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3</a:t>
            </a:r>
            <a:endParaRPr lang="en-US" sz="1800" dirty="0"/>
          </a:p>
        </p:txBody>
      </p:sp>
      <p:sp>
        <p:nvSpPr>
          <p:cNvPr id="51" name="Text 3">
            <a:extLst>
              <a:ext uri="{FF2B5EF4-FFF2-40B4-BE49-F238E27FC236}">
                <a16:creationId xmlns:a16="http://schemas.microsoft.com/office/drawing/2014/main" id="{15110018-69EB-C27A-DBA0-42FC8304A84A}"/>
              </a:ext>
            </a:extLst>
          </p:cNvPr>
          <p:cNvSpPr/>
          <p:nvPr/>
        </p:nvSpPr>
        <p:spPr>
          <a:xfrm>
            <a:off x="691117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4</a:t>
            </a:r>
            <a:endParaRPr lang="en-US" sz="1800" dirty="0"/>
          </a:p>
        </p:txBody>
      </p:sp>
      <p:sp>
        <p:nvSpPr>
          <p:cNvPr id="54" name="Text 12">
            <a:extLst>
              <a:ext uri="{FF2B5EF4-FFF2-40B4-BE49-F238E27FC236}">
                <a16:creationId xmlns:a16="http://schemas.microsoft.com/office/drawing/2014/main" id="{CE33D879-D67F-B298-B60D-7AE041E2EF0A}"/>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5" name="Text 12">
            <a:extLst>
              <a:ext uri="{FF2B5EF4-FFF2-40B4-BE49-F238E27FC236}">
                <a16:creationId xmlns:a16="http://schemas.microsoft.com/office/drawing/2014/main" id="{4C3EC436-020D-814F-C997-8A2923D9FA80}"/>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6" name="Text 12">
            <a:extLst>
              <a:ext uri="{FF2B5EF4-FFF2-40B4-BE49-F238E27FC236}">
                <a16:creationId xmlns:a16="http://schemas.microsoft.com/office/drawing/2014/main" id="{49326685-5F75-113A-FA10-0D62A00B6BDD}"/>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7" name="Text 12">
            <a:extLst>
              <a:ext uri="{FF2B5EF4-FFF2-40B4-BE49-F238E27FC236}">
                <a16:creationId xmlns:a16="http://schemas.microsoft.com/office/drawing/2014/main" id="{E584F8A9-C24A-B4BB-9152-AEEBC1A78920}"/>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8" name="Text 12">
            <a:extLst>
              <a:ext uri="{FF2B5EF4-FFF2-40B4-BE49-F238E27FC236}">
                <a16:creationId xmlns:a16="http://schemas.microsoft.com/office/drawing/2014/main" id="{B767A032-581D-F7CA-C85E-AB2F88D9FB36}"/>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2" name="Text 12">
            <a:extLst>
              <a:ext uri="{FF2B5EF4-FFF2-40B4-BE49-F238E27FC236}">
                <a16:creationId xmlns:a16="http://schemas.microsoft.com/office/drawing/2014/main" id="{3550AE94-5E15-5508-01D4-85687651930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3" name="Text 12">
            <a:extLst>
              <a:ext uri="{FF2B5EF4-FFF2-40B4-BE49-F238E27FC236}">
                <a16:creationId xmlns:a16="http://schemas.microsoft.com/office/drawing/2014/main" id="{00422EB4-B304-2BB5-5961-8253AAD8AFB1}"/>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4" name="Text 12">
            <a:extLst>
              <a:ext uri="{FF2B5EF4-FFF2-40B4-BE49-F238E27FC236}">
                <a16:creationId xmlns:a16="http://schemas.microsoft.com/office/drawing/2014/main" id="{25301F80-9BD9-3CD3-F318-E4E1D51D7355}"/>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500"/>
                                        <p:tgtEl>
                                          <p:spTgt spid="4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fade">
                                      <p:cBhvr>
                                        <p:cTn id="13" dur="500"/>
                                        <p:tgtEl>
                                          <p:spTgt spid="5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500"/>
                                        <p:tgtEl>
                                          <p:spTgt spid="58"/>
                                        </p:tgtEl>
                                      </p:cBhvr>
                                    </p:animEffect>
                                  </p:childTnLst>
                                </p:cTn>
                              </p:par>
                              <p:par>
                                <p:cTn id="17" presetID="10" presetClass="entr" presetSubtype="0" fill="hold" nodeType="withEffect">
                                  <p:stCondLst>
                                    <p:cond delay="20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500"/>
                                        <p:tgtEl>
                                          <p:spTgt spid="3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49"/>
                                        </p:tgtEl>
                                        <p:attrNameLst>
                                          <p:attrName>style.visibility</p:attrName>
                                        </p:attrNameLst>
                                      </p:cBhvr>
                                      <p:to>
                                        <p:strVal val="visible"/>
                                      </p:to>
                                    </p:set>
                                    <p:animEffect transition="in" filter="fade">
                                      <p:cBhvr>
                                        <p:cTn id="22" dur="500"/>
                                        <p:tgtEl>
                                          <p:spTgt spid="49"/>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500"/>
                                        <p:tgtEl>
                                          <p:spTgt spid="55"/>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childTnLst>
                                </p:cTn>
                              </p:par>
                              <p:par>
                                <p:cTn id="29" presetID="10" presetClass="entr" presetSubtype="0" fill="hold" nodeType="withEffect">
                                  <p:stCondLst>
                                    <p:cond delay="40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500"/>
                                        <p:tgtEl>
                                          <p:spTgt spid="40"/>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500"/>
                                        <p:tgtEl>
                                          <p:spTgt spid="50"/>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500"/>
                                        <p:tgtEl>
                                          <p:spTgt spid="56"/>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63"/>
                                        </p:tgtEl>
                                        <p:attrNameLst>
                                          <p:attrName>style.visibility</p:attrName>
                                        </p:attrNameLst>
                                      </p:cBhvr>
                                      <p:to>
                                        <p:strVal val="visible"/>
                                      </p:to>
                                    </p:set>
                                    <p:animEffect transition="in" filter="fade">
                                      <p:cBhvr>
                                        <p:cTn id="40" dur="500"/>
                                        <p:tgtEl>
                                          <p:spTgt spid="63"/>
                                        </p:tgtEl>
                                      </p:cBhvr>
                                    </p:animEffect>
                                  </p:childTnLst>
                                </p:cTn>
                              </p:par>
                              <p:par>
                                <p:cTn id="41" presetID="10" presetClass="entr" presetSubtype="0" fill="hold" nodeType="withEffect">
                                  <p:stCondLst>
                                    <p:cond delay="600"/>
                                  </p:stCondLst>
                                  <p:childTnLst>
                                    <p:set>
                                      <p:cBhvr>
                                        <p:cTn id="42" dur="1" fill="hold">
                                          <p:stCondLst>
                                            <p:cond delay="0"/>
                                          </p:stCondLst>
                                        </p:cTn>
                                        <p:tgtEl>
                                          <p:spTgt spid="43"/>
                                        </p:tgtEl>
                                        <p:attrNameLst>
                                          <p:attrName>style.visibility</p:attrName>
                                        </p:attrNameLst>
                                      </p:cBhvr>
                                      <p:to>
                                        <p:strVal val="visible"/>
                                      </p:to>
                                    </p:set>
                                    <p:animEffect transition="in" filter="fade">
                                      <p:cBhvr>
                                        <p:cTn id="43" dur="500"/>
                                        <p:tgtEl>
                                          <p:spTgt spid="43"/>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childTnLst>
                                </p:cTn>
                              </p:par>
                              <p:par>
                                <p:cTn id="50" presetID="10" presetClass="entr" presetSubtype="0" fill="hold" grpId="0" nodeType="withEffect">
                                  <p:stCondLst>
                                    <p:cond delay="60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4" grpId="0" animBg="1"/>
      <p:bldP spid="55" grpId="0" animBg="1"/>
      <p:bldP spid="56" grpId="0" animBg="1"/>
      <p:bldP spid="57" grpId="0" animBg="1"/>
      <p:bldP spid="58" grpId="0" animBg="1"/>
      <p:bldP spid="62" grpId="0" animBg="1"/>
      <p:bldP spid="63" grpId="0" animBg="1"/>
      <p:bldP spid="6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7" name="Image 3" descr="preencoded.png"/>
          <p:cNvPicPr>
            <a:picLocks noChangeAspect="1"/>
          </p:cNvPicPr>
          <p:nvPr/>
        </p:nvPicPr>
        <p:blipFill>
          <a:blip r:embed="rId3"/>
          <a:srcRect/>
          <a:stretch/>
        </p:blipFill>
        <p:spPr>
          <a:xfrm>
            <a:off x="7324725" y="4524375"/>
            <a:ext cx="1366838" cy="285750"/>
          </a:xfrm>
          <a:prstGeom prst="rect">
            <a:avLst/>
          </a:prstGeom>
        </p:spPr>
      </p:pic>
      <p:sp>
        <p:nvSpPr>
          <p:cNvPr id="8"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9"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18" name="Group 17">
            <a:extLst>
              <a:ext uri="{FF2B5EF4-FFF2-40B4-BE49-F238E27FC236}">
                <a16:creationId xmlns:a16="http://schemas.microsoft.com/office/drawing/2014/main" id="{CC6E89A6-0C60-CF0A-AB85-E8EEBD6D392A}"/>
              </a:ext>
            </a:extLst>
          </p:cNvPr>
          <p:cNvGrpSpPr/>
          <p:nvPr/>
        </p:nvGrpSpPr>
        <p:grpSpPr>
          <a:xfrm>
            <a:off x="476250" y="1876425"/>
            <a:ext cx="2616199" cy="2305057"/>
            <a:chOff x="2567335" y="1876425"/>
            <a:chExt cx="1918585" cy="2305057"/>
          </a:xfrm>
        </p:grpSpPr>
        <p:sp>
          <p:nvSpPr>
            <p:cNvPr id="19" name="Shape 1">
              <a:extLst>
                <a:ext uri="{FF2B5EF4-FFF2-40B4-BE49-F238E27FC236}">
                  <a16:creationId xmlns:a16="http://schemas.microsoft.com/office/drawing/2014/main" id="{A76543D5-EA8B-CF16-D274-008A8354282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20" name="Shape 2">
              <a:extLst>
                <a:ext uri="{FF2B5EF4-FFF2-40B4-BE49-F238E27FC236}">
                  <a16:creationId xmlns:a16="http://schemas.microsoft.com/office/drawing/2014/main" id="{5A292829-B131-3873-9158-B8BD199E9E5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1" name="Text 3">
            <a:extLst>
              <a:ext uri="{FF2B5EF4-FFF2-40B4-BE49-F238E27FC236}">
                <a16:creationId xmlns:a16="http://schemas.microsoft.com/office/drawing/2014/main" id="{AA12D018-0345-6703-095C-CB199AE2FF1F}"/>
              </a:ext>
            </a:extLst>
          </p:cNvPr>
          <p:cNvSpPr/>
          <p:nvPr/>
        </p:nvSpPr>
        <p:spPr>
          <a:xfrm>
            <a:off x="666781"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22" name="Text 12">
            <a:extLst>
              <a:ext uri="{FF2B5EF4-FFF2-40B4-BE49-F238E27FC236}">
                <a16:creationId xmlns:a16="http://schemas.microsoft.com/office/drawing/2014/main" id="{E45D3BAD-DABB-2854-A321-511D3D6D280D}"/>
              </a:ext>
            </a:extLst>
          </p:cNvPr>
          <p:cNvSpPr/>
          <p:nvPr/>
        </p:nvSpPr>
        <p:spPr>
          <a:xfrm>
            <a:off x="666781"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3" name="Text 12">
            <a:extLst>
              <a:ext uri="{FF2B5EF4-FFF2-40B4-BE49-F238E27FC236}">
                <a16:creationId xmlns:a16="http://schemas.microsoft.com/office/drawing/2014/main" id="{E24EF0B2-D2B7-6A88-B29E-4F76F59F67EC}"/>
              </a:ext>
            </a:extLst>
          </p:cNvPr>
          <p:cNvSpPr/>
          <p:nvPr/>
        </p:nvSpPr>
        <p:spPr>
          <a:xfrm>
            <a:off x="666781"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0" name="Group 29">
            <a:extLst>
              <a:ext uri="{FF2B5EF4-FFF2-40B4-BE49-F238E27FC236}">
                <a16:creationId xmlns:a16="http://schemas.microsoft.com/office/drawing/2014/main" id="{7092212D-9065-82C4-BFF5-D55A2A37EAED}"/>
              </a:ext>
            </a:extLst>
          </p:cNvPr>
          <p:cNvGrpSpPr/>
          <p:nvPr/>
        </p:nvGrpSpPr>
        <p:grpSpPr>
          <a:xfrm>
            <a:off x="3267576" y="1876425"/>
            <a:ext cx="2616199" cy="2305057"/>
            <a:chOff x="2567335" y="1876425"/>
            <a:chExt cx="1918585" cy="2305057"/>
          </a:xfrm>
        </p:grpSpPr>
        <p:sp>
          <p:nvSpPr>
            <p:cNvPr id="31" name="Shape 1">
              <a:extLst>
                <a:ext uri="{FF2B5EF4-FFF2-40B4-BE49-F238E27FC236}">
                  <a16:creationId xmlns:a16="http://schemas.microsoft.com/office/drawing/2014/main" id="{3B108628-D9B2-7D3C-FDB2-B7614AD976BC}"/>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2" name="Shape 2">
              <a:extLst>
                <a:ext uri="{FF2B5EF4-FFF2-40B4-BE49-F238E27FC236}">
                  <a16:creationId xmlns:a16="http://schemas.microsoft.com/office/drawing/2014/main" id="{60C7A013-CD87-0733-072A-19FE26BC24CD}"/>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3" name="Text 3">
            <a:extLst>
              <a:ext uri="{FF2B5EF4-FFF2-40B4-BE49-F238E27FC236}">
                <a16:creationId xmlns:a16="http://schemas.microsoft.com/office/drawing/2014/main" id="{B1CDD15B-F47A-A319-208A-1541210DDBE9}"/>
              </a:ext>
            </a:extLst>
          </p:cNvPr>
          <p:cNvSpPr/>
          <p:nvPr/>
        </p:nvSpPr>
        <p:spPr>
          <a:xfrm>
            <a:off x="3458107"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rPr>
              <a:t>2</a:t>
            </a:r>
            <a:endParaRPr lang="en-US" sz="1800" dirty="0"/>
          </a:p>
        </p:txBody>
      </p:sp>
      <p:sp>
        <p:nvSpPr>
          <p:cNvPr id="34" name="Text 12">
            <a:extLst>
              <a:ext uri="{FF2B5EF4-FFF2-40B4-BE49-F238E27FC236}">
                <a16:creationId xmlns:a16="http://schemas.microsoft.com/office/drawing/2014/main" id="{50527693-4E75-9F3A-A9FA-D7074A83652F}"/>
              </a:ext>
            </a:extLst>
          </p:cNvPr>
          <p:cNvSpPr/>
          <p:nvPr/>
        </p:nvSpPr>
        <p:spPr>
          <a:xfrm>
            <a:off x="3458107"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5" name="Text 12">
            <a:extLst>
              <a:ext uri="{FF2B5EF4-FFF2-40B4-BE49-F238E27FC236}">
                <a16:creationId xmlns:a16="http://schemas.microsoft.com/office/drawing/2014/main" id="{9EACEC14-8758-F944-8819-F3110EB836C9}"/>
              </a:ext>
            </a:extLst>
          </p:cNvPr>
          <p:cNvSpPr/>
          <p:nvPr/>
        </p:nvSpPr>
        <p:spPr>
          <a:xfrm>
            <a:off x="3458107"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6" name="Group 35">
            <a:extLst>
              <a:ext uri="{FF2B5EF4-FFF2-40B4-BE49-F238E27FC236}">
                <a16:creationId xmlns:a16="http://schemas.microsoft.com/office/drawing/2014/main" id="{6FF5169B-F7C7-6FED-D1C3-DB2CECF895A8}"/>
              </a:ext>
            </a:extLst>
          </p:cNvPr>
          <p:cNvGrpSpPr/>
          <p:nvPr/>
        </p:nvGrpSpPr>
        <p:grpSpPr>
          <a:xfrm>
            <a:off x="6054781" y="1876425"/>
            <a:ext cx="2616199" cy="2305057"/>
            <a:chOff x="2567335" y="1876425"/>
            <a:chExt cx="1918585" cy="2305057"/>
          </a:xfrm>
        </p:grpSpPr>
        <p:sp>
          <p:nvSpPr>
            <p:cNvPr id="37" name="Shape 1">
              <a:extLst>
                <a:ext uri="{FF2B5EF4-FFF2-40B4-BE49-F238E27FC236}">
                  <a16:creationId xmlns:a16="http://schemas.microsoft.com/office/drawing/2014/main" id="{0C034FD3-252A-4C2C-3304-0355414D1F48}"/>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8" name="Shape 2">
              <a:extLst>
                <a:ext uri="{FF2B5EF4-FFF2-40B4-BE49-F238E27FC236}">
                  <a16:creationId xmlns:a16="http://schemas.microsoft.com/office/drawing/2014/main" id="{FA928A6E-252E-81B7-2719-10A05DA07FF7}"/>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9" name="Text 3">
            <a:extLst>
              <a:ext uri="{FF2B5EF4-FFF2-40B4-BE49-F238E27FC236}">
                <a16:creationId xmlns:a16="http://schemas.microsoft.com/office/drawing/2014/main" id="{9A35030E-4095-EFD0-9CC4-A4358766DAC0}"/>
              </a:ext>
            </a:extLst>
          </p:cNvPr>
          <p:cNvSpPr/>
          <p:nvPr/>
        </p:nvSpPr>
        <p:spPr>
          <a:xfrm>
            <a:off x="6245312" y="2132099"/>
            <a:ext cx="2256893" cy="267185"/>
          </a:xfrm>
          <a:prstGeom prst="rect">
            <a:avLst/>
          </a:prstGeom>
          <a:noFill/>
          <a:ln/>
        </p:spPr>
        <p:txBody>
          <a:bodyPr wrap="square" lIns="0" tIns="0" rIns="0" bIns="0" rtlCol="0" anchor="t"/>
          <a:lstStyle/>
          <a:p>
            <a:r>
              <a:rPr lang="en-US" kern="0" spc="-50" dirty="0">
                <a:solidFill>
                  <a:srgbClr val="277AFF"/>
                </a:solidFill>
                <a:latin typeface="Manrope" pitchFamily="34" charset="0"/>
              </a:rPr>
              <a:t>3</a:t>
            </a:r>
            <a:endParaRPr lang="en-US" sz="1800" dirty="0"/>
          </a:p>
        </p:txBody>
      </p:sp>
      <p:sp>
        <p:nvSpPr>
          <p:cNvPr id="40" name="Text 12">
            <a:extLst>
              <a:ext uri="{FF2B5EF4-FFF2-40B4-BE49-F238E27FC236}">
                <a16:creationId xmlns:a16="http://schemas.microsoft.com/office/drawing/2014/main" id="{55EF73D4-2571-6E4C-7034-9EBF06C9F723}"/>
              </a:ext>
            </a:extLst>
          </p:cNvPr>
          <p:cNvSpPr/>
          <p:nvPr/>
        </p:nvSpPr>
        <p:spPr>
          <a:xfrm>
            <a:off x="6245312"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41" name="Text 12">
            <a:extLst>
              <a:ext uri="{FF2B5EF4-FFF2-40B4-BE49-F238E27FC236}">
                <a16:creationId xmlns:a16="http://schemas.microsoft.com/office/drawing/2014/main" id="{53339E94-DC28-83E2-1D8A-7EBF2FC1E7C5}"/>
              </a:ext>
            </a:extLst>
          </p:cNvPr>
          <p:cNvSpPr/>
          <p:nvPr/>
        </p:nvSpPr>
        <p:spPr>
          <a:xfrm>
            <a:off x="6245312"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2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500"/>
                                        <p:tgtEl>
                                          <p:spTgt spid="33"/>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nodeType="withEffect">
                                  <p:stCondLst>
                                    <p:cond delay="40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500"/>
                                        <p:tgtEl>
                                          <p:spTgt spid="36"/>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40"/>
                                        </p:tgtEl>
                                        <p:attrNameLst>
                                          <p:attrName>style.visibility</p:attrName>
                                        </p:attrNameLst>
                                      </p:cBhvr>
                                      <p:to>
                                        <p:strVal val="visible"/>
                                      </p:to>
                                    </p:set>
                                    <p:animEffect transition="in" filter="fade">
                                      <p:cBhvr>
                                        <p:cTn id="40" dur="500"/>
                                        <p:tgtEl>
                                          <p:spTgt spid="40"/>
                                        </p:tgtEl>
                                      </p:cBhvr>
                                    </p:animEffect>
                                  </p:childTnLst>
                                </p:cTn>
                              </p:par>
                              <p:par>
                                <p:cTn id="41" presetID="10" presetClass="entr" presetSubtype="0" fill="hold" grpId="0" nodeType="withEffect">
                                  <p:stCondLst>
                                    <p:cond delay="40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1" grpId="0" animBg="1"/>
      <p:bldP spid="22" grpId="0" animBg="1"/>
      <p:bldP spid="23" grpId="0" animBg="1"/>
      <p:bldP spid="33" grpId="0" animBg="1"/>
      <p:bldP spid="34" grpId="0" animBg="1"/>
      <p:bldP spid="35" grpId="0" animBg="1"/>
      <p:bldP spid="39"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pic>
        <p:nvPicPr>
          <p:cNvPr id="5" name="Image 1" descr="preencoded.png"/>
          <p:cNvPicPr>
            <a:picLocks noChangeAspect="1"/>
          </p:cNvPicPr>
          <p:nvPr/>
        </p:nvPicPr>
        <p:blipFill>
          <a:blip r:embed="rId4"/>
          <a:srcRect/>
          <a:stretch/>
        </p:blipFill>
        <p:spPr>
          <a:xfrm>
            <a:off x="476250" y="1552575"/>
            <a:ext cx="8191500" cy="2724150"/>
          </a:xfrm>
          <a:prstGeom prst="rect">
            <a:avLst/>
          </a:prstGeom>
        </p:spPr>
      </p:pic>
      <p:sp>
        <p:nvSpPr>
          <p:cNvPr id="6" name="Text 2"/>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600200"/>
            <a:ext cx="8191500" cy="25241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
        <p:nvSpPr>
          <p:cNvPr id="11" name="Shape 1">
            <a:extLst>
              <a:ext uri="{FF2B5EF4-FFF2-40B4-BE49-F238E27FC236}">
                <a16:creationId xmlns:a16="http://schemas.microsoft.com/office/drawing/2014/main" id="{95AB43EE-88E7-FB2B-F520-CDD526E97239}"/>
              </a:ext>
            </a:extLst>
          </p:cNvPr>
          <p:cNvSpPr/>
          <p:nvPr/>
        </p:nvSpPr>
        <p:spPr>
          <a:xfrm>
            <a:off x="476250" y="1876425"/>
            <a:ext cx="8191500" cy="2295525"/>
          </a:xfrm>
          <a:prstGeom prst="rect">
            <a:avLst/>
          </a:prstGeom>
          <a:noFill/>
          <a:ln/>
        </p:spPr>
        <p:txBody>
          <a:bodyPr/>
          <a:lstStyle/>
          <a:p>
            <a:endParaRPr lang="en-IT"/>
          </a:p>
        </p:txBody>
      </p:sp>
      <p:grpSp>
        <p:nvGrpSpPr>
          <p:cNvPr id="12" name="Group 11">
            <a:extLst>
              <a:ext uri="{FF2B5EF4-FFF2-40B4-BE49-F238E27FC236}">
                <a16:creationId xmlns:a16="http://schemas.microsoft.com/office/drawing/2014/main" id="{6EAC099B-34C9-F97F-4B45-F894D6A1EA24}"/>
              </a:ext>
            </a:extLst>
          </p:cNvPr>
          <p:cNvGrpSpPr/>
          <p:nvPr/>
        </p:nvGrpSpPr>
        <p:grpSpPr>
          <a:xfrm>
            <a:off x="2567335" y="1876425"/>
            <a:ext cx="1918585" cy="2305057"/>
            <a:chOff x="2567335" y="1876425"/>
            <a:chExt cx="1918585" cy="2305057"/>
          </a:xfrm>
        </p:grpSpPr>
        <p:sp>
          <p:nvSpPr>
            <p:cNvPr id="13" name="Shape 1">
              <a:extLst>
                <a:ext uri="{FF2B5EF4-FFF2-40B4-BE49-F238E27FC236}">
                  <a16:creationId xmlns:a16="http://schemas.microsoft.com/office/drawing/2014/main" id="{14C4906F-3CA1-8833-2AEC-F32F538168C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4" name="Shape 2">
              <a:extLst>
                <a:ext uri="{FF2B5EF4-FFF2-40B4-BE49-F238E27FC236}">
                  <a16:creationId xmlns:a16="http://schemas.microsoft.com/office/drawing/2014/main" id="{FEC16173-4EE0-D43D-0FA2-132AD152A0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5" name="Group 14">
            <a:extLst>
              <a:ext uri="{FF2B5EF4-FFF2-40B4-BE49-F238E27FC236}">
                <a16:creationId xmlns:a16="http://schemas.microsoft.com/office/drawing/2014/main" id="{0FAA16ED-7C66-9684-1375-6D0E778FF365}"/>
              </a:ext>
            </a:extLst>
          </p:cNvPr>
          <p:cNvGrpSpPr/>
          <p:nvPr/>
        </p:nvGrpSpPr>
        <p:grpSpPr>
          <a:xfrm>
            <a:off x="476250" y="1876425"/>
            <a:ext cx="1918585" cy="2305057"/>
            <a:chOff x="2567335" y="1876425"/>
            <a:chExt cx="1918585" cy="2305057"/>
          </a:xfrm>
        </p:grpSpPr>
        <p:sp>
          <p:nvSpPr>
            <p:cNvPr id="16" name="Shape 1">
              <a:extLst>
                <a:ext uri="{FF2B5EF4-FFF2-40B4-BE49-F238E27FC236}">
                  <a16:creationId xmlns:a16="http://schemas.microsoft.com/office/drawing/2014/main" id="{63A1233F-875D-2825-3687-30B28E79E2D7}"/>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7" name="Shape 2">
              <a:extLst>
                <a:ext uri="{FF2B5EF4-FFF2-40B4-BE49-F238E27FC236}">
                  <a16:creationId xmlns:a16="http://schemas.microsoft.com/office/drawing/2014/main" id="{F43B5E28-0AF1-F27A-B959-F975C26D9445}"/>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8" name="Group 17">
            <a:extLst>
              <a:ext uri="{FF2B5EF4-FFF2-40B4-BE49-F238E27FC236}">
                <a16:creationId xmlns:a16="http://schemas.microsoft.com/office/drawing/2014/main" id="{E64B804A-C2F4-FC12-12F2-457E4F24FBCB}"/>
              </a:ext>
            </a:extLst>
          </p:cNvPr>
          <p:cNvGrpSpPr/>
          <p:nvPr/>
        </p:nvGrpSpPr>
        <p:grpSpPr>
          <a:xfrm>
            <a:off x="4661381" y="1876425"/>
            <a:ext cx="1918585" cy="2305057"/>
            <a:chOff x="2567335" y="1876425"/>
            <a:chExt cx="1918585" cy="2305057"/>
          </a:xfrm>
        </p:grpSpPr>
        <p:sp>
          <p:nvSpPr>
            <p:cNvPr id="19" name="Shape 1">
              <a:extLst>
                <a:ext uri="{FF2B5EF4-FFF2-40B4-BE49-F238E27FC236}">
                  <a16:creationId xmlns:a16="http://schemas.microsoft.com/office/drawing/2014/main" id="{B8ED48E5-57E9-0A3B-261E-AFC61D37FB58}"/>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0" name="Shape 2">
              <a:extLst>
                <a:ext uri="{FF2B5EF4-FFF2-40B4-BE49-F238E27FC236}">
                  <a16:creationId xmlns:a16="http://schemas.microsoft.com/office/drawing/2014/main" id="{B344E619-1C92-1D9B-B130-CDFA8070B36C}"/>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21" name="Group 20">
            <a:extLst>
              <a:ext uri="{FF2B5EF4-FFF2-40B4-BE49-F238E27FC236}">
                <a16:creationId xmlns:a16="http://schemas.microsoft.com/office/drawing/2014/main" id="{F9AD956F-7465-7C11-26D8-F1DC94EE9142}"/>
              </a:ext>
            </a:extLst>
          </p:cNvPr>
          <p:cNvGrpSpPr/>
          <p:nvPr/>
        </p:nvGrpSpPr>
        <p:grpSpPr>
          <a:xfrm>
            <a:off x="6748447" y="1876425"/>
            <a:ext cx="1918585" cy="2305057"/>
            <a:chOff x="2567335" y="1876425"/>
            <a:chExt cx="1918585" cy="2305057"/>
          </a:xfrm>
        </p:grpSpPr>
        <p:sp>
          <p:nvSpPr>
            <p:cNvPr id="22" name="Shape 1">
              <a:extLst>
                <a:ext uri="{FF2B5EF4-FFF2-40B4-BE49-F238E27FC236}">
                  <a16:creationId xmlns:a16="http://schemas.microsoft.com/office/drawing/2014/main" id="{001E06DD-4C60-FADE-FEE4-0726B4A1238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3" name="Shape 2">
              <a:extLst>
                <a:ext uri="{FF2B5EF4-FFF2-40B4-BE49-F238E27FC236}">
                  <a16:creationId xmlns:a16="http://schemas.microsoft.com/office/drawing/2014/main" id="{6078C709-626D-4993-FCE0-F807C7F3FF0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8" name="Text 12">
            <a:extLst>
              <a:ext uri="{FF2B5EF4-FFF2-40B4-BE49-F238E27FC236}">
                <a16:creationId xmlns:a16="http://schemas.microsoft.com/office/drawing/2014/main" id="{7DD125D2-2EB8-A977-C6D6-F06ACD50D455}"/>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9" name="Text 12">
            <a:extLst>
              <a:ext uri="{FF2B5EF4-FFF2-40B4-BE49-F238E27FC236}">
                <a16:creationId xmlns:a16="http://schemas.microsoft.com/office/drawing/2014/main" id="{332C0626-0260-D524-3E18-CC5E122AB128}"/>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0" name="Text 12">
            <a:extLst>
              <a:ext uri="{FF2B5EF4-FFF2-40B4-BE49-F238E27FC236}">
                <a16:creationId xmlns:a16="http://schemas.microsoft.com/office/drawing/2014/main" id="{F5685277-D801-5FE0-8FC1-4032C84754B6}"/>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1" name="Text 12">
            <a:extLst>
              <a:ext uri="{FF2B5EF4-FFF2-40B4-BE49-F238E27FC236}">
                <a16:creationId xmlns:a16="http://schemas.microsoft.com/office/drawing/2014/main" id="{0EDFCFD5-2845-AD69-48AF-96487CB423DE}"/>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2" name="Text 12">
            <a:extLst>
              <a:ext uri="{FF2B5EF4-FFF2-40B4-BE49-F238E27FC236}">
                <a16:creationId xmlns:a16="http://schemas.microsoft.com/office/drawing/2014/main" id="{B0912BED-4B9E-7414-4958-1668104F0982}"/>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33" name="Text 12">
            <a:extLst>
              <a:ext uri="{FF2B5EF4-FFF2-40B4-BE49-F238E27FC236}">
                <a16:creationId xmlns:a16="http://schemas.microsoft.com/office/drawing/2014/main" id="{D753ACD9-D3FE-4247-88EB-01BC6B5DAC1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Give</a:t>
            </a:r>
            <a:endParaRPr lang="en-US" sz="1280" dirty="0">
              <a:latin typeface="Manrope" pitchFamily="2" charset="0"/>
            </a:endParaRPr>
          </a:p>
        </p:txBody>
      </p:sp>
      <p:sp>
        <p:nvSpPr>
          <p:cNvPr id="34" name="Text 12">
            <a:extLst>
              <a:ext uri="{FF2B5EF4-FFF2-40B4-BE49-F238E27FC236}">
                <a16:creationId xmlns:a16="http://schemas.microsoft.com/office/drawing/2014/main" id="{3B37E0D5-60B6-25E4-5ECB-2C80DCBC7236}"/>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Get</a:t>
            </a:r>
            <a:endParaRPr lang="en-US" sz="1280" dirty="0">
              <a:latin typeface="Manrope" pitchFamily="2" charset="0"/>
            </a:endParaRPr>
          </a:p>
        </p:txBody>
      </p:sp>
      <p:sp>
        <p:nvSpPr>
          <p:cNvPr id="35" name="Text 12">
            <a:extLst>
              <a:ext uri="{FF2B5EF4-FFF2-40B4-BE49-F238E27FC236}">
                <a16:creationId xmlns:a16="http://schemas.microsoft.com/office/drawing/2014/main" id="{93BEBAE2-064A-3135-2A04-6A706852016B}"/>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KPIs</a:t>
            </a:r>
            <a:endParaRPr lang="en-US" sz="1280" dirty="0">
              <a:latin typeface="Manrope" pitchFamily="2" charset="0"/>
            </a:endParaRPr>
          </a:p>
        </p:txBody>
      </p:sp>
      <p:pic>
        <p:nvPicPr>
          <p:cNvPr id="26" name="Graphic 25">
            <a:extLst>
              <a:ext uri="{FF2B5EF4-FFF2-40B4-BE49-F238E27FC236}">
                <a16:creationId xmlns:a16="http://schemas.microsoft.com/office/drawing/2014/main" id="{7C155289-BB85-548D-302C-75C533B1CA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9750" y="1640260"/>
            <a:ext cx="582978" cy="586839"/>
          </a:xfrm>
          <a:prstGeom prst="rect">
            <a:avLst/>
          </a:prstGeom>
        </p:spPr>
      </p:pic>
      <p:pic>
        <p:nvPicPr>
          <p:cNvPr id="37" name="Graphic 36">
            <a:extLst>
              <a:ext uri="{FF2B5EF4-FFF2-40B4-BE49-F238E27FC236}">
                <a16:creationId xmlns:a16="http://schemas.microsoft.com/office/drawing/2014/main" id="{132D71BF-906D-3314-E860-B86ADCECEC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762662" y="1704385"/>
            <a:ext cx="581616" cy="581616"/>
          </a:xfrm>
          <a:prstGeom prst="rect">
            <a:avLst/>
          </a:prstGeom>
        </p:spPr>
      </p:pic>
      <p:pic>
        <p:nvPicPr>
          <p:cNvPr id="40" name="Graphic 39">
            <a:extLst>
              <a:ext uri="{FF2B5EF4-FFF2-40B4-BE49-F238E27FC236}">
                <a16:creationId xmlns:a16="http://schemas.microsoft.com/office/drawing/2014/main" id="{CE182398-52D7-A37A-2427-5FF82A0E60C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3355" y="1741619"/>
            <a:ext cx="570848" cy="574628"/>
          </a:xfrm>
          <a:prstGeom prst="rect">
            <a:avLst/>
          </a:prstGeom>
        </p:spPr>
      </p:pic>
      <p:pic>
        <p:nvPicPr>
          <p:cNvPr id="43" name="Graphic 42">
            <a:extLst>
              <a:ext uri="{FF2B5EF4-FFF2-40B4-BE49-F238E27FC236}">
                <a16:creationId xmlns:a16="http://schemas.microsoft.com/office/drawing/2014/main" id="{82E34B89-98C4-8E6F-0F4A-9B5F8C9C492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939222" y="1700281"/>
            <a:ext cx="585719" cy="58571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476750" y="476250"/>
            <a:ext cx="1838325" cy="1166813"/>
          </a:xfrm>
          <a:prstGeom prst="rect">
            <a:avLst/>
          </a:prstGeom>
          <a:noFill/>
          <a:ln/>
        </p:spPr>
        <p:txBody>
          <a:bodyPr/>
          <a:lstStyle/>
          <a:p>
            <a:endParaRPr lang="en-IT"/>
          </a:p>
        </p:txBody>
      </p:sp>
      <p:sp>
        <p:nvSpPr>
          <p:cNvPr id="3" name="Text 1"/>
          <p:cNvSpPr/>
          <p:nvPr/>
        </p:nvSpPr>
        <p:spPr>
          <a:xfrm>
            <a:off x="4476750"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61%</a:t>
            </a:r>
            <a:endParaRPr lang="en-US" sz="5130" dirty="0"/>
          </a:p>
        </p:txBody>
      </p:sp>
      <p:sp>
        <p:nvSpPr>
          <p:cNvPr id="4" name="Text 2"/>
          <p:cNvSpPr/>
          <p:nvPr/>
        </p:nvSpPr>
        <p:spPr>
          <a:xfrm>
            <a:off x="4476750"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5" name="Shape 3"/>
          <p:cNvSpPr/>
          <p:nvPr/>
        </p:nvSpPr>
        <p:spPr>
          <a:xfrm>
            <a:off x="4476750" y="1771650"/>
            <a:ext cx="1838325" cy="1166813"/>
          </a:xfrm>
          <a:prstGeom prst="rect">
            <a:avLst/>
          </a:prstGeom>
          <a:noFill/>
          <a:ln/>
        </p:spPr>
        <p:txBody>
          <a:bodyPr/>
          <a:lstStyle/>
          <a:p>
            <a:endParaRPr lang="en-IT"/>
          </a:p>
        </p:txBody>
      </p:sp>
      <p:sp>
        <p:nvSpPr>
          <p:cNvPr id="6" name="Text 4"/>
          <p:cNvSpPr/>
          <p:nvPr/>
        </p:nvSpPr>
        <p:spPr>
          <a:xfrm>
            <a:off x="4476750"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35%</a:t>
            </a:r>
            <a:endParaRPr lang="en-US" sz="5130" dirty="0"/>
          </a:p>
        </p:txBody>
      </p:sp>
      <p:sp>
        <p:nvSpPr>
          <p:cNvPr id="7" name="Text 5"/>
          <p:cNvSpPr/>
          <p:nvPr/>
        </p:nvSpPr>
        <p:spPr>
          <a:xfrm>
            <a:off x="4476750"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8" name="Shape 6"/>
          <p:cNvSpPr/>
          <p:nvPr/>
        </p:nvSpPr>
        <p:spPr>
          <a:xfrm>
            <a:off x="4476750" y="3067050"/>
            <a:ext cx="1838325" cy="1166813"/>
          </a:xfrm>
          <a:prstGeom prst="rect">
            <a:avLst/>
          </a:prstGeom>
          <a:noFill/>
          <a:ln/>
        </p:spPr>
        <p:txBody>
          <a:bodyPr/>
          <a:lstStyle/>
          <a:p>
            <a:endParaRPr lang="en-IT"/>
          </a:p>
        </p:txBody>
      </p:sp>
      <p:sp>
        <p:nvSpPr>
          <p:cNvPr id="9" name="Text 7"/>
          <p:cNvSpPr/>
          <p:nvPr/>
        </p:nvSpPr>
        <p:spPr>
          <a:xfrm>
            <a:off x="4476750"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11%</a:t>
            </a:r>
            <a:endParaRPr lang="en-US" sz="5130" dirty="0"/>
          </a:p>
        </p:txBody>
      </p:sp>
      <p:sp>
        <p:nvSpPr>
          <p:cNvPr id="10" name="Text 8"/>
          <p:cNvSpPr/>
          <p:nvPr/>
        </p:nvSpPr>
        <p:spPr>
          <a:xfrm>
            <a:off x="4476750"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1" name="Shape 9"/>
          <p:cNvSpPr/>
          <p:nvPr/>
        </p:nvSpPr>
        <p:spPr>
          <a:xfrm>
            <a:off x="6853238" y="476250"/>
            <a:ext cx="1838325" cy="1166813"/>
          </a:xfrm>
          <a:prstGeom prst="rect">
            <a:avLst/>
          </a:prstGeom>
          <a:noFill/>
          <a:ln/>
        </p:spPr>
        <p:txBody>
          <a:bodyPr/>
          <a:lstStyle/>
          <a:p>
            <a:endParaRPr lang="en-IT"/>
          </a:p>
        </p:txBody>
      </p:sp>
      <p:sp>
        <p:nvSpPr>
          <p:cNvPr id="12" name="Text 10"/>
          <p:cNvSpPr/>
          <p:nvPr/>
        </p:nvSpPr>
        <p:spPr>
          <a:xfrm>
            <a:off x="6853238"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54%</a:t>
            </a:r>
            <a:endParaRPr lang="en-US" sz="5130" dirty="0"/>
          </a:p>
        </p:txBody>
      </p:sp>
      <p:sp>
        <p:nvSpPr>
          <p:cNvPr id="13" name="Text 11"/>
          <p:cNvSpPr/>
          <p:nvPr/>
        </p:nvSpPr>
        <p:spPr>
          <a:xfrm>
            <a:off x="6853238"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4" name="Shape 12"/>
          <p:cNvSpPr/>
          <p:nvPr/>
        </p:nvSpPr>
        <p:spPr>
          <a:xfrm>
            <a:off x="6853238" y="1771650"/>
            <a:ext cx="1838325" cy="1166813"/>
          </a:xfrm>
          <a:prstGeom prst="rect">
            <a:avLst/>
          </a:prstGeom>
          <a:noFill/>
          <a:ln/>
        </p:spPr>
        <p:txBody>
          <a:bodyPr/>
          <a:lstStyle/>
          <a:p>
            <a:endParaRPr lang="en-IT"/>
          </a:p>
        </p:txBody>
      </p:sp>
      <p:sp>
        <p:nvSpPr>
          <p:cNvPr id="15" name="Text 13"/>
          <p:cNvSpPr/>
          <p:nvPr/>
        </p:nvSpPr>
        <p:spPr>
          <a:xfrm>
            <a:off x="6853238"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17%</a:t>
            </a:r>
            <a:endParaRPr lang="en-US" sz="5130" dirty="0"/>
          </a:p>
        </p:txBody>
      </p:sp>
      <p:sp>
        <p:nvSpPr>
          <p:cNvPr id="16" name="Text 14"/>
          <p:cNvSpPr/>
          <p:nvPr/>
        </p:nvSpPr>
        <p:spPr>
          <a:xfrm>
            <a:off x="6853238"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7" name="Shape 15"/>
          <p:cNvSpPr/>
          <p:nvPr/>
        </p:nvSpPr>
        <p:spPr>
          <a:xfrm>
            <a:off x="6853238" y="3067050"/>
            <a:ext cx="1838325" cy="1166813"/>
          </a:xfrm>
          <a:prstGeom prst="rect">
            <a:avLst/>
          </a:prstGeom>
          <a:noFill/>
          <a:ln/>
        </p:spPr>
        <p:txBody>
          <a:bodyPr/>
          <a:lstStyle/>
          <a:p>
            <a:endParaRPr lang="en-IT"/>
          </a:p>
        </p:txBody>
      </p:sp>
      <p:sp>
        <p:nvSpPr>
          <p:cNvPr id="18" name="Text 16"/>
          <p:cNvSpPr/>
          <p:nvPr/>
        </p:nvSpPr>
        <p:spPr>
          <a:xfrm>
            <a:off x="6853238"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94%</a:t>
            </a:r>
            <a:endParaRPr lang="en-US" sz="5130" dirty="0"/>
          </a:p>
        </p:txBody>
      </p:sp>
      <p:sp>
        <p:nvSpPr>
          <p:cNvPr id="19" name="Text 17"/>
          <p:cNvSpPr/>
          <p:nvPr/>
        </p:nvSpPr>
        <p:spPr>
          <a:xfrm>
            <a:off x="6853238"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20" name="Text 18"/>
          <p:cNvSpPr/>
          <p:nvPr/>
        </p:nvSpPr>
        <p:spPr>
          <a:xfrm>
            <a:off x="476250" y="476250"/>
            <a:ext cx="3404374" cy="34671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21"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22" name="Text 19"/>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49"/>
            <a:ext cx="3162300" cy="287927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4319588" y="457200"/>
            <a:ext cx="140970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36%</a:t>
            </a:r>
            <a:endParaRPr lang="en-US" sz="5130" dirty="0"/>
          </a:p>
        </p:txBody>
      </p:sp>
      <p:sp>
        <p:nvSpPr>
          <p:cNvPr id="6" name="Text 3"/>
          <p:cNvSpPr/>
          <p:nvPr/>
        </p:nvSpPr>
        <p:spPr>
          <a:xfrm>
            <a:off x="4319588" y="2090738"/>
            <a:ext cx="142875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56%</a:t>
            </a:r>
            <a:endParaRPr lang="en-US" sz="5130" dirty="0"/>
          </a:p>
        </p:txBody>
      </p:sp>
      <p:sp>
        <p:nvSpPr>
          <p:cNvPr id="7" name="Text 4"/>
          <p:cNvSpPr/>
          <p:nvPr/>
        </p:nvSpPr>
        <p:spPr>
          <a:xfrm>
            <a:off x="6096000" y="2090737"/>
            <a:ext cx="2657475" cy="1705655"/>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
        <p:nvSpPr>
          <p:cNvPr id="8" name="Text 5"/>
          <p:cNvSpPr/>
          <p:nvPr/>
        </p:nvSpPr>
        <p:spPr>
          <a:xfrm>
            <a:off x="6096000" y="476249"/>
            <a:ext cx="2657475" cy="1450521"/>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8" name="Text 3"/>
          <p:cNvSpPr/>
          <p:nvPr/>
        </p:nvSpPr>
        <p:spPr>
          <a:xfrm>
            <a:off x="485775" y="476249"/>
            <a:ext cx="3057525" cy="3099707"/>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p:graphicFrame>
        <p:nvGraphicFramePr>
          <p:cNvPr id="12" name="Chart 11">
            <a:extLst>
              <a:ext uri="{FF2B5EF4-FFF2-40B4-BE49-F238E27FC236}">
                <a16:creationId xmlns:a16="http://schemas.microsoft.com/office/drawing/2014/main" id="{3D96D808-801B-8587-FE8B-986DE2FDF079}"/>
              </a:ext>
            </a:extLst>
          </p:cNvPr>
          <p:cNvGraphicFramePr/>
          <p:nvPr>
            <p:extLst>
              <p:ext uri="{D42A27DB-BD31-4B8C-83A1-F6EECF244321}">
                <p14:modId xmlns:p14="http://schemas.microsoft.com/office/powerpoint/2010/main" val="699708362"/>
              </p:ext>
            </p:extLst>
          </p:nvPr>
        </p:nvGraphicFramePr>
        <p:xfrm>
          <a:off x="3648456" y="333375"/>
          <a:ext cx="5303520" cy="4064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9" name="Text 4"/>
          <p:cNvSpPr/>
          <p:nvPr/>
        </p:nvSpPr>
        <p:spPr>
          <a:xfrm>
            <a:off x="485775" y="476250"/>
            <a:ext cx="3147332" cy="28956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mc:AlternateContent xmlns:mc="http://schemas.openxmlformats.org/markup-compatibility/2006" xmlns:cx1="http://schemas.microsoft.com/office/drawing/2015/9/8/chartex">
        <mc:Choice Requires="cx1">
          <p:graphicFrame>
            <p:nvGraphicFramePr>
              <p:cNvPr id="32" name="Chart 31">
                <a:extLst>
                  <a:ext uri="{FF2B5EF4-FFF2-40B4-BE49-F238E27FC236}">
                    <a16:creationId xmlns:a16="http://schemas.microsoft.com/office/drawing/2014/main" id="{E14EDF3C-8CDD-D73D-FEEE-A0B0BCF7A880}"/>
                  </a:ext>
                </a:extLst>
              </p:cNvPr>
              <p:cNvGraphicFramePr/>
              <p:nvPr>
                <p:extLst>
                  <p:ext uri="{D42A27DB-BD31-4B8C-83A1-F6EECF244321}">
                    <p14:modId xmlns:p14="http://schemas.microsoft.com/office/powerpoint/2010/main" val="2983576614"/>
                  </p:ext>
                </p:extLst>
              </p:nvPr>
            </p:nvGraphicFramePr>
            <p:xfrm>
              <a:off x="3840996" y="476250"/>
              <a:ext cx="5050020" cy="3858006"/>
            </p:xfrm>
            <a:graphic>
              <a:graphicData uri="http://schemas.microsoft.com/office/drawing/2014/chartex">
                <cx:chart xmlns:cx="http://schemas.microsoft.com/office/drawing/2014/chartex" xmlns:r="http://schemas.openxmlformats.org/officeDocument/2006/relationships" r:id="rId4"/>
              </a:graphicData>
            </a:graphic>
          </p:graphicFrame>
        </mc:Choice>
        <mc:Fallback xmlns="">
          <p:pic>
            <p:nvPicPr>
              <p:cNvPr id="32" name="Chart 31">
                <a:extLst>
                  <a:ext uri="{FF2B5EF4-FFF2-40B4-BE49-F238E27FC236}">
                    <a16:creationId xmlns:a16="http://schemas.microsoft.com/office/drawing/2014/main" id="{E14EDF3C-8CDD-D73D-FEEE-A0B0BCF7A880}"/>
                  </a:ext>
                </a:extLst>
              </p:cNvPr>
              <p:cNvPicPr>
                <a:picLocks noGrp="1" noRot="1" noChangeAspect="1" noMove="1" noResize="1" noEditPoints="1" noAdjustHandles="1" noChangeArrowheads="1" noChangeShapeType="1"/>
              </p:cNvPicPr>
              <p:nvPr/>
            </p:nvPicPr>
            <p:blipFill>
              <a:blip r:embed="rId5"/>
              <a:stretch>
                <a:fillRect/>
              </a:stretch>
            </p:blipFill>
            <p:spPr>
              <a:xfrm>
                <a:off x="3840996" y="476250"/>
                <a:ext cx="5050020" cy="3858006"/>
              </a:xfrm>
              <a:prstGeom prst="rect">
                <a:avLst/>
              </a:prstGeom>
            </p:spPr>
          </p:pic>
        </mc:Fallback>
      </mc:AlternateContent>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843337" cy="13335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504824" y="3011294"/>
            <a:ext cx="187642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6" name="Text 3"/>
          <p:cNvSpPr/>
          <p:nvPr/>
        </p:nvSpPr>
        <p:spPr>
          <a:xfrm>
            <a:off x="495300" y="3333751"/>
            <a:ext cx="1885950"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7" name="Text 4"/>
          <p:cNvSpPr/>
          <p:nvPr/>
        </p:nvSpPr>
        <p:spPr>
          <a:xfrm>
            <a:off x="2652713" y="3025582"/>
            <a:ext cx="18145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8" name="Text 5"/>
          <p:cNvSpPr/>
          <p:nvPr/>
        </p:nvSpPr>
        <p:spPr>
          <a:xfrm>
            <a:off x="2652713" y="3348039"/>
            <a:ext cx="1814513"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9" name="Text 6"/>
          <p:cNvSpPr/>
          <p:nvPr/>
        </p:nvSpPr>
        <p:spPr>
          <a:xfrm>
            <a:off x="4819650" y="987231"/>
            <a:ext cx="16668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0" name="Text 7"/>
          <p:cNvSpPr/>
          <p:nvPr/>
        </p:nvSpPr>
        <p:spPr>
          <a:xfrm>
            <a:off x="4819650" y="1309689"/>
            <a:ext cx="16668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1" name="Text 8"/>
          <p:cNvSpPr/>
          <p:nvPr/>
        </p:nvSpPr>
        <p:spPr>
          <a:xfrm>
            <a:off x="6986588" y="987231"/>
            <a:ext cx="1666874"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6986588" y="1309689"/>
            <a:ext cx="17049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Shape 10"/>
          <p:cNvSpPr/>
          <p:nvPr/>
        </p:nvSpPr>
        <p:spPr>
          <a:xfrm>
            <a:off x="495300" y="2124075"/>
            <a:ext cx="8648700" cy="657225"/>
          </a:xfrm>
          <a:prstGeom prst="rect">
            <a:avLst/>
          </a:prstGeom>
          <a:noFill/>
          <a:ln/>
        </p:spPr>
        <p:txBody>
          <a:bodyPr/>
          <a:lstStyle/>
          <a:p>
            <a:endParaRPr lang="en-IT"/>
          </a:p>
        </p:txBody>
      </p:sp>
      <p:sp>
        <p:nvSpPr>
          <p:cNvPr id="14" name="Shape 11"/>
          <p:cNvSpPr/>
          <p:nvPr/>
        </p:nvSpPr>
        <p:spPr>
          <a:xfrm>
            <a:off x="495300" y="2124075"/>
            <a:ext cx="2162175" cy="657225"/>
          </a:xfrm>
          <a:prstGeom prst="rect">
            <a:avLst/>
          </a:prstGeom>
          <a:solidFill>
            <a:srgbClr val="277AFF">
              <a:alpha val="40000"/>
            </a:srgbClr>
          </a:solidFill>
          <a:ln/>
        </p:spPr>
        <p:txBody>
          <a:bodyPr/>
          <a:lstStyle/>
          <a:p>
            <a:endParaRPr lang="en-IT"/>
          </a:p>
        </p:txBody>
      </p:sp>
      <p:sp>
        <p:nvSpPr>
          <p:cNvPr id="15" name="Shape 12"/>
          <p:cNvSpPr/>
          <p:nvPr/>
        </p:nvSpPr>
        <p:spPr>
          <a:xfrm>
            <a:off x="2657475" y="2124075"/>
            <a:ext cx="2162175" cy="657225"/>
          </a:xfrm>
          <a:prstGeom prst="rect">
            <a:avLst/>
          </a:prstGeom>
          <a:solidFill>
            <a:srgbClr val="277AFF">
              <a:alpha val="60000"/>
            </a:srgbClr>
          </a:solidFill>
          <a:ln/>
        </p:spPr>
        <p:txBody>
          <a:bodyPr/>
          <a:lstStyle/>
          <a:p>
            <a:endParaRPr lang="en-IT"/>
          </a:p>
        </p:txBody>
      </p:sp>
      <p:sp>
        <p:nvSpPr>
          <p:cNvPr id="16" name="Shape 13"/>
          <p:cNvSpPr/>
          <p:nvPr/>
        </p:nvSpPr>
        <p:spPr>
          <a:xfrm>
            <a:off x="4819650" y="2124075"/>
            <a:ext cx="2162175" cy="657225"/>
          </a:xfrm>
          <a:prstGeom prst="rect">
            <a:avLst/>
          </a:prstGeom>
          <a:solidFill>
            <a:srgbClr val="277AFF">
              <a:alpha val="80000"/>
            </a:srgbClr>
          </a:solidFill>
          <a:ln/>
        </p:spPr>
        <p:txBody>
          <a:bodyPr/>
          <a:lstStyle/>
          <a:p>
            <a:endParaRPr lang="en-IT"/>
          </a:p>
        </p:txBody>
      </p:sp>
      <p:sp>
        <p:nvSpPr>
          <p:cNvPr id="17" name="Shape 14"/>
          <p:cNvSpPr/>
          <p:nvPr/>
        </p:nvSpPr>
        <p:spPr>
          <a:xfrm>
            <a:off x="6981825" y="2124075"/>
            <a:ext cx="2162175" cy="657225"/>
          </a:xfrm>
          <a:prstGeom prst="rect">
            <a:avLst/>
          </a:prstGeom>
          <a:solidFill>
            <a:srgbClr val="277AFF"/>
          </a:solidFill>
          <a:ln/>
        </p:spPr>
        <p:txBody>
          <a:bodyPr/>
          <a:lstStyle/>
          <a:p>
            <a:endParaRPr lang="en-IT"/>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Shape 2"/>
          <p:cNvSpPr/>
          <p:nvPr/>
        </p:nvSpPr>
        <p:spPr>
          <a:xfrm>
            <a:off x="495300" y="2124075"/>
            <a:ext cx="8648700" cy="657225"/>
          </a:xfrm>
          <a:prstGeom prst="rect">
            <a:avLst/>
          </a:prstGeom>
          <a:noFill/>
          <a:ln/>
        </p:spPr>
        <p:txBody>
          <a:bodyPr/>
          <a:lstStyle/>
          <a:p>
            <a:endParaRPr lang="en-IT"/>
          </a:p>
        </p:txBody>
      </p:sp>
      <p:sp>
        <p:nvSpPr>
          <p:cNvPr id="6" name="Shape 3"/>
          <p:cNvSpPr/>
          <p:nvPr/>
        </p:nvSpPr>
        <p:spPr>
          <a:xfrm>
            <a:off x="495300" y="2124075"/>
            <a:ext cx="1729740" cy="657225"/>
          </a:xfrm>
          <a:prstGeom prst="rect">
            <a:avLst/>
          </a:prstGeom>
          <a:solidFill>
            <a:srgbClr val="277AFF">
              <a:alpha val="20000"/>
            </a:srgbClr>
          </a:solidFill>
          <a:ln/>
        </p:spPr>
        <p:txBody>
          <a:bodyPr/>
          <a:lstStyle/>
          <a:p>
            <a:endParaRPr lang="en-IT"/>
          </a:p>
        </p:txBody>
      </p:sp>
      <p:sp>
        <p:nvSpPr>
          <p:cNvPr id="7" name="Shape 4"/>
          <p:cNvSpPr/>
          <p:nvPr/>
        </p:nvSpPr>
        <p:spPr>
          <a:xfrm>
            <a:off x="2225036" y="2124075"/>
            <a:ext cx="1729740" cy="657225"/>
          </a:xfrm>
          <a:prstGeom prst="rect">
            <a:avLst/>
          </a:prstGeom>
          <a:solidFill>
            <a:srgbClr val="277AFF">
              <a:alpha val="40000"/>
            </a:srgbClr>
          </a:solidFill>
          <a:ln/>
        </p:spPr>
        <p:txBody>
          <a:bodyPr/>
          <a:lstStyle/>
          <a:p>
            <a:endParaRPr lang="en-IT"/>
          </a:p>
        </p:txBody>
      </p:sp>
      <p:sp>
        <p:nvSpPr>
          <p:cNvPr id="8" name="Shape 5"/>
          <p:cNvSpPr/>
          <p:nvPr/>
        </p:nvSpPr>
        <p:spPr>
          <a:xfrm>
            <a:off x="3954773" y="2124075"/>
            <a:ext cx="1729740" cy="657225"/>
          </a:xfrm>
          <a:prstGeom prst="rect">
            <a:avLst/>
          </a:prstGeom>
          <a:solidFill>
            <a:srgbClr val="277AFF">
              <a:alpha val="60000"/>
            </a:srgbClr>
          </a:solidFill>
          <a:ln/>
        </p:spPr>
        <p:txBody>
          <a:bodyPr/>
          <a:lstStyle/>
          <a:p>
            <a:endParaRPr lang="en-IT"/>
          </a:p>
        </p:txBody>
      </p:sp>
      <p:sp>
        <p:nvSpPr>
          <p:cNvPr id="9" name="Shape 6"/>
          <p:cNvSpPr/>
          <p:nvPr/>
        </p:nvSpPr>
        <p:spPr>
          <a:xfrm>
            <a:off x="5684527" y="2124075"/>
            <a:ext cx="1729740" cy="657225"/>
          </a:xfrm>
          <a:prstGeom prst="rect">
            <a:avLst/>
          </a:prstGeom>
          <a:solidFill>
            <a:srgbClr val="277AFF">
              <a:alpha val="80000"/>
            </a:srgbClr>
          </a:solidFill>
          <a:ln/>
        </p:spPr>
        <p:txBody>
          <a:bodyPr/>
          <a:lstStyle/>
          <a:p>
            <a:endParaRPr lang="en-IT"/>
          </a:p>
        </p:txBody>
      </p:sp>
      <p:sp>
        <p:nvSpPr>
          <p:cNvPr id="10" name="Shape 7"/>
          <p:cNvSpPr/>
          <p:nvPr/>
        </p:nvSpPr>
        <p:spPr>
          <a:xfrm>
            <a:off x="7414264" y="2124075"/>
            <a:ext cx="1729740" cy="657225"/>
          </a:xfrm>
          <a:prstGeom prst="rect">
            <a:avLst/>
          </a:prstGeom>
          <a:solidFill>
            <a:srgbClr val="277AFF"/>
          </a:solidFill>
          <a:ln/>
        </p:spPr>
        <p:txBody>
          <a:bodyPr/>
          <a:lstStyle/>
          <a:p>
            <a:endParaRPr lang="en-IT"/>
          </a:p>
        </p:txBody>
      </p:sp>
      <p:sp>
        <p:nvSpPr>
          <p:cNvPr id="11" name="Text 8"/>
          <p:cNvSpPr/>
          <p:nvPr/>
        </p:nvSpPr>
        <p:spPr>
          <a:xfrm>
            <a:off x="514349" y="2993572"/>
            <a:ext cx="1386057"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504825"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Text 10"/>
          <p:cNvSpPr/>
          <p:nvPr/>
        </p:nvSpPr>
        <p:spPr>
          <a:xfrm>
            <a:off x="2224088" y="2993572"/>
            <a:ext cx="121158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4" name="Text 11"/>
          <p:cNvSpPr/>
          <p:nvPr/>
        </p:nvSpPr>
        <p:spPr>
          <a:xfrm>
            <a:off x="2224088"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5" name="Text 12"/>
          <p:cNvSpPr/>
          <p:nvPr/>
        </p:nvSpPr>
        <p:spPr>
          <a:xfrm>
            <a:off x="3952875" y="893310"/>
            <a:ext cx="137636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6" name="Text 13"/>
          <p:cNvSpPr/>
          <p:nvPr/>
        </p:nvSpPr>
        <p:spPr>
          <a:xfrm>
            <a:off x="395287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7" name="Text 14"/>
          <p:cNvSpPr/>
          <p:nvPr/>
        </p:nvSpPr>
        <p:spPr>
          <a:xfrm>
            <a:off x="5686425"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8" name="Text 15"/>
          <p:cNvSpPr/>
          <p:nvPr/>
        </p:nvSpPr>
        <p:spPr>
          <a:xfrm>
            <a:off x="568642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9" name="Text 16"/>
          <p:cNvSpPr/>
          <p:nvPr/>
        </p:nvSpPr>
        <p:spPr>
          <a:xfrm>
            <a:off x="7415213"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20" name="Text 17"/>
          <p:cNvSpPr/>
          <p:nvPr/>
        </p:nvSpPr>
        <p:spPr>
          <a:xfrm>
            <a:off x="7415213"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381500" y="1332701"/>
            <a:ext cx="4286250" cy="22534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381500" y="1635406"/>
            <a:ext cx="4286250" cy="974444"/>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381500" y="2780501"/>
            <a:ext cx="4286250" cy="22663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381500" y="3082465"/>
            <a:ext cx="4286250" cy="97518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85775"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85775" y="1466869"/>
            <a:ext cx="4286250" cy="204860"/>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85775" y="1719966"/>
            <a:ext cx="4286250" cy="8053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85775" y="2914728"/>
            <a:ext cx="4286250" cy="206033"/>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85775" y="3167088"/>
            <a:ext cx="4286250" cy="805938"/>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572000" y="476250"/>
            <a:ext cx="3929063" cy="4057650"/>
          </a:xfrm>
          <a:prstGeom prst="rect">
            <a:avLst/>
          </a:prstGeom>
          <a:noFill/>
          <a:ln/>
        </p:spPr>
        <p:txBody>
          <a:bodyPr/>
          <a:lstStyle/>
          <a:p>
            <a:endParaRPr lang="en-IT"/>
          </a:p>
        </p:txBody>
      </p:sp>
      <p:sp>
        <p:nvSpPr>
          <p:cNvPr id="3" name="Shape 1"/>
          <p:cNvSpPr/>
          <p:nvPr/>
        </p:nvSpPr>
        <p:spPr>
          <a:xfrm>
            <a:off x="4572000" y="476250"/>
            <a:ext cx="1257300" cy="628650"/>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26"/>
          <a:stretch/>
        </p:blipFill>
        <p:spPr>
          <a:xfrm>
            <a:off x="4814888" y="658511"/>
            <a:ext cx="22752" cy="42181"/>
          </a:xfrm>
          <a:prstGeom prst="rect">
            <a:avLst/>
          </a:prstGeom>
        </p:spPr>
      </p:pic>
      <p:pic>
        <p:nvPicPr>
          <p:cNvPr id="5" name="Image 1" descr="preencoded.png"/>
          <p:cNvPicPr>
            <a:picLocks noChangeAspect="1"/>
          </p:cNvPicPr>
          <p:nvPr/>
        </p:nvPicPr>
        <p:blipFill>
          <a:blip r:embed="rId4"/>
          <a:srcRect r="9"/>
          <a:stretch/>
        </p:blipFill>
        <p:spPr>
          <a:xfrm>
            <a:off x="4847667" y="669504"/>
            <a:ext cx="21896" cy="31219"/>
          </a:xfrm>
          <a:prstGeom prst="rect">
            <a:avLst/>
          </a:prstGeom>
        </p:spPr>
      </p:pic>
      <p:pic>
        <p:nvPicPr>
          <p:cNvPr id="6" name="Image 2" descr="preencoded.png"/>
          <p:cNvPicPr>
            <a:picLocks noChangeAspect="1"/>
          </p:cNvPicPr>
          <p:nvPr/>
        </p:nvPicPr>
        <p:blipFill>
          <a:blip r:embed="rId5"/>
          <a:srcRect r="9"/>
          <a:stretch/>
        </p:blipFill>
        <p:spPr>
          <a:xfrm>
            <a:off x="4880390" y="656173"/>
            <a:ext cx="23273" cy="43828"/>
          </a:xfrm>
          <a:prstGeom prst="rect">
            <a:avLst/>
          </a:prstGeom>
        </p:spPr>
      </p:pic>
      <p:pic>
        <p:nvPicPr>
          <p:cNvPr id="7" name="Image 3" descr="preencoded.png"/>
          <p:cNvPicPr>
            <a:picLocks noChangeAspect="1"/>
          </p:cNvPicPr>
          <p:nvPr/>
        </p:nvPicPr>
        <p:blipFill>
          <a:blip r:embed="rId6"/>
          <a:srcRect/>
          <a:stretch/>
        </p:blipFill>
        <p:spPr>
          <a:xfrm>
            <a:off x="4913207" y="670212"/>
            <a:ext cx="44686" cy="29817"/>
          </a:xfrm>
          <a:prstGeom prst="rect">
            <a:avLst/>
          </a:prstGeom>
        </p:spPr>
      </p:pic>
      <p:pic>
        <p:nvPicPr>
          <p:cNvPr id="8" name="Image 4" descr="preencoded.png"/>
          <p:cNvPicPr>
            <a:picLocks noChangeAspect="1"/>
          </p:cNvPicPr>
          <p:nvPr/>
        </p:nvPicPr>
        <p:blipFill>
          <a:blip r:embed="rId7"/>
          <a:srcRect r="12"/>
          <a:stretch/>
        </p:blipFill>
        <p:spPr>
          <a:xfrm>
            <a:off x="4965204" y="669526"/>
            <a:ext cx="24426" cy="31218"/>
          </a:xfrm>
          <a:prstGeom prst="rect">
            <a:avLst/>
          </a:prstGeom>
        </p:spPr>
      </p:pic>
      <p:pic>
        <p:nvPicPr>
          <p:cNvPr id="9" name="Image 5" descr="preencoded.png"/>
          <p:cNvPicPr>
            <a:picLocks noChangeAspect="1"/>
          </p:cNvPicPr>
          <p:nvPr/>
        </p:nvPicPr>
        <p:blipFill>
          <a:blip r:embed="rId8"/>
          <a:srcRect r="108"/>
          <a:stretch/>
        </p:blipFill>
        <p:spPr>
          <a:xfrm>
            <a:off x="5001239" y="657355"/>
            <a:ext cx="3683" cy="42673"/>
          </a:xfrm>
          <a:prstGeom prst="rect">
            <a:avLst/>
          </a:prstGeom>
        </p:spPr>
      </p:pic>
      <p:pic>
        <p:nvPicPr>
          <p:cNvPr id="10" name="Image 6" descr="preencoded.png"/>
          <p:cNvPicPr>
            <a:picLocks noChangeAspect="1"/>
          </p:cNvPicPr>
          <p:nvPr/>
        </p:nvPicPr>
        <p:blipFill>
          <a:blip r:embed="rId9"/>
          <a:srcRect r="23"/>
          <a:stretch/>
        </p:blipFill>
        <p:spPr>
          <a:xfrm>
            <a:off x="5016010" y="670247"/>
            <a:ext cx="22213" cy="29793"/>
          </a:xfrm>
          <a:prstGeom prst="rect">
            <a:avLst/>
          </a:prstGeom>
        </p:spPr>
      </p:pic>
      <p:pic>
        <p:nvPicPr>
          <p:cNvPr id="11" name="Image 7" descr="preencoded.png"/>
          <p:cNvPicPr>
            <a:picLocks noChangeAspect="1"/>
          </p:cNvPicPr>
          <p:nvPr/>
        </p:nvPicPr>
        <p:blipFill>
          <a:blip r:embed="rId7"/>
          <a:srcRect r="12"/>
          <a:stretch/>
        </p:blipFill>
        <p:spPr>
          <a:xfrm>
            <a:off x="5047004" y="669526"/>
            <a:ext cx="24426" cy="31218"/>
          </a:xfrm>
          <a:prstGeom prst="rect">
            <a:avLst/>
          </a:prstGeom>
        </p:spPr>
      </p:pic>
      <p:pic>
        <p:nvPicPr>
          <p:cNvPr id="12" name="Image 8" descr="preencoded.png"/>
          <p:cNvPicPr>
            <a:picLocks noChangeAspect="1"/>
          </p:cNvPicPr>
          <p:nvPr/>
        </p:nvPicPr>
        <p:blipFill>
          <a:blip r:embed="rId10"/>
          <a:srcRect/>
          <a:stretch/>
        </p:blipFill>
        <p:spPr>
          <a:xfrm>
            <a:off x="5082778" y="669526"/>
            <a:ext cx="14064" cy="30505"/>
          </a:xfrm>
          <a:prstGeom prst="rect">
            <a:avLst/>
          </a:prstGeom>
        </p:spPr>
      </p:pic>
      <p:pic>
        <p:nvPicPr>
          <p:cNvPr id="13" name="Image 9" descr="preencoded.png"/>
          <p:cNvPicPr>
            <a:picLocks noChangeAspect="1"/>
          </p:cNvPicPr>
          <p:nvPr/>
        </p:nvPicPr>
        <p:blipFill>
          <a:blip r:embed="rId8"/>
          <a:srcRect r="108"/>
          <a:stretch/>
        </p:blipFill>
        <p:spPr>
          <a:xfrm>
            <a:off x="5107037" y="657355"/>
            <a:ext cx="3683" cy="42673"/>
          </a:xfrm>
          <a:prstGeom prst="rect">
            <a:avLst/>
          </a:prstGeom>
        </p:spPr>
      </p:pic>
      <p:pic>
        <p:nvPicPr>
          <p:cNvPr id="14" name="Image 10" descr="preencoded.png"/>
          <p:cNvPicPr>
            <a:picLocks noChangeAspect="1"/>
          </p:cNvPicPr>
          <p:nvPr/>
        </p:nvPicPr>
        <p:blipFill>
          <a:blip r:embed="rId11"/>
          <a:srcRect/>
          <a:stretch/>
        </p:blipFill>
        <p:spPr>
          <a:xfrm>
            <a:off x="5121976" y="669551"/>
            <a:ext cx="18752" cy="31219"/>
          </a:xfrm>
          <a:prstGeom prst="rect">
            <a:avLst/>
          </a:prstGeom>
        </p:spPr>
      </p:pic>
      <p:pic>
        <p:nvPicPr>
          <p:cNvPr id="15" name="Image 11" descr="preencoded.png"/>
          <p:cNvPicPr>
            <a:picLocks noChangeAspect="1"/>
          </p:cNvPicPr>
          <p:nvPr/>
        </p:nvPicPr>
        <p:blipFill>
          <a:blip r:embed="rId4"/>
          <a:srcRect r="14"/>
          <a:stretch/>
        </p:blipFill>
        <p:spPr>
          <a:xfrm>
            <a:off x="5149658" y="669504"/>
            <a:ext cx="21896" cy="31219"/>
          </a:xfrm>
          <a:prstGeom prst="rect">
            <a:avLst/>
          </a:prstGeom>
        </p:spPr>
      </p:pic>
      <p:pic>
        <p:nvPicPr>
          <p:cNvPr id="16" name="Image 12" descr="preencoded.png"/>
          <p:cNvPicPr>
            <a:picLocks noChangeAspect="1"/>
          </p:cNvPicPr>
          <p:nvPr/>
        </p:nvPicPr>
        <p:blipFill>
          <a:blip r:embed="rId5"/>
          <a:srcRect r="9"/>
          <a:stretch/>
        </p:blipFill>
        <p:spPr>
          <a:xfrm>
            <a:off x="5182344" y="656173"/>
            <a:ext cx="23273" cy="43828"/>
          </a:xfrm>
          <a:prstGeom prst="rect">
            <a:avLst/>
          </a:prstGeom>
        </p:spPr>
      </p:pic>
      <p:pic>
        <p:nvPicPr>
          <p:cNvPr id="17" name="Image 13" descr="preencoded.png"/>
          <p:cNvPicPr>
            <a:picLocks noChangeAspect="1"/>
          </p:cNvPicPr>
          <p:nvPr/>
        </p:nvPicPr>
        <p:blipFill>
          <a:blip r:embed="rId7"/>
          <a:srcRect r="12"/>
          <a:stretch/>
        </p:blipFill>
        <p:spPr>
          <a:xfrm>
            <a:off x="5217170" y="669526"/>
            <a:ext cx="24426" cy="31218"/>
          </a:xfrm>
          <a:prstGeom prst="rect">
            <a:avLst/>
          </a:prstGeom>
        </p:spPr>
      </p:pic>
      <p:pic>
        <p:nvPicPr>
          <p:cNvPr id="18" name="Image 14" descr="preencoded.png"/>
          <p:cNvPicPr>
            <a:picLocks noChangeAspect="1"/>
          </p:cNvPicPr>
          <p:nvPr/>
        </p:nvPicPr>
        <p:blipFill>
          <a:blip r:embed="rId12"/>
          <a:srcRect r="34"/>
          <a:stretch/>
        </p:blipFill>
        <p:spPr>
          <a:xfrm>
            <a:off x="5272627" y="659232"/>
            <a:ext cx="20687" cy="40829"/>
          </a:xfrm>
          <a:prstGeom prst="rect">
            <a:avLst/>
          </a:prstGeom>
        </p:spPr>
      </p:pic>
      <p:pic>
        <p:nvPicPr>
          <p:cNvPr id="19" name="Image 15" descr="preencoded.png"/>
          <p:cNvPicPr>
            <a:picLocks noChangeAspect="1"/>
          </p:cNvPicPr>
          <p:nvPr/>
        </p:nvPicPr>
        <p:blipFill>
          <a:blip r:embed="rId8"/>
          <a:srcRect r="108"/>
          <a:stretch/>
        </p:blipFill>
        <p:spPr>
          <a:xfrm>
            <a:off x="5306002" y="657355"/>
            <a:ext cx="3683" cy="42673"/>
          </a:xfrm>
          <a:prstGeom prst="rect">
            <a:avLst/>
          </a:prstGeom>
        </p:spPr>
      </p:pic>
      <p:pic>
        <p:nvPicPr>
          <p:cNvPr id="20" name="Image 16" descr="preencoded.png"/>
          <p:cNvPicPr>
            <a:picLocks noChangeAspect="1"/>
          </p:cNvPicPr>
          <p:nvPr/>
        </p:nvPicPr>
        <p:blipFill>
          <a:blip r:embed="rId13"/>
          <a:srcRect r="24"/>
          <a:stretch/>
        </p:blipFill>
        <p:spPr>
          <a:xfrm>
            <a:off x="5321815" y="656173"/>
            <a:ext cx="25357" cy="44541"/>
          </a:xfrm>
          <a:prstGeom prst="rect">
            <a:avLst/>
          </a:prstGeom>
        </p:spPr>
      </p:pic>
      <p:pic>
        <p:nvPicPr>
          <p:cNvPr id="21" name="Image 17" descr="preencoded.png"/>
          <p:cNvPicPr>
            <a:picLocks noChangeAspect="1"/>
          </p:cNvPicPr>
          <p:nvPr/>
        </p:nvPicPr>
        <p:blipFill>
          <a:blip r:embed="rId14"/>
          <a:srcRect r="28"/>
          <a:stretch/>
        </p:blipFill>
        <p:spPr>
          <a:xfrm>
            <a:off x="5358892" y="669526"/>
            <a:ext cx="25357" cy="43116"/>
          </a:xfrm>
          <a:prstGeom prst="rect">
            <a:avLst/>
          </a:prstGeom>
        </p:spPr>
      </p:pic>
      <p:pic>
        <p:nvPicPr>
          <p:cNvPr id="22" name="Image 18" descr="preencoded.png"/>
          <p:cNvPicPr>
            <a:picLocks noChangeAspect="1"/>
          </p:cNvPicPr>
          <p:nvPr/>
        </p:nvPicPr>
        <p:blipFill>
          <a:blip r:embed="rId7"/>
          <a:srcRect r="12"/>
          <a:stretch/>
        </p:blipFill>
        <p:spPr>
          <a:xfrm>
            <a:off x="5395410" y="669526"/>
            <a:ext cx="24426" cy="31218"/>
          </a:xfrm>
          <a:prstGeom prst="rect">
            <a:avLst/>
          </a:prstGeom>
        </p:spPr>
      </p:pic>
      <p:pic>
        <p:nvPicPr>
          <p:cNvPr id="23" name="Image 19" descr="preencoded.png"/>
          <p:cNvPicPr>
            <a:picLocks noChangeAspect="1"/>
          </p:cNvPicPr>
          <p:nvPr/>
        </p:nvPicPr>
        <p:blipFill>
          <a:blip r:embed="rId15"/>
          <a:srcRect/>
          <a:stretch/>
        </p:blipFill>
        <p:spPr>
          <a:xfrm>
            <a:off x="5431148" y="669504"/>
            <a:ext cx="23478" cy="30505"/>
          </a:xfrm>
          <a:prstGeom prst="rect">
            <a:avLst/>
          </a:prstGeom>
        </p:spPr>
      </p:pic>
      <p:pic>
        <p:nvPicPr>
          <p:cNvPr id="24" name="Image 20" descr="preencoded.png"/>
          <p:cNvPicPr>
            <a:picLocks noChangeAspect="1"/>
          </p:cNvPicPr>
          <p:nvPr/>
        </p:nvPicPr>
        <p:blipFill>
          <a:blip r:embed="rId16"/>
          <a:srcRect r="32"/>
          <a:stretch/>
        </p:blipFill>
        <p:spPr>
          <a:xfrm>
            <a:off x="5466197" y="669504"/>
            <a:ext cx="27812" cy="31219"/>
          </a:xfrm>
          <a:prstGeom prst="rect">
            <a:avLst/>
          </a:prstGeom>
        </p:spPr>
      </p:pic>
      <p:pic>
        <p:nvPicPr>
          <p:cNvPr id="25" name="Image 21" descr="preencoded.png"/>
          <p:cNvPicPr>
            <a:picLocks noChangeAspect="1"/>
          </p:cNvPicPr>
          <p:nvPr/>
        </p:nvPicPr>
        <p:blipFill>
          <a:blip r:embed="rId17"/>
          <a:srcRect/>
          <a:stretch/>
        </p:blipFill>
        <p:spPr>
          <a:xfrm>
            <a:off x="5502846" y="669551"/>
            <a:ext cx="18752" cy="31219"/>
          </a:xfrm>
          <a:prstGeom prst="rect">
            <a:avLst/>
          </a:prstGeom>
        </p:spPr>
      </p:pic>
      <p:pic>
        <p:nvPicPr>
          <p:cNvPr id="26" name="Image 22" descr="preencoded.png"/>
          <p:cNvPicPr>
            <a:picLocks noChangeAspect="1"/>
          </p:cNvPicPr>
          <p:nvPr/>
        </p:nvPicPr>
        <p:blipFill>
          <a:blip r:embed="rId18"/>
          <a:srcRect r="5"/>
          <a:stretch/>
        </p:blipFill>
        <p:spPr>
          <a:xfrm>
            <a:off x="5530155" y="669551"/>
            <a:ext cx="18752" cy="31219"/>
          </a:xfrm>
          <a:prstGeom prst="rect">
            <a:avLst/>
          </a:prstGeom>
        </p:spPr>
      </p:pic>
      <p:pic>
        <p:nvPicPr>
          <p:cNvPr id="27" name="Image 23" descr="preencoded.png"/>
          <p:cNvPicPr>
            <a:picLocks noChangeAspect="1"/>
          </p:cNvPicPr>
          <p:nvPr/>
        </p:nvPicPr>
        <p:blipFill>
          <a:blip r:embed="rId7"/>
          <a:srcRect r="12"/>
          <a:stretch/>
        </p:blipFill>
        <p:spPr>
          <a:xfrm>
            <a:off x="5557838" y="669526"/>
            <a:ext cx="24426" cy="31218"/>
          </a:xfrm>
          <a:prstGeom prst="rect">
            <a:avLst/>
          </a:prstGeom>
        </p:spPr>
      </p:pic>
      <p:pic>
        <p:nvPicPr>
          <p:cNvPr id="28" name="Image 24" descr="preencoded.png"/>
          <p:cNvPicPr>
            <a:picLocks noChangeAspect="1"/>
          </p:cNvPicPr>
          <p:nvPr/>
        </p:nvPicPr>
        <p:blipFill>
          <a:blip r:embed="rId15"/>
          <a:srcRect/>
          <a:stretch/>
        </p:blipFill>
        <p:spPr>
          <a:xfrm>
            <a:off x="5593575" y="669504"/>
            <a:ext cx="23478" cy="30505"/>
          </a:xfrm>
          <a:prstGeom prst="rect">
            <a:avLst/>
          </a:prstGeom>
        </p:spPr>
      </p:pic>
      <p:pic>
        <p:nvPicPr>
          <p:cNvPr id="29" name="Image 25" descr="preencoded.png"/>
          <p:cNvPicPr>
            <a:picLocks noChangeAspect="1"/>
          </p:cNvPicPr>
          <p:nvPr/>
        </p:nvPicPr>
        <p:blipFill>
          <a:blip r:embed="rId11"/>
          <a:srcRect r="16"/>
          <a:stretch/>
        </p:blipFill>
        <p:spPr>
          <a:xfrm>
            <a:off x="5628270" y="669551"/>
            <a:ext cx="18752" cy="31219"/>
          </a:xfrm>
          <a:prstGeom prst="rect">
            <a:avLst/>
          </a:prstGeom>
        </p:spPr>
      </p:pic>
      <p:pic>
        <p:nvPicPr>
          <p:cNvPr id="30" name="Image 26" descr="preencoded.png"/>
          <p:cNvPicPr>
            <a:picLocks noChangeAspect="1"/>
          </p:cNvPicPr>
          <p:nvPr/>
        </p:nvPicPr>
        <p:blipFill>
          <a:blip r:embed="rId4"/>
          <a:srcRect r="9"/>
          <a:stretch/>
        </p:blipFill>
        <p:spPr>
          <a:xfrm>
            <a:off x="5655952" y="669504"/>
            <a:ext cx="21896" cy="31219"/>
          </a:xfrm>
          <a:prstGeom prst="rect">
            <a:avLst/>
          </a:prstGeom>
        </p:spPr>
      </p:pic>
      <p:pic>
        <p:nvPicPr>
          <p:cNvPr id="31" name="Image 27" descr="preencoded.png"/>
          <p:cNvPicPr>
            <a:picLocks noChangeAspect="1"/>
          </p:cNvPicPr>
          <p:nvPr/>
        </p:nvPicPr>
        <p:blipFill>
          <a:blip r:embed="rId5"/>
          <a:srcRect r="34"/>
          <a:stretch/>
        </p:blipFill>
        <p:spPr>
          <a:xfrm>
            <a:off x="5688676" y="656173"/>
            <a:ext cx="23273" cy="43828"/>
          </a:xfrm>
          <a:prstGeom prst="rect">
            <a:avLst/>
          </a:prstGeom>
        </p:spPr>
      </p:pic>
      <p:pic>
        <p:nvPicPr>
          <p:cNvPr id="32" name="Image 28" descr="preencoded.png"/>
          <p:cNvPicPr>
            <a:picLocks noChangeAspect="1"/>
          </p:cNvPicPr>
          <p:nvPr/>
        </p:nvPicPr>
        <p:blipFill>
          <a:blip r:embed="rId19"/>
          <a:srcRect r="-4" b="3"/>
          <a:stretch/>
        </p:blipFill>
        <p:spPr>
          <a:xfrm>
            <a:off x="5723427" y="669551"/>
            <a:ext cx="23031" cy="31169"/>
          </a:xfrm>
          <a:prstGeom prst="rect">
            <a:avLst/>
          </a:prstGeom>
        </p:spPr>
      </p:pic>
      <p:pic>
        <p:nvPicPr>
          <p:cNvPr id="33" name="Image 29" descr="preencoded.png"/>
          <p:cNvPicPr>
            <a:picLocks noChangeAspect="1"/>
          </p:cNvPicPr>
          <p:nvPr/>
        </p:nvPicPr>
        <p:blipFill>
          <a:blip r:embed="rId20"/>
          <a:srcRect r="-35"/>
          <a:stretch/>
        </p:blipFill>
        <p:spPr>
          <a:xfrm>
            <a:off x="5755984" y="655487"/>
            <a:ext cx="17357" cy="44542"/>
          </a:xfrm>
          <a:prstGeom prst="rect">
            <a:avLst/>
          </a:prstGeom>
        </p:spPr>
      </p:pic>
      <p:pic>
        <p:nvPicPr>
          <p:cNvPr id="34" name="Image 30" descr="preencoded.png"/>
          <p:cNvPicPr>
            <a:picLocks noChangeAspect="1"/>
          </p:cNvPicPr>
          <p:nvPr/>
        </p:nvPicPr>
        <p:blipFill>
          <a:blip r:embed="rId21"/>
          <a:srcRect r="-18"/>
          <a:stretch/>
        </p:blipFill>
        <p:spPr>
          <a:xfrm>
            <a:off x="5780038" y="661755"/>
            <a:ext cx="17134" cy="38962"/>
          </a:xfrm>
          <a:prstGeom prst="rect">
            <a:avLst/>
          </a:prstGeom>
        </p:spPr>
      </p:pic>
      <p:pic>
        <p:nvPicPr>
          <p:cNvPr id="35" name="Image 31" descr="preencoded.png"/>
          <p:cNvPicPr>
            <a:picLocks noChangeAspect="1"/>
          </p:cNvPicPr>
          <p:nvPr/>
        </p:nvPicPr>
        <p:blipFill>
          <a:blip r:embed="rId22"/>
          <a:srcRect r="-13"/>
          <a:stretch/>
        </p:blipFill>
        <p:spPr>
          <a:xfrm>
            <a:off x="4814348" y="739184"/>
            <a:ext cx="29914" cy="42181"/>
          </a:xfrm>
          <a:prstGeom prst="rect">
            <a:avLst/>
          </a:prstGeom>
        </p:spPr>
      </p:pic>
      <p:pic>
        <p:nvPicPr>
          <p:cNvPr id="36" name="Image 32" descr="preencoded.png"/>
          <p:cNvPicPr>
            <a:picLocks noChangeAspect="1"/>
          </p:cNvPicPr>
          <p:nvPr/>
        </p:nvPicPr>
        <p:blipFill>
          <a:blip r:embed="rId16"/>
          <a:srcRect r="32"/>
          <a:stretch/>
        </p:blipFill>
        <p:spPr>
          <a:xfrm>
            <a:off x="4855443" y="750127"/>
            <a:ext cx="27812" cy="31219"/>
          </a:xfrm>
          <a:prstGeom prst="rect">
            <a:avLst/>
          </a:prstGeom>
        </p:spPr>
      </p:pic>
      <p:pic>
        <p:nvPicPr>
          <p:cNvPr id="37" name="Image 33" descr="preencoded.png"/>
          <p:cNvPicPr>
            <a:picLocks noChangeAspect="1"/>
          </p:cNvPicPr>
          <p:nvPr/>
        </p:nvPicPr>
        <p:blipFill>
          <a:blip r:embed="rId23"/>
          <a:srcRect r="-4"/>
          <a:stretch/>
        </p:blipFill>
        <p:spPr>
          <a:xfrm>
            <a:off x="4894529" y="750127"/>
            <a:ext cx="23496" cy="30506"/>
          </a:xfrm>
          <a:prstGeom prst="rect">
            <a:avLst/>
          </a:prstGeom>
        </p:spPr>
      </p:pic>
      <p:pic>
        <p:nvPicPr>
          <p:cNvPr id="38" name="Image 34" descr="preencoded.png"/>
          <p:cNvPicPr>
            <a:picLocks noChangeAspect="1"/>
          </p:cNvPicPr>
          <p:nvPr/>
        </p:nvPicPr>
        <p:blipFill>
          <a:blip r:embed="rId20"/>
          <a:srcRect r="-35"/>
          <a:stretch/>
        </p:blipFill>
        <p:spPr>
          <a:xfrm>
            <a:off x="4928313" y="736114"/>
            <a:ext cx="17357" cy="44542"/>
          </a:xfrm>
          <a:prstGeom prst="rect">
            <a:avLst/>
          </a:prstGeom>
        </p:spPr>
      </p:pic>
      <p:pic>
        <p:nvPicPr>
          <p:cNvPr id="39" name="Image 35" descr="preencoded.png"/>
          <p:cNvPicPr>
            <a:picLocks noChangeAspect="1"/>
          </p:cNvPicPr>
          <p:nvPr/>
        </p:nvPicPr>
        <p:blipFill>
          <a:blip r:embed="rId24"/>
          <a:srcRect r="12"/>
          <a:stretch/>
        </p:blipFill>
        <p:spPr>
          <a:xfrm>
            <a:off x="4953595" y="739312"/>
            <a:ext cx="24426" cy="42035"/>
          </a:xfrm>
          <a:prstGeom prst="rect">
            <a:avLst/>
          </a:prstGeom>
        </p:spPr>
      </p:pic>
      <p:pic>
        <p:nvPicPr>
          <p:cNvPr id="40" name="Image 36" descr="preencoded.png"/>
          <p:cNvPicPr>
            <a:picLocks noChangeAspect="1"/>
          </p:cNvPicPr>
          <p:nvPr/>
        </p:nvPicPr>
        <p:blipFill>
          <a:blip r:embed="rId13"/>
          <a:srcRect r="28"/>
          <a:stretch/>
        </p:blipFill>
        <p:spPr>
          <a:xfrm>
            <a:off x="4987826" y="736779"/>
            <a:ext cx="25357" cy="44542"/>
          </a:xfrm>
          <a:prstGeom prst="rect">
            <a:avLst/>
          </a:prstGeom>
        </p:spPr>
      </p:pic>
      <p:pic>
        <p:nvPicPr>
          <p:cNvPr id="41" name="Image 37" descr="preencoded.png"/>
          <p:cNvPicPr>
            <a:picLocks noChangeAspect="1"/>
          </p:cNvPicPr>
          <p:nvPr/>
        </p:nvPicPr>
        <p:blipFill>
          <a:blip r:embed="rId24"/>
          <a:srcRect r="12"/>
          <a:stretch/>
        </p:blipFill>
        <p:spPr>
          <a:xfrm>
            <a:off x="5024419" y="739312"/>
            <a:ext cx="24426" cy="42035"/>
          </a:xfrm>
          <a:prstGeom prst="rect">
            <a:avLst/>
          </a:prstGeom>
        </p:spPr>
      </p:pic>
      <p:pic>
        <p:nvPicPr>
          <p:cNvPr id="42" name="Image 38" descr="preencoded.png"/>
          <p:cNvPicPr>
            <a:picLocks noChangeAspect="1"/>
          </p:cNvPicPr>
          <p:nvPr/>
        </p:nvPicPr>
        <p:blipFill>
          <a:blip r:embed="rId25"/>
          <a:srcRect/>
          <a:stretch/>
        </p:blipFill>
        <p:spPr>
          <a:xfrm>
            <a:off x="5060193" y="750107"/>
            <a:ext cx="14064" cy="30505"/>
          </a:xfrm>
          <a:prstGeom prst="rect">
            <a:avLst/>
          </a:prstGeom>
        </p:spPr>
      </p:pic>
      <p:pic>
        <p:nvPicPr>
          <p:cNvPr id="43" name="Image 39" descr="preencoded.png"/>
          <p:cNvPicPr>
            <a:picLocks noChangeAspect="1"/>
          </p:cNvPicPr>
          <p:nvPr/>
        </p:nvPicPr>
        <p:blipFill>
          <a:blip r:embed="rId19"/>
          <a:srcRect r="-4" b="3"/>
          <a:stretch/>
        </p:blipFill>
        <p:spPr>
          <a:xfrm>
            <a:off x="5082146" y="750153"/>
            <a:ext cx="23031" cy="31169"/>
          </a:xfrm>
          <a:prstGeom prst="rect">
            <a:avLst/>
          </a:prstGeom>
        </p:spPr>
      </p:pic>
      <p:pic>
        <p:nvPicPr>
          <p:cNvPr id="44" name="Image 40" descr="preencoded.png"/>
          <p:cNvPicPr>
            <a:picLocks noChangeAspect="1"/>
          </p:cNvPicPr>
          <p:nvPr/>
        </p:nvPicPr>
        <p:blipFill>
          <a:blip r:embed="rId21"/>
          <a:srcRect r="-23"/>
          <a:stretch/>
        </p:blipFill>
        <p:spPr>
          <a:xfrm>
            <a:off x="5114758" y="742382"/>
            <a:ext cx="17134" cy="38962"/>
          </a:xfrm>
          <a:prstGeom prst="rect">
            <a:avLst/>
          </a:prstGeom>
        </p:spPr>
      </p:pic>
      <p:pic>
        <p:nvPicPr>
          <p:cNvPr id="45" name="Image 41" descr="preencoded.png"/>
          <p:cNvPicPr>
            <a:picLocks noChangeAspect="1"/>
          </p:cNvPicPr>
          <p:nvPr/>
        </p:nvPicPr>
        <p:blipFill>
          <a:blip r:embed="rId8"/>
          <a:srcRect r="243"/>
          <a:stretch/>
        </p:blipFill>
        <p:spPr>
          <a:xfrm>
            <a:off x="5142198" y="737961"/>
            <a:ext cx="3702" cy="42674"/>
          </a:xfrm>
          <a:prstGeom prst="rect">
            <a:avLst/>
          </a:prstGeom>
        </p:spPr>
      </p:pic>
      <p:pic>
        <p:nvPicPr>
          <p:cNvPr id="46" name="Image 42" descr="preencoded.png"/>
          <p:cNvPicPr>
            <a:picLocks noChangeAspect="1"/>
          </p:cNvPicPr>
          <p:nvPr/>
        </p:nvPicPr>
        <p:blipFill>
          <a:blip r:embed="rId16"/>
          <a:srcRect r="32"/>
          <a:stretch/>
        </p:blipFill>
        <p:spPr>
          <a:xfrm>
            <a:off x="5157471" y="750127"/>
            <a:ext cx="27812" cy="31219"/>
          </a:xfrm>
          <a:prstGeom prst="rect">
            <a:avLst/>
          </a:prstGeom>
        </p:spPr>
      </p:pic>
      <p:pic>
        <p:nvPicPr>
          <p:cNvPr id="47" name="Image 43" descr="preencoded.png"/>
          <p:cNvPicPr>
            <a:picLocks noChangeAspect="1"/>
          </p:cNvPicPr>
          <p:nvPr/>
        </p:nvPicPr>
        <p:blipFill>
          <a:blip r:embed="rId15"/>
          <a:srcRect/>
          <a:stretch/>
        </p:blipFill>
        <p:spPr>
          <a:xfrm>
            <a:off x="5196557" y="750127"/>
            <a:ext cx="23496" cy="30506"/>
          </a:xfrm>
          <a:prstGeom prst="rect">
            <a:avLst/>
          </a:prstGeom>
        </p:spPr>
      </p:pic>
      <p:pic>
        <p:nvPicPr>
          <p:cNvPr id="48" name="Image 44" descr="preencoded.png"/>
          <p:cNvPicPr>
            <a:picLocks noChangeAspect="1"/>
          </p:cNvPicPr>
          <p:nvPr/>
        </p:nvPicPr>
        <p:blipFill>
          <a:blip r:embed="rId11"/>
          <a:srcRect/>
          <a:stretch/>
        </p:blipFill>
        <p:spPr>
          <a:xfrm>
            <a:off x="5251475" y="750153"/>
            <a:ext cx="18752" cy="31218"/>
          </a:xfrm>
          <a:prstGeom prst="rect">
            <a:avLst/>
          </a:prstGeom>
        </p:spPr>
      </p:pic>
      <p:pic>
        <p:nvPicPr>
          <p:cNvPr id="49" name="Image 45" descr="preencoded.png"/>
          <p:cNvPicPr>
            <a:picLocks noChangeAspect="1"/>
          </p:cNvPicPr>
          <p:nvPr/>
        </p:nvPicPr>
        <p:blipFill>
          <a:blip r:embed="rId26"/>
          <a:srcRect/>
          <a:stretch/>
        </p:blipFill>
        <p:spPr>
          <a:xfrm>
            <a:off x="5281352" y="750844"/>
            <a:ext cx="23496" cy="30505"/>
          </a:xfrm>
          <a:prstGeom prst="rect">
            <a:avLst/>
          </a:prstGeom>
        </p:spPr>
      </p:pic>
      <p:pic>
        <p:nvPicPr>
          <p:cNvPr id="50" name="Image 46" descr="preencoded.png"/>
          <p:cNvPicPr>
            <a:picLocks noChangeAspect="1"/>
          </p:cNvPicPr>
          <p:nvPr/>
        </p:nvPicPr>
        <p:blipFill>
          <a:blip r:embed="rId8"/>
          <a:srcRect r="81"/>
          <a:stretch/>
        </p:blipFill>
        <p:spPr>
          <a:xfrm>
            <a:off x="5318392" y="737961"/>
            <a:ext cx="3683" cy="42674"/>
          </a:xfrm>
          <a:prstGeom prst="rect">
            <a:avLst/>
          </a:prstGeom>
        </p:spPr>
      </p:pic>
      <p:pic>
        <p:nvPicPr>
          <p:cNvPr id="51" name="Image 47" descr="preencoded.png"/>
          <p:cNvPicPr>
            <a:picLocks noChangeAspect="1"/>
          </p:cNvPicPr>
          <p:nvPr/>
        </p:nvPicPr>
        <p:blipFill>
          <a:blip r:embed="rId11"/>
          <a:srcRect r="5"/>
          <a:stretch/>
        </p:blipFill>
        <p:spPr>
          <a:xfrm>
            <a:off x="5333312" y="750153"/>
            <a:ext cx="18752" cy="31218"/>
          </a:xfrm>
          <a:prstGeom prst="rect">
            <a:avLst/>
          </a:prstGeom>
        </p:spPr>
      </p:pic>
      <p:pic>
        <p:nvPicPr>
          <p:cNvPr id="52" name="Image 48" descr="preencoded.png"/>
          <p:cNvPicPr>
            <a:picLocks noChangeAspect="1"/>
          </p:cNvPicPr>
          <p:nvPr/>
        </p:nvPicPr>
        <p:blipFill>
          <a:blip r:embed="rId11"/>
          <a:srcRect r="5"/>
          <a:stretch/>
        </p:blipFill>
        <p:spPr>
          <a:xfrm>
            <a:off x="5360622" y="750153"/>
            <a:ext cx="18752" cy="31218"/>
          </a:xfrm>
          <a:prstGeom prst="rect">
            <a:avLst/>
          </a:prstGeom>
        </p:spPr>
      </p:pic>
      <p:pic>
        <p:nvPicPr>
          <p:cNvPr id="53" name="Image 49" descr="preencoded.png"/>
          <p:cNvPicPr>
            <a:picLocks noChangeAspect="1"/>
          </p:cNvPicPr>
          <p:nvPr/>
        </p:nvPicPr>
        <p:blipFill>
          <a:blip r:embed="rId7"/>
          <a:srcRect r="12"/>
          <a:stretch/>
        </p:blipFill>
        <p:spPr>
          <a:xfrm>
            <a:off x="5388266" y="750127"/>
            <a:ext cx="24426" cy="31219"/>
          </a:xfrm>
          <a:prstGeom prst="rect">
            <a:avLst/>
          </a:prstGeom>
        </p:spPr>
      </p:pic>
      <p:pic>
        <p:nvPicPr>
          <p:cNvPr id="54" name="Image 50" descr="preencoded.png"/>
          <p:cNvPicPr>
            <a:picLocks noChangeAspect="1"/>
          </p:cNvPicPr>
          <p:nvPr/>
        </p:nvPicPr>
        <p:blipFill>
          <a:blip r:embed="rId22"/>
          <a:srcRect r="-13"/>
          <a:stretch/>
        </p:blipFill>
        <p:spPr>
          <a:xfrm>
            <a:off x="4814348" y="819786"/>
            <a:ext cx="29914" cy="42181"/>
          </a:xfrm>
          <a:prstGeom prst="rect">
            <a:avLst/>
          </a:prstGeom>
        </p:spPr>
      </p:pic>
      <p:pic>
        <p:nvPicPr>
          <p:cNvPr id="55" name="Image 51" descr="preencoded.png"/>
          <p:cNvPicPr>
            <a:picLocks noChangeAspect="1"/>
          </p:cNvPicPr>
          <p:nvPr/>
        </p:nvPicPr>
        <p:blipFill>
          <a:blip r:embed="rId16"/>
          <a:srcRect r="32"/>
          <a:stretch/>
        </p:blipFill>
        <p:spPr>
          <a:xfrm>
            <a:off x="4855443" y="830724"/>
            <a:ext cx="27812" cy="31219"/>
          </a:xfrm>
          <a:prstGeom prst="rect">
            <a:avLst/>
          </a:prstGeom>
        </p:spPr>
      </p:pic>
      <p:pic>
        <p:nvPicPr>
          <p:cNvPr id="56" name="Image 52" descr="preencoded.png"/>
          <p:cNvPicPr>
            <a:picLocks noChangeAspect="1"/>
          </p:cNvPicPr>
          <p:nvPr/>
        </p:nvPicPr>
        <p:blipFill>
          <a:blip r:embed="rId23"/>
          <a:srcRect/>
          <a:stretch/>
        </p:blipFill>
        <p:spPr>
          <a:xfrm>
            <a:off x="4894529" y="830724"/>
            <a:ext cx="23496" cy="30506"/>
          </a:xfrm>
          <a:prstGeom prst="rect">
            <a:avLst/>
          </a:prstGeom>
        </p:spPr>
      </p:pic>
      <p:pic>
        <p:nvPicPr>
          <p:cNvPr id="57" name="Image 53" descr="preencoded.png"/>
          <p:cNvPicPr>
            <a:picLocks noChangeAspect="1"/>
          </p:cNvPicPr>
          <p:nvPr/>
        </p:nvPicPr>
        <p:blipFill>
          <a:blip r:embed="rId20"/>
          <a:srcRect r="-35"/>
          <a:stretch/>
        </p:blipFill>
        <p:spPr>
          <a:xfrm>
            <a:off x="4928313" y="816712"/>
            <a:ext cx="17357" cy="44542"/>
          </a:xfrm>
          <a:prstGeom prst="rect">
            <a:avLst/>
          </a:prstGeom>
        </p:spPr>
      </p:pic>
      <p:pic>
        <p:nvPicPr>
          <p:cNvPr id="58" name="Image 54" descr="preencoded.png"/>
          <p:cNvPicPr>
            <a:picLocks noChangeAspect="1"/>
          </p:cNvPicPr>
          <p:nvPr/>
        </p:nvPicPr>
        <p:blipFill>
          <a:blip r:embed="rId7"/>
          <a:srcRect r="12"/>
          <a:stretch/>
        </p:blipFill>
        <p:spPr>
          <a:xfrm>
            <a:off x="4953595" y="830724"/>
            <a:ext cx="24426" cy="31219"/>
          </a:xfrm>
          <a:prstGeom prst="rect">
            <a:avLst/>
          </a:prstGeom>
        </p:spPr>
      </p:pic>
      <p:pic>
        <p:nvPicPr>
          <p:cNvPr id="59" name="Image 55" descr="preencoded.png"/>
          <p:cNvPicPr>
            <a:picLocks noChangeAspect="1"/>
          </p:cNvPicPr>
          <p:nvPr/>
        </p:nvPicPr>
        <p:blipFill>
          <a:blip r:embed="rId13"/>
          <a:srcRect r="28"/>
          <a:stretch/>
        </p:blipFill>
        <p:spPr>
          <a:xfrm>
            <a:off x="4987826" y="817382"/>
            <a:ext cx="25357" cy="44541"/>
          </a:xfrm>
          <a:prstGeom prst="rect">
            <a:avLst/>
          </a:prstGeom>
        </p:spPr>
      </p:pic>
      <p:pic>
        <p:nvPicPr>
          <p:cNvPr id="60" name="Image 56" descr="preencoded.png"/>
          <p:cNvPicPr>
            <a:picLocks noChangeAspect="1"/>
          </p:cNvPicPr>
          <p:nvPr/>
        </p:nvPicPr>
        <p:blipFill>
          <a:blip r:embed="rId7"/>
          <a:srcRect r="12"/>
          <a:stretch/>
        </p:blipFill>
        <p:spPr>
          <a:xfrm>
            <a:off x="5024419" y="830724"/>
            <a:ext cx="24426" cy="31219"/>
          </a:xfrm>
          <a:prstGeom prst="rect">
            <a:avLst/>
          </a:prstGeom>
        </p:spPr>
      </p:pic>
      <p:pic>
        <p:nvPicPr>
          <p:cNvPr id="61" name="Image 57" descr="preencoded.png"/>
          <p:cNvPicPr>
            <a:picLocks noChangeAspect="1"/>
          </p:cNvPicPr>
          <p:nvPr/>
        </p:nvPicPr>
        <p:blipFill>
          <a:blip r:embed="rId25"/>
          <a:srcRect/>
          <a:stretch/>
        </p:blipFill>
        <p:spPr>
          <a:xfrm>
            <a:off x="5060193" y="830756"/>
            <a:ext cx="14064" cy="30505"/>
          </a:xfrm>
          <a:prstGeom prst="rect">
            <a:avLst/>
          </a:prstGeom>
        </p:spPr>
      </p:pic>
      <p:pic>
        <p:nvPicPr>
          <p:cNvPr id="62" name="Image 58" descr="preencoded.png"/>
          <p:cNvPicPr>
            <a:picLocks noChangeAspect="1"/>
          </p:cNvPicPr>
          <p:nvPr/>
        </p:nvPicPr>
        <p:blipFill>
          <a:blip r:embed="rId19"/>
          <a:srcRect r="-4"/>
          <a:stretch/>
        </p:blipFill>
        <p:spPr>
          <a:xfrm>
            <a:off x="5082146" y="830756"/>
            <a:ext cx="23031" cy="31168"/>
          </a:xfrm>
          <a:prstGeom prst="rect">
            <a:avLst/>
          </a:prstGeom>
        </p:spPr>
      </p:pic>
      <p:pic>
        <p:nvPicPr>
          <p:cNvPr id="63" name="Image 59" descr="preencoded.png"/>
          <p:cNvPicPr>
            <a:picLocks noChangeAspect="1"/>
          </p:cNvPicPr>
          <p:nvPr/>
        </p:nvPicPr>
        <p:blipFill>
          <a:blip r:embed="rId9"/>
          <a:srcRect r="23"/>
          <a:stretch/>
        </p:blipFill>
        <p:spPr>
          <a:xfrm>
            <a:off x="5115465" y="831446"/>
            <a:ext cx="22213" cy="29793"/>
          </a:xfrm>
          <a:prstGeom prst="rect">
            <a:avLst/>
          </a:prstGeom>
        </p:spPr>
      </p:pic>
      <p:pic>
        <p:nvPicPr>
          <p:cNvPr id="64" name="Image 60" descr="preencoded.png"/>
          <p:cNvPicPr>
            <a:picLocks noChangeAspect="1"/>
          </p:cNvPicPr>
          <p:nvPr/>
        </p:nvPicPr>
        <p:blipFill>
          <a:blip r:embed="rId8"/>
          <a:srcRect r="243"/>
          <a:stretch/>
        </p:blipFill>
        <p:spPr>
          <a:xfrm>
            <a:off x="5148672" y="818564"/>
            <a:ext cx="3702" cy="42698"/>
          </a:xfrm>
          <a:prstGeom prst="rect">
            <a:avLst/>
          </a:prstGeom>
        </p:spPr>
      </p:pic>
      <p:pic>
        <p:nvPicPr>
          <p:cNvPr id="65" name="Image 61" descr="preencoded.png"/>
          <p:cNvPicPr>
            <a:picLocks noChangeAspect="1"/>
          </p:cNvPicPr>
          <p:nvPr/>
        </p:nvPicPr>
        <p:blipFill>
          <a:blip r:embed="rId16"/>
          <a:srcRect r="32"/>
          <a:stretch/>
        </p:blipFill>
        <p:spPr>
          <a:xfrm>
            <a:off x="5163945" y="830724"/>
            <a:ext cx="27812" cy="31219"/>
          </a:xfrm>
          <a:prstGeom prst="rect">
            <a:avLst/>
          </a:prstGeom>
        </p:spPr>
      </p:pic>
      <p:pic>
        <p:nvPicPr>
          <p:cNvPr id="66" name="Image 62" descr="preencoded.png"/>
          <p:cNvPicPr>
            <a:picLocks noChangeAspect="1"/>
          </p:cNvPicPr>
          <p:nvPr/>
        </p:nvPicPr>
        <p:blipFill>
          <a:blip r:embed="rId15"/>
          <a:srcRect/>
          <a:stretch/>
        </p:blipFill>
        <p:spPr>
          <a:xfrm>
            <a:off x="5203068" y="830724"/>
            <a:ext cx="23496" cy="30506"/>
          </a:xfrm>
          <a:prstGeom prst="rect">
            <a:avLst/>
          </a:prstGeom>
        </p:spPr>
      </p:pic>
      <p:pic>
        <p:nvPicPr>
          <p:cNvPr id="67" name="Image 63" descr="preencoded.png"/>
          <p:cNvPicPr>
            <a:picLocks noChangeAspect="1"/>
          </p:cNvPicPr>
          <p:nvPr/>
        </p:nvPicPr>
        <p:blipFill>
          <a:blip r:embed="rId7"/>
          <a:srcRect r="12"/>
          <a:stretch/>
        </p:blipFill>
        <p:spPr>
          <a:xfrm>
            <a:off x="5238117" y="830724"/>
            <a:ext cx="24426" cy="31219"/>
          </a:xfrm>
          <a:prstGeom prst="rect">
            <a:avLst/>
          </a:prstGeom>
        </p:spPr>
      </p:pic>
      <p:pic>
        <p:nvPicPr>
          <p:cNvPr id="68" name="Image 64" descr="preencoded.png"/>
          <p:cNvPicPr>
            <a:picLocks noChangeAspect="1"/>
          </p:cNvPicPr>
          <p:nvPr/>
        </p:nvPicPr>
        <p:blipFill>
          <a:blip r:embed="rId3"/>
          <a:srcRect r="26"/>
          <a:stretch/>
        </p:blipFill>
        <p:spPr>
          <a:xfrm>
            <a:off x="5293091" y="819745"/>
            <a:ext cx="22752" cy="42181"/>
          </a:xfrm>
          <a:prstGeom prst="rect">
            <a:avLst/>
          </a:prstGeom>
        </p:spPr>
      </p:pic>
      <p:pic>
        <p:nvPicPr>
          <p:cNvPr id="69" name="Image 65" descr="preencoded.png"/>
          <p:cNvPicPr>
            <a:picLocks noChangeAspect="1"/>
          </p:cNvPicPr>
          <p:nvPr/>
        </p:nvPicPr>
        <p:blipFill>
          <a:blip r:embed="rId27"/>
          <a:srcRect r="20"/>
          <a:stretch/>
        </p:blipFill>
        <p:spPr>
          <a:xfrm>
            <a:off x="5323991" y="831420"/>
            <a:ext cx="24892" cy="29818"/>
          </a:xfrm>
          <a:prstGeom prst="rect">
            <a:avLst/>
          </a:prstGeom>
        </p:spPr>
      </p:pic>
      <p:pic>
        <p:nvPicPr>
          <p:cNvPr id="70" name="Image 66" descr="preencoded.png"/>
          <p:cNvPicPr>
            <a:picLocks noChangeAspect="1"/>
          </p:cNvPicPr>
          <p:nvPr/>
        </p:nvPicPr>
        <p:blipFill>
          <a:blip r:embed="rId8"/>
          <a:srcRect r="243"/>
          <a:stretch/>
        </p:blipFill>
        <p:spPr>
          <a:xfrm>
            <a:off x="5358575" y="818564"/>
            <a:ext cx="3702" cy="42698"/>
          </a:xfrm>
          <a:prstGeom prst="rect">
            <a:avLst/>
          </a:prstGeom>
        </p:spPr>
      </p:pic>
      <p:pic>
        <p:nvPicPr>
          <p:cNvPr id="71" name="Image 67" descr="preencoded.png"/>
          <p:cNvPicPr>
            <a:picLocks noChangeAspect="1"/>
          </p:cNvPicPr>
          <p:nvPr/>
        </p:nvPicPr>
        <p:blipFill>
          <a:blip r:embed="rId9"/>
          <a:srcRect r="23"/>
          <a:stretch/>
        </p:blipFill>
        <p:spPr>
          <a:xfrm>
            <a:off x="5373384" y="831446"/>
            <a:ext cx="22213" cy="29793"/>
          </a:xfrm>
          <a:prstGeom prst="rect">
            <a:avLst/>
          </a:prstGeom>
        </p:spPr>
      </p:pic>
      <p:pic>
        <p:nvPicPr>
          <p:cNvPr id="72" name="Image 68" descr="preencoded.png"/>
          <p:cNvPicPr>
            <a:picLocks noChangeAspect="1"/>
          </p:cNvPicPr>
          <p:nvPr/>
        </p:nvPicPr>
        <p:blipFill>
          <a:blip r:embed="rId9"/>
          <a:srcRect r="23"/>
          <a:stretch/>
        </p:blipFill>
        <p:spPr>
          <a:xfrm>
            <a:off x="5403893" y="831446"/>
            <a:ext cx="22213" cy="29793"/>
          </a:xfrm>
          <a:prstGeom prst="rect">
            <a:avLst/>
          </a:prstGeom>
        </p:spPr>
      </p:pic>
      <p:pic>
        <p:nvPicPr>
          <p:cNvPr id="73" name="Image 69" descr="preencoded.png"/>
          <p:cNvPicPr>
            <a:picLocks noChangeAspect="1"/>
          </p:cNvPicPr>
          <p:nvPr/>
        </p:nvPicPr>
        <p:blipFill>
          <a:blip r:embed="rId7"/>
          <a:srcRect r="12"/>
          <a:stretch/>
        </p:blipFill>
        <p:spPr>
          <a:xfrm>
            <a:off x="5434887" y="830724"/>
            <a:ext cx="24426" cy="31219"/>
          </a:xfrm>
          <a:prstGeom prst="rect">
            <a:avLst/>
          </a:prstGeom>
        </p:spPr>
      </p:pic>
      <p:pic>
        <p:nvPicPr>
          <p:cNvPr id="74" name="Image 70" descr="preencoded.png"/>
          <p:cNvPicPr>
            <a:picLocks noChangeAspect="1"/>
          </p:cNvPicPr>
          <p:nvPr/>
        </p:nvPicPr>
        <p:blipFill>
          <a:blip r:embed="rId10"/>
          <a:srcRect r="50"/>
          <a:stretch/>
        </p:blipFill>
        <p:spPr>
          <a:xfrm>
            <a:off x="5470699" y="830756"/>
            <a:ext cx="14027" cy="30505"/>
          </a:xfrm>
          <a:prstGeom prst="rect">
            <a:avLst/>
          </a:prstGeom>
        </p:spPr>
      </p:pic>
      <p:pic>
        <p:nvPicPr>
          <p:cNvPr id="75" name="Image 71" descr="preencoded.png"/>
          <p:cNvPicPr>
            <a:picLocks noChangeAspect="1"/>
          </p:cNvPicPr>
          <p:nvPr/>
        </p:nvPicPr>
        <p:blipFill>
          <a:blip r:embed="rId19"/>
          <a:srcRect r="-4"/>
          <a:stretch/>
        </p:blipFill>
        <p:spPr>
          <a:xfrm>
            <a:off x="5492651" y="830756"/>
            <a:ext cx="23031" cy="31168"/>
          </a:xfrm>
          <a:prstGeom prst="rect">
            <a:avLst/>
          </a:prstGeom>
        </p:spPr>
      </p:pic>
      <p:pic>
        <p:nvPicPr>
          <p:cNvPr id="76" name="Image 72" descr="preencoded.png"/>
          <p:cNvPicPr>
            <a:picLocks noChangeAspect="1"/>
          </p:cNvPicPr>
          <p:nvPr/>
        </p:nvPicPr>
        <p:blipFill>
          <a:blip r:embed="rId22"/>
          <a:srcRect/>
          <a:stretch/>
        </p:blipFill>
        <p:spPr>
          <a:xfrm>
            <a:off x="4814348" y="900389"/>
            <a:ext cx="29914" cy="42181"/>
          </a:xfrm>
          <a:prstGeom prst="rect">
            <a:avLst/>
          </a:prstGeom>
        </p:spPr>
      </p:pic>
      <p:pic>
        <p:nvPicPr>
          <p:cNvPr id="77" name="Image 73" descr="preencoded.png"/>
          <p:cNvPicPr>
            <a:picLocks noChangeAspect="1"/>
          </p:cNvPicPr>
          <p:nvPr/>
        </p:nvPicPr>
        <p:blipFill>
          <a:blip r:embed="rId16"/>
          <a:srcRect r="32"/>
          <a:stretch/>
        </p:blipFill>
        <p:spPr>
          <a:xfrm>
            <a:off x="4855443" y="911332"/>
            <a:ext cx="27812" cy="31218"/>
          </a:xfrm>
          <a:prstGeom prst="rect">
            <a:avLst/>
          </a:prstGeom>
        </p:spPr>
      </p:pic>
      <p:pic>
        <p:nvPicPr>
          <p:cNvPr id="78" name="Image 74" descr="preencoded.png"/>
          <p:cNvPicPr>
            <a:picLocks noChangeAspect="1"/>
          </p:cNvPicPr>
          <p:nvPr/>
        </p:nvPicPr>
        <p:blipFill>
          <a:blip r:embed="rId23"/>
          <a:srcRect r="-4"/>
          <a:stretch/>
        </p:blipFill>
        <p:spPr>
          <a:xfrm>
            <a:off x="4894529" y="911332"/>
            <a:ext cx="23496" cy="30505"/>
          </a:xfrm>
          <a:prstGeom prst="rect">
            <a:avLst/>
          </a:prstGeom>
        </p:spPr>
      </p:pic>
      <p:pic>
        <p:nvPicPr>
          <p:cNvPr id="79" name="Image 75" descr="preencoded.png"/>
          <p:cNvPicPr>
            <a:picLocks noChangeAspect="1"/>
          </p:cNvPicPr>
          <p:nvPr/>
        </p:nvPicPr>
        <p:blipFill>
          <a:blip r:embed="rId20"/>
          <a:srcRect/>
          <a:stretch/>
        </p:blipFill>
        <p:spPr>
          <a:xfrm>
            <a:off x="4928313" y="897320"/>
            <a:ext cx="17357" cy="44541"/>
          </a:xfrm>
          <a:prstGeom prst="rect">
            <a:avLst/>
          </a:prstGeom>
        </p:spPr>
      </p:pic>
      <p:pic>
        <p:nvPicPr>
          <p:cNvPr id="80" name="Image 76" descr="preencoded.png"/>
          <p:cNvPicPr>
            <a:picLocks noChangeAspect="1"/>
          </p:cNvPicPr>
          <p:nvPr/>
        </p:nvPicPr>
        <p:blipFill>
          <a:blip r:embed="rId7"/>
          <a:srcRect r="12"/>
          <a:stretch/>
        </p:blipFill>
        <p:spPr>
          <a:xfrm>
            <a:off x="4953595" y="911332"/>
            <a:ext cx="24426" cy="31218"/>
          </a:xfrm>
          <a:prstGeom prst="rect">
            <a:avLst/>
          </a:prstGeom>
        </p:spPr>
      </p:pic>
      <p:pic>
        <p:nvPicPr>
          <p:cNvPr id="81" name="Image 77" descr="preencoded.png"/>
          <p:cNvPicPr>
            <a:picLocks noChangeAspect="1"/>
          </p:cNvPicPr>
          <p:nvPr/>
        </p:nvPicPr>
        <p:blipFill>
          <a:blip r:embed="rId13"/>
          <a:srcRect r="28"/>
          <a:stretch/>
        </p:blipFill>
        <p:spPr>
          <a:xfrm>
            <a:off x="4987826" y="897985"/>
            <a:ext cx="25357" cy="44541"/>
          </a:xfrm>
          <a:prstGeom prst="rect">
            <a:avLst/>
          </a:prstGeom>
        </p:spPr>
      </p:pic>
      <p:pic>
        <p:nvPicPr>
          <p:cNvPr id="82" name="Image 78" descr="preencoded.png"/>
          <p:cNvPicPr>
            <a:picLocks noChangeAspect="1"/>
          </p:cNvPicPr>
          <p:nvPr/>
        </p:nvPicPr>
        <p:blipFill>
          <a:blip r:embed="rId7"/>
          <a:srcRect r="12"/>
          <a:stretch/>
        </p:blipFill>
        <p:spPr>
          <a:xfrm>
            <a:off x="5024419" y="911332"/>
            <a:ext cx="24426" cy="31218"/>
          </a:xfrm>
          <a:prstGeom prst="rect">
            <a:avLst/>
          </a:prstGeom>
        </p:spPr>
      </p:pic>
      <p:pic>
        <p:nvPicPr>
          <p:cNvPr id="83" name="Image 79" descr="preencoded.png"/>
          <p:cNvPicPr>
            <a:picLocks noChangeAspect="1"/>
          </p:cNvPicPr>
          <p:nvPr/>
        </p:nvPicPr>
        <p:blipFill>
          <a:blip r:embed="rId25"/>
          <a:srcRect/>
          <a:stretch/>
        </p:blipFill>
        <p:spPr>
          <a:xfrm>
            <a:off x="5060193" y="911357"/>
            <a:ext cx="14064" cy="30506"/>
          </a:xfrm>
          <a:prstGeom prst="rect">
            <a:avLst/>
          </a:prstGeom>
        </p:spPr>
      </p:pic>
      <p:pic>
        <p:nvPicPr>
          <p:cNvPr id="84" name="Image 80" descr="preencoded.png"/>
          <p:cNvPicPr>
            <a:picLocks noChangeAspect="1"/>
          </p:cNvPicPr>
          <p:nvPr/>
        </p:nvPicPr>
        <p:blipFill>
          <a:blip r:embed="rId19"/>
          <a:srcRect r="-4"/>
          <a:stretch/>
        </p:blipFill>
        <p:spPr>
          <a:xfrm>
            <a:off x="5082146" y="911383"/>
            <a:ext cx="23031" cy="31168"/>
          </a:xfrm>
          <a:prstGeom prst="rect">
            <a:avLst/>
          </a:prstGeom>
        </p:spPr>
      </p:pic>
      <p:pic>
        <p:nvPicPr>
          <p:cNvPr id="85" name="Image 81" descr="preencoded.png"/>
          <p:cNvPicPr>
            <a:picLocks noChangeAspect="1"/>
          </p:cNvPicPr>
          <p:nvPr/>
        </p:nvPicPr>
        <p:blipFill>
          <a:blip r:embed="rId9"/>
          <a:srcRect r="23"/>
          <a:stretch/>
        </p:blipFill>
        <p:spPr>
          <a:xfrm>
            <a:off x="5115465" y="912069"/>
            <a:ext cx="22213" cy="29793"/>
          </a:xfrm>
          <a:prstGeom prst="rect">
            <a:avLst/>
          </a:prstGeom>
        </p:spPr>
      </p:pic>
      <p:pic>
        <p:nvPicPr>
          <p:cNvPr id="86" name="Image 82" descr="preencoded.png"/>
          <p:cNvPicPr>
            <a:picLocks noChangeAspect="1"/>
          </p:cNvPicPr>
          <p:nvPr/>
        </p:nvPicPr>
        <p:blipFill>
          <a:blip r:embed="rId8"/>
          <a:srcRect r="243"/>
          <a:stretch/>
        </p:blipFill>
        <p:spPr>
          <a:xfrm>
            <a:off x="5148672" y="899192"/>
            <a:ext cx="3702" cy="42673"/>
          </a:xfrm>
          <a:prstGeom prst="rect">
            <a:avLst/>
          </a:prstGeom>
        </p:spPr>
      </p:pic>
      <p:pic>
        <p:nvPicPr>
          <p:cNvPr id="87" name="Image 83" descr="preencoded.png"/>
          <p:cNvPicPr>
            <a:picLocks noChangeAspect="1"/>
          </p:cNvPicPr>
          <p:nvPr/>
        </p:nvPicPr>
        <p:blipFill>
          <a:blip r:embed="rId26"/>
          <a:srcRect/>
          <a:stretch/>
        </p:blipFill>
        <p:spPr>
          <a:xfrm>
            <a:off x="5166233" y="912048"/>
            <a:ext cx="23496" cy="30505"/>
          </a:xfrm>
          <a:prstGeom prst="rect">
            <a:avLst/>
          </a:prstGeom>
        </p:spPr>
      </p:pic>
      <p:pic>
        <p:nvPicPr>
          <p:cNvPr id="88" name="Image 84" descr="preencoded.png"/>
          <p:cNvPicPr>
            <a:picLocks noChangeAspect="1"/>
          </p:cNvPicPr>
          <p:nvPr/>
        </p:nvPicPr>
        <p:blipFill>
          <a:blip r:embed="rId15"/>
          <a:srcRect r="-4"/>
          <a:stretch/>
        </p:blipFill>
        <p:spPr>
          <a:xfrm>
            <a:off x="5203068" y="911332"/>
            <a:ext cx="23496" cy="30505"/>
          </a:xfrm>
          <a:prstGeom prst="rect">
            <a:avLst/>
          </a:prstGeom>
        </p:spPr>
      </p:pic>
      <p:pic>
        <p:nvPicPr>
          <p:cNvPr id="89" name="Image 85" descr="preencoded.png"/>
          <p:cNvPicPr>
            <a:picLocks noChangeAspect="1"/>
          </p:cNvPicPr>
          <p:nvPr/>
        </p:nvPicPr>
        <p:blipFill>
          <a:blip r:embed="rId11"/>
          <a:srcRect r="5"/>
          <a:stretch/>
        </p:blipFill>
        <p:spPr>
          <a:xfrm>
            <a:off x="5257949" y="911383"/>
            <a:ext cx="18752" cy="31218"/>
          </a:xfrm>
          <a:prstGeom prst="rect">
            <a:avLst/>
          </a:prstGeom>
        </p:spPr>
      </p:pic>
      <p:pic>
        <p:nvPicPr>
          <p:cNvPr id="90" name="Image 86" descr="preencoded.png"/>
          <p:cNvPicPr>
            <a:picLocks noChangeAspect="1"/>
          </p:cNvPicPr>
          <p:nvPr/>
        </p:nvPicPr>
        <p:blipFill>
          <a:blip r:embed="rId27"/>
          <a:srcRect r="20"/>
          <a:stretch/>
        </p:blipFill>
        <p:spPr>
          <a:xfrm>
            <a:off x="5283733" y="912022"/>
            <a:ext cx="24892" cy="29817"/>
          </a:xfrm>
          <a:prstGeom prst="rect">
            <a:avLst/>
          </a:prstGeom>
        </p:spPr>
      </p:pic>
      <p:pic>
        <p:nvPicPr>
          <p:cNvPr id="91" name="Image 87" descr="preencoded.png"/>
          <p:cNvPicPr>
            <a:picLocks noChangeAspect="1"/>
          </p:cNvPicPr>
          <p:nvPr/>
        </p:nvPicPr>
        <p:blipFill>
          <a:blip r:embed="rId8"/>
          <a:srcRect r="108"/>
          <a:stretch/>
        </p:blipFill>
        <p:spPr>
          <a:xfrm>
            <a:off x="5318317" y="899192"/>
            <a:ext cx="3683" cy="42673"/>
          </a:xfrm>
          <a:prstGeom prst="rect">
            <a:avLst/>
          </a:prstGeom>
        </p:spPr>
      </p:pic>
      <p:pic>
        <p:nvPicPr>
          <p:cNvPr id="92" name="Image 88" descr="preencoded.png"/>
          <p:cNvPicPr>
            <a:picLocks noChangeAspect="1"/>
          </p:cNvPicPr>
          <p:nvPr/>
        </p:nvPicPr>
        <p:blipFill>
          <a:blip r:embed="rId9"/>
          <a:srcRect r="23"/>
          <a:stretch/>
        </p:blipFill>
        <p:spPr>
          <a:xfrm>
            <a:off x="5333144" y="912069"/>
            <a:ext cx="22213" cy="29793"/>
          </a:xfrm>
          <a:prstGeom prst="rect">
            <a:avLst/>
          </a:prstGeom>
        </p:spPr>
      </p:pic>
      <p:pic>
        <p:nvPicPr>
          <p:cNvPr id="93" name="Image 89" descr="preencoded.png"/>
          <p:cNvPicPr>
            <a:picLocks noChangeAspect="1"/>
          </p:cNvPicPr>
          <p:nvPr/>
        </p:nvPicPr>
        <p:blipFill>
          <a:blip r:embed="rId10"/>
          <a:srcRect r="43"/>
          <a:stretch/>
        </p:blipFill>
        <p:spPr>
          <a:xfrm>
            <a:off x="5366128" y="911357"/>
            <a:ext cx="14027" cy="30506"/>
          </a:xfrm>
          <a:prstGeom prst="rect">
            <a:avLst/>
          </a:prstGeom>
        </p:spPr>
      </p:pic>
      <p:pic>
        <p:nvPicPr>
          <p:cNvPr id="94" name="Image 90" descr="preencoded.png"/>
          <p:cNvPicPr>
            <a:picLocks noChangeAspect="1"/>
          </p:cNvPicPr>
          <p:nvPr/>
        </p:nvPicPr>
        <p:blipFill>
          <a:blip r:embed="rId19"/>
          <a:srcRect r="-9"/>
          <a:stretch/>
        </p:blipFill>
        <p:spPr>
          <a:xfrm>
            <a:off x="5388118" y="911383"/>
            <a:ext cx="23031" cy="31168"/>
          </a:xfrm>
          <a:prstGeom prst="rect">
            <a:avLst/>
          </a:prstGeom>
        </p:spPr>
      </p:pic>
      <p:pic>
        <p:nvPicPr>
          <p:cNvPr id="95" name="Image 91" descr="preencoded.png"/>
          <p:cNvPicPr>
            <a:picLocks noChangeAspect="1"/>
          </p:cNvPicPr>
          <p:nvPr/>
        </p:nvPicPr>
        <p:blipFill>
          <a:blip r:embed="rId28"/>
          <a:srcRect r="5"/>
          <a:stretch/>
        </p:blipFill>
        <p:spPr>
          <a:xfrm>
            <a:off x="4582474" y="643890"/>
            <a:ext cx="165869" cy="183697"/>
          </a:xfrm>
          <a:prstGeom prst="rect">
            <a:avLst/>
          </a:prstGeom>
        </p:spPr>
      </p:pic>
      <p:sp>
        <p:nvSpPr>
          <p:cNvPr id="96" name="Shape 2"/>
          <p:cNvSpPr/>
          <p:nvPr/>
        </p:nvSpPr>
        <p:spPr>
          <a:xfrm>
            <a:off x="6210300" y="476250"/>
            <a:ext cx="952500" cy="476250"/>
          </a:xfrm>
          <a:prstGeom prst="rect">
            <a:avLst/>
          </a:prstGeom>
          <a:noFill/>
          <a:ln/>
        </p:spPr>
        <p:txBody>
          <a:bodyPr/>
          <a:lstStyle/>
          <a:p>
            <a:endParaRPr lang="en-IT"/>
          </a:p>
        </p:txBody>
      </p:sp>
      <p:pic>
        <p:nvPicPr>
          <p:cNvPr id="97" name="Image 92" descr="preencoded.png"/>
          <p:cNvPicPr>
            <a:picLocks noChangeAspect="1"/>
          </p:cNvPicPr>
          <p:nvPr/>
        </p:nvPicPr>
        <p:blipFill>
          <a:blip r:embed="rId29"/>
          <a:srcRect r="2"/>
          <a:stretch/>
        </p:blipFill>
        <p:spPr>
          <a:xfrm>
            <a:off x="6738082" y="651111"/>
            <a:ext cx="49895" cy="56052"/>
          </a:xfrm>
          <a:prstGeom prst="rect">
            <a:avLst/>
          </a:prstGeom>
        </p:spPr>
      </p:pic>
      <p:pic>
        <p:nvPicPr>
          <p:cNvPr id="98" name="Image 93" descr="preencoded.png"/>
          <p:cNvPicPr>
            <a:picLocks noChangeAspect="1"/>
          </p:cNvPicPr>
          <p:nvPr/>
        </p:nvPicPr>
        <p:blipFill>
          <a:blip r:embed="rId30"/>
          <a:srcRect/>
          <a:stretch/>
        </p:blipFill>
        <p:spPr>
          <a:xfrm>
            <a:off x="6796943" y="651034"/>
            <a:ext cx="58843" cy="56145"/>
          </a:xfrm>
          <a:prstGeom prst="rect">
            <a:avLst/>
          </a:prstGeom>
        </p:spPr>
      </p:pic>
      <p:pic>
        <p:nvPicPr>
          <p:cNvPr id="99" name="Image 94" descr="preencoded.png"/>
          <p:cNvPicPr>
            <a:picLocks noChangeAspect="1"/>
          </p:cNvPicPr>
          <p:nvPr/>
        </p:nvPicPr>
        <p:blipFill>
          <a:blip r:embed="rId31"/>
          <a:srcRect r="16"/>
          <a:stretch/>
        </p:blipFill>
        <p:spPr>
          <a:xfrm>
            <a:off x="6865441" y="651817"/>
            <a:ext cx="37430" cy="54710"/>
          </a:xfrm>
          <a:prstGeom prst="rect">
            <a:avLst/>
          </a:prstGeom>
        </p:spPr>
      </p:pic>
      <p:pic>
        <p:nvPicPr>
          <p:cNvPr id="100" name="Image 95" descr="preencoded.png"/>
          <p:cNvPicPr>
            <a:picLocks noChangeAspect="1"/>
          </p:cNvPicPr>
          <p:nvPr/>
        </p:nvPicPr>
        <p:blipFill>
          <a:blip r:embed="rId32"/>
          <a:srcRect/>
          <a:stretch/>
        </p:blipFill>
        <p:spPr>
          <a:xfrm>
            <a:off x="6910685" y="651817"/>
            <a:ext cx="7851" cy="54710"/>
          </a:xfrm>
          <a:prstGeom prst="rect">
            <a:avLst/>
          </a:prstGeom>
        </p:spPr>
      </p:pic>
      <p:pic>
        <p:nvPicPr>
          <p:cNvPr id="101" name="Image 96" descr="preencoded.png"/>
          <p:cNvPicPr>
            <a:picLocks noChangeAspect="1"/>
          </p:cNvPicPr>
          <p:nvPr/>
        </p:nvPicPr>
        <p:blipFill>
          <a:blip r:embed="rId33"/>
          <a:srcRect/>
          <a:stretch/>
        </p:blipFill>
        <p:spPr>
          <a:xfrm>
            <a:off x="6930647" y="651817"/>
            <a:ext cx="31756" cy="54673"/>
          </a:xfrm>
          <a:prstGeom prst="rect">
            <a:avLst/>
          </a:prstGeom>
        </p:spPr>
      </p:pic>
      <p:pic>
        <p:nvPicPr>
          <p:cNvPr id="102" name="Image 97" descr="preencoded.png"/>
          <p:cNvPicPr>
            <a:picLocks noChangeAspect="1"/>
          </p:cNvPicPr>
          <p:nvPr/>
        </p:nvPicPr>
        <p:blipFill>
          <a:blip r:embed="rId34"/>
          <a:srcRect/>
          <a:stretch/>
        </p:blipFill>
        <p:spPr>
          <a:xfrm>
            <a:off x="6970979" y="651817"/>
            <a:ext cx="42193" cy="54710"/>
          </a:xfrm>
          <a:prstGeom prst="rect">
            <a:avLst/>
          </a:prstGeom>
        </p:spPr>
      </p:pic>
      <p:pic>
        <p:nvPicPr>
          <p:cNvPr id="103" name="Image 98" descr="preencoded.png"/>
          <p:cNvPicPr>
            <a:picLocks noChangeAspect="1"/>
          </p:cNvPicPr>
          <p:nvPr/>
        </p:nvPicPr>
        <p:blipFill>
          <a:blip r:embed="rId35"/>
          <a:srcRect/>
          <a:stretch/>
        </p:blipFill>
        <p:spPr>
          <a:xfrm>
            <a:off x="7019441" y="651817"/>
            <a:ext cx="50676" cy="54710"/>
          </a:xfrm>
          <a:prstGeom prst="rect">
            <a:avLst/>
          </a:prstGeom>
        </p:spPr>
      </p:pic>
      <p:pic>
        <p:nvPicPr>
          <p:cNvPr id="104" name="Image 99" descr="preencoded.png"/>
          <p:cNvPicPr>
            <a:picLocks noChangeAspect="1"/>
          </p:cNvPicPr>
          <p:nvPr/>
        </p:nvPicPr>
        <p:blipFill>
          <a:blip r:embed="rId30"/>
          <a:srcRect/>
          <a:stretch/>
        </p:blipFill>
        <p:spPr>
          <a:xfrm>
            <a:off x="7079363" y="651034"/>
            <a:ext cx="58843" cy="56145"/>
          </a:xfrm>
          <a:prstGeom prst="rect">
            <a:avLst/>
          </a:prstGeom>
        </p:spPr>
      </p:pic>
      <p:pic>
        <p:nvPicPr>
          <p:cNvPr id="105" name="Image 100" descr="preencoded.png"/>
          <p:cNvPicPr>
            <a:picLocks noChangeAspect="1"/>
          </p:cNvPicPr>
          <p:nvPr/>
        </p:nvPicPr>
        <p:blipFill>
          <a:blip r:embed="rId36"/>
          <a:srcRect r="2"/>
          <a:stretch/>
        </p:blipFill>
        <p:spPr>
          <a:xfrm>
            <a:off x="6740072" y="737606"/>
            <a:ext cx="50304" cy="54674"/>
          </a:xfrm>
          <a:prstGeom prst="rect">
            <a:avLst/>
          </a:prstGeom>
        </p:spPr>
      </p:pic>
      <p:pic>
        <p:nvPicPr>
          <p:cNvPr id="106" name="Image 101" descr="preencoded.png"/>
          <p:cNvPicPr>
            <a:picLocks noChangeAspect="1"/>
          </p:cNvPicPr>
          <p:nvPr/>
        </p:nvPicPr>
        <p:blipFill>
          <a:blip r:embed="rId33"/>
          <a:srcRect/>
          <a:stretch/>
        </p:blipFill>
        <p:spPr>
          <a:xfrm>
            <a:off x="6800199" y="737606"/>
            <a:ext cx="31756" cy="54674"/>
          </a:xfrm>
          <a:prstGeom prst="rect">
            <a:avLst/>
          </a:prstGeom>
        </p:spPr>
      </p:pic>
      <p:pic>
        <p:nvPicPr>
          <p:cNvPr id="107" name="Image 102" descr="preencoded.png"/>
          <p:cNvPicPr>
            <a:picLocks noChangeAspect="1"/>
          </p:cNvPicPr>
          <p:nvPr/>
        </p:nvPicPr>
        <p:blipFill>
          <a:blip r:embed="rId33"/>
          <a:srcRect/>
          <a:stretch/>
        </p:blipFill>
        <p:spPr>
          <a:xfrm>
            <a:off x="6862576" y="737606"/>
            <a:ext cx="31756" cy="54674"/>
          </a:xfrm>
          <a:prstGeom prst="rect">
            <a:avLst/>
          </a:prstGeom>
        </p:spPr>
      </p:pic>
      <p:pic>
        <p:nvPicPr>
          <p:cNvPr id="108" name="Image 103" descr="preencoded.png"/>
          <p:cNvPicPr>
            <a:picLocks noChangeAspect="1"/>
          </p:cNvPicPr>
          <p:nvPr/>
        </p:nvPicPr>
        <p:blipFill>
          <a:blip r:embed="rId37"/>
          <a:srcRect r="-6"/>
          <a:stretch/>
        </p:blipFill>
        <p:spPr>
          <a:xfrm>
            <a:off x="6899932" y="736897"/>
            <a:ext cx="30882" cy="56052"/>
          </a:xfrm>
          <a:prstGeom prst="rect">
            <a:avLst/>
          </a:prstGeom>
        </p:spPr>
      </p:pic>
      <p:pic>
        <p:nvPicPr>
          <p:cNvPr id="109" name="Image 104" descr="preencoded.png"/>
          <p:cNvPicPr>
            <a:picLocks noChangeAspect="1"/>
          </p:cNvPicPr>
          <p:nvPr/>
        </p:nvPicPr>
        <p:blipFill>
          <a:blip r:embed="rId38"/>
          <a:srcRect r="6"/>
          <a:stretch/>
        </p:blipFill>
        <p:spPr>
          <a:xfrm>
            <a:off x="6939000" y="737532"/>
            <a:ext cx="34491" cy="54785"/>
          </a:xfrm>
          <a:prstGeom prst="rect">
            <a:avLst/>
          </a:prstGeom>
        </p:spPr>
      </p:pic>
      <p:pic>
        <p:nvPicPr>
          <p:cNvPr id="110" name="Image 105" descr="preencoded.png"/>
          <p:cNvPicPr>
            <a:picLocks noChangeAspect="1"/>
          </p:cNvPicPr>
          <p:nvPr/>
        </p:nvPicPr>
        <p:blipFill>
          <a:blip r:embed="rId39"/>
          <a:srcRect r="15" b="2"/>
          <a:stretch/>
        </p:blipFill>
        <p:spPr>
          <a:xfrm>
            <a:off x="6968840" y="737288"/>
            <a:ext cx="53522" cy="55027"/>
          </a:xfrm>
          <a:prstGeom prst="rect">
            <a:avLst/>
          </a:prstGeom>
        </p:spPr>
      </p:pic>
      <p:pic>
        <p:nvPicPr>
          <p:cNvPr id="111" name="Image 106" descr="preencoded.png"/>
          <p:cNvPicPr>
            <a:picLocks noChangeAspect="1"/>
          </p:cNvPicPr>
          <p:nvPr/>
        </p:nvPicPr>
        <p:blipFill>
          <a:blip r:embed="rId40"/>
          <a:srcRect/>
          <a:stretch/>
        </p:blipFill>
        <p:spPr>
          <a:xfrm>
            <a:off x="7028576" y="722720"/>
            <a:ext cx="50676" cy="69594"/>
          </a:xfrm>
          <a:prstGeom prst="rect">
            <a:avLst/>
          </a:prstGeom>
        </p:spPr>
      </p:pic>
      <p:pic>
        <p:nvPicPr>
          <p:cNvPr id="112" name="Image 107" descr="preencoded.png"/>
          <p:cNvPicPr>
            <a:picLocks noChangeAspect="1"/>
          </p:cNvPicPr>
          <p:nvPr/>
        </p:nvPicPr>
        <p:blipFill>
          <a:blip r:embed="rId39"/>
          <a:srcRect r="15" b="2"/>
          <a:stretch/>
        </p:blipFill>
        <p:spPr>
          <a:xfrm>
            <a:off x="7084926" y="737288"/>
            <a:ext cx="53522" cy="55027"/>
          </a:xfrm>
          <a:prstGeom prst="rect">
            <a:avLst/>
          </a:prstGeom>
        </p:spPr>
      </p:pic>
      <p:pic>
        <p:nvPicPr>
          <p:cNvPr id="113" name="Image 108" descr="preencoded.png"/>
          <p:cNvPicPr>
            <a:picLocks noChangeAspect="1"/>
          </p:cNvPicPr>
          <p:nvPr/>
        </p:nvPicPr>
        <p:blipFill>
          <a:blip r:embed="rId41"/>
          <a:srcRect/>
          <a:stretch/>
        </p:blipFill>
        <p:spPr>
          <a:xfrm>
            <a:off x="6580901" y="631791"/>
            <a:ext cx="49783" cy="14802"/>
          </a:xfrm>
          <a:prstGeom prst="rect">
            <a:avLst/>
          </a:prstGeom>
        </p:spPr>
      </p:pic>
      <p:pic>
        <p:nvPicPr>
          <p:cNvPr id="114" name="Image 109" descr="preencoded.png"/>
          <p:cNvPicPr>
            <a:picLocks noChangeAspect="1"/>
          </p:cNvPicPr>
          <p:nvPr/>
        </p:nvPicPr>
        <p:blipFill>
          <a:blip r:embed="rId42"/>
          <a:srcRect/>
          <a:stretch/>
        </p:blipFill>
        <p:spPr>
          <a:xfrm>
            <a:off x="6602016" y="626132"/>
            <a:ext cx="7516" cy="10705"/>
          </a:xfrm>
          <a:prstGeom prst="rect">
            <a:avLst/>
          </a:prstGeom>
        </p:spPr>
      </p:pic>
      <p:pic>
        <p:nvPicPr>
          <p:cNvPr id="115" name="Image 110" descr="preencoded.png"/>
          <p:cNvPicPr>
            <a:picLocks noChangeAspect="1"/>
          </p:cNvPicPr>
          <p:nvPr/>
        </p:nvPicPr>
        <p:blipFill>
          <a:blip r:embed="rId43"/>
          <a:srcRect/>
          <a:stretch/>
        </p:blipFill>
        <p:spPr>
          <a:xfrm>
            <a:off x="6603783" y="626527"/>
            <a:ext cx="4111" cy="9941"/>
          </a:xfrm>
          <a:prstGeom prst="rect">
            <a:avLst/>
          </a:prstGeom>
        </p:spPr>
      </p:pic>
      <p:pic>
        <p:nvPicPr>
          <p:cNvPr id="116" name="Image 111" descr="preencoded.png"/>
          <p:cNvPicPr>
            <a:picLocks noChangeAspect="1"/>
          </p:cNvPicPr>
          <p:nvPr/>
        </p:nvPicPr>
        <p:blipFill>
          <a:blip r:embed="rId44"/>
          <a:srcRect/>
          <a:stretch/>
        </p:blipFill>
        <p:spPr>
          <a:xfrm>
            <a:off x="6587654" y="645476"/>
            <a:ext cx="37021" cy="7724"/>
          </a:xfrm>
          <a:prstGeom prst="rect">
            <a:avLst/>
          </a:prstGeom>
        </p:spPr>
      </p:pic>
      <p:pic>
        <p:nvPicPr>
          <p:cNvPr id="117" name="Image 112" descr="preencoded.png"/>
          <p:cNvPicPr>
            <a:picLocks noChangeAspect="1"/>
          </p:cNvPicPr>
          <p:nvPr/>
        </p:nvPicPr>
        <p:blipFill>
          <a:blip r:embed="rId45"/>
          <a:srcRect/>
          <a:stretch/>
        </p:blipFill>
        <p:spPr>
          <a:xfrm>
            <a:off x="6588956" y="649918"/>
            <a:ext cx="33672" cy="7612"/>
          </a:xfrm>
          <a:prstGeom prst="rect">
            <a:avLst/>
          </a:prstGeom>
        </p:spPr>
      </p:pic>
      <p:pic>
        <p:nvPicPr>
          <p:cNvPr id="118" name="Image 113" descr="preencoded.png"/>
          <p:cNvPicPr>
            <a:picLocks noChangeAspect="1"/>
          </p:cNvPicPr>
          <p:nvPr/>
        </p:nvPicPr>
        <p:blipFill>
          <a:blip r:embed="rId46"/>
          <a:srcRect/>
          <a:stretch/>
        </p:blipFill>
        <p:spPr>
          <a:xfrm>
            <a:off x="6619838" y="630492"/>
            <a:ext cx="10530" cy="10369"/>
          </a:xfrm>
          <a:prstGeom prst="rect">
            <a:avLst/>
          </a:prstGeom>
        </p:spPr>
      </p:pic>
      <p:pic>
        <p:nvPicPr>
          <p:cNvPr id="119" name="Image 114" descr="preencoded.png"/>
          <p:cNvPicPr>
            <a:picLocks noChangeAspect="1"/>
          </p:cNvPicPr>
          <p:nvPr/>
        </p:nvPicPr>
        <p:blipFill>
          <a:blip r:embed="rId47"/>
          <a:srcRect/>
          <a:stretch/>
        </p:blipFill>
        <p:spPr>
          <a:xfrm>
            <a:off x="6608192" y="628012"/>
            <a:ext cx="10753" cy="8025"/>
          </a:xfrm>
          <a:prstGeom prst="rect">
            <a:avLst/>
          </a:prstGeom>
        </p:spPr>
      </p:pic>
      <p:pic>
        <p:nvPicPr>
          <p:cNvPr id="120" name="Image 115" descr="preencoded.png"/>
          <p:cNvPicPr>
            <a:picLocks noChangeAspect="1"/>
          </p:cNvPicPr>
          <p:nvPr/>
        </p:nvPicPr>
        <p:blipFill>
          <a:blip r:embed="rId48"/>
          <a:srcRect/>
          <a:stretch/>
        </p:blipFill>
        <p:spPr>
          <a:xfrm>
            <a:off x="6587542" y="641150"/>
            <a:ext cx="36965" cy="7023"/>
          </a:xfrm>
          <a:prstGeom prst="rect">
            <a:avLst/>
          </a:prstGeom>
        </p:spPr>
      </p:pic>
      <p:pic>
        <p:nvPicPr>
          <p:cNvPr id="121" name="Image 116" descr="preencoded.png"/>
          <p:cNvPicPr>
            <a:picLocks noChangeAspect="1"/>
          </p:cNvPicPr>
          <p:nvPr/>
        </p:nvPicPr>
        <p:blipFill>
          <a:blip r:embed="rId49"/>
          <a:srcRect/>
          <a:stretch/>
        </p:blipFill>
        <p:spPr>
          <a:xfrm>
            <a:off x="6589495" y="631942"/>
            <a:ext cx="3274" cy="3287"/>
          </a:xfrm>
          <a:prstGeom prst="rect">
            <a:avLst/>
          </a:prstGeom>
        </p:spPr>
      </p:pic>
      <p:pic>
        <p:nvPicPr>
          <p:cNvPr id="122" name="Image 117" descr="preencoded.png"/>
          <p:cNvPicPr>
            <a:picLocks noChangeAspect="1"/>
          </p:cNvPicPr>
          <p:nvPr/>
        </p:nvPicPr>
        <p:blipFill>
          <a:blip r:embed="rId49"/>
          <a:srcRect/>
          <a:stretch/>
        </p:blipFill>
        <p:spPr>
          <a:xfrm>
            <a:off x="6590054" y="628330"/>
            <a:ext cx="3274" cy="3287"/>
          </a:xfrm>
          <a:prstGeom prst="rect">
            <a:avLst/>
          </a:prstGeom>
        </p:spPr>
      </p:pic>
      <p:pic>
        <p:nvPicPr>
          <p:cNvPr id="123" name="Image 118" descr="preencoded.png"/>
          <p:cNvPicPr>
            <a:picLocks noChangeAspect="1"/>
          </p:cNvPicPr>
          <p:nvPr/>
        </p:nvPicPr>
        <p:blipFill>
          <a:blip r:embed="rId49"/>
          <a:srcRect/>
          <a:stretch/>
        </p:blipFill>
        <p:spPr>
          <a:xfrm>
            <a:off x="6592658" y="626058"/>
            <a:ext cx="3274" cy="3287"/>
          </a:xfrm>
          <a:prstGeom prst="rect">
            <a:avLst/>
          </a:prstGeom>
        </p:spPr>
      </p:pic>
      <p:pic>
        <p:nvPicPr>
          <p:cNvPr id="124" name="Image 119" descr="preencoded.png"/>
          <p:cNvPicPr>
            <a:picLocks noChangeAspect="1"/>
          </p:cNvPicPr>
          <p:nvPr/>
        </p:nvPicPr>
        <p:blipFill>
          <a:blip r:embed="rId49"/>
          <a:srcRect/>
          <a:stretch/>
        </p:blipFill>
        <p:spPr>
          <a:xfrm>
            <a:off x="6595895" y="624966"/>
            <a:ext cx="3274" cy="3287"/>
          </a:xfrm>
          <a:prstGeom prst="rect">
            <a:avLst/>
          </a:prstGeom>
        </p:spPr>
      </p:pic>
      <p:pic>
        <p:nvPicPr>
          <p:cNvPr id="125" name="Image 120" descr="preencoded.png"/>
          <p:cNvPicPr>
            <a:picLocks noChangeAspect="1"/>
          </p:cNvPicPr>
          <p:nvPr/>
        </p:nvPicPr>
        <p:blipFill>
          <a:blip r:embed="rId49"/>
          <a:srcRect/>
          <a:stretch/>
        </p:blipFill>
        <p:spPr>
          <a:xfrm>
            <a:off x="6599206" y="625086"/>
            <a:ext cx="3274" cy="3287"/>
          </a:xfrm>
          <a:prstGeom prst="rect">
            <a:avLst/>
          </a:prstGeom>
        </p:spPr>
      </p:pic>
      <p:pic>
        <p:nvPicPr>
          <p:cNvPr id="126" name="Image 121" descr="preencoded.png"/>
          <p:cNvPicPr>
            <a:picLocks noChangeAspect="1"/>
          </p:cNvPicPr>
          <p:nvPr/>
        </p:nvPicPr>
        <p:blipFill>
          <a:blip r:embed="rId50"/>
          <a:srcRect/>
          <a:stretch/>
        </p:blipFill>
        <p:spPr>
          <a:xfrm>
            <a:off x="6580808" y="630492"/>
            <a:ext cx="10530" cy="10369"/>
          </a:xfrm>
          <a:prstGeom prst="rect">
            <a:avLst/>
          </a:prstGeom>
        </p:spPr>
      </p:pic>
      <p:pic>
        <p:nvPicPr>
          <p:cNvPr id="127" name="Image 122" descr="preencoded.png"/>
          <p:cNvPicPr>
            <a:picLocks noChangeAspect="1"/>
          </p:cNvPicPr>
          <p:nvPr/>
        </p:nvPicPr>
        <p:blipFill>
          <a:blip r:embed="rId51"/>
          <a:srcRect/>
          <a:stretch/>
        </p:blipFill>
        <p:spPr>
          <a:xfrm>
            <a:off x="6592286" y="628004"/>
            <a:ext cx="10734" cy="7950"/>
          </a:xfrm>
          <a:prstGeom prst="rect">
            <a:avLst/>
          </a:prstGeom>
        </p:spPr>
      </p:pic>
      <p:pic>
        <p:nvPicPr>
          <p:cNvPr id="128" name="Image 123" descr="preencoded.png"/>
          <p:cNvPicPr>
            <a:picLocks noChangeAspect="1"/>
          </p:cNvPicPr>
          <p:nvPr/>
        </p:nvPicPr>
        <p:blipFill>
          <a:blip r:embed="rId49"/>
          <a:srcRect/>
          <a:stretch/>
        </p:blipFill>
        <p:spPr>
          <a:xfrm>
            <a:off x="6578352" y="635841"/>
            <a:ext cx="3274" cy="3286"/>
          </a:xfrm>
          <a:prstGeom prst="rect">
            <a:avLst/>
          </a:prstGeom>
        </p:spPr>
      </p:pic>
      <p:pic>
        <p:nvPicPr>
          <p:cNvPr id="129" name="Image 124" descr="preencoded.png"/>
          <p:cNvPicPr>
            <a:picLocks noChangeAspect="1"/>
          </p:cNvPicPr>
          <p:nvPr/>
        </p:nvPicPr>
        <p:blipFill>
          <a:blip r:embed="rId49"/>
          <a:srcRect/>
          <a:stretch/>
        </p:blipFill>
        <p:spPr>
          <a:xfrm>
            <a:off x="6578743" y="632020"/>
            <a:ext cx="3274" cy="3287"/>
          </a:xfrm>
          <a:prstGeom prst="rect">
            <a:avLst/>
          </a:prstGeom>
        </p:spPr>
      </p:pic>
      <p:pic>
        <p:nvPicPr>
          <p:cNvPr id="130" name="Image 125" descr="preencoded.png"/>
          <p:cNvPicPr>
            <a:picLocks noChangeAspect="1"/>
          </p:cNvPicPr>
          <p:nvPr/>
        </p:nvPicPr>
        <p:blipFill>
          <a:blip r:embed="rId49"/>
          <a:srcRect/>
          <a:stretch/>
        </p:blipFill>
        <p:spPr>
          <a:xfrm>
            <a:off x="6581068" y="629117"/>
            <a:ext cx="3274" cy="3287"/>
          </a:xfrm>
          <a:prstGeom prst="rect">
            <a:avLst/>
          </a:prstGeom>
        </p:spPr>
      </p:pic>
      <p:pic>
        <p:nvPicPr>
          <p:cNvPr id="131" name="Image 126" descr="preencoded.png"/>
          <p:cNvPicPr>
            <a:picLocks noChangeAspect="1"/>
          </p:cNvPicPr>
          <p:nvPr/>
        </p:nvPicPr>
        <p:blipFill>
          <a:blip r:embed="rId49"/>
          <a:srcRect/>
          <a:stretch/>
        </p:blipFill>
        <p:spPr>
          <a:xfrm>
            <a:off x="6584193" y="627551"/>
            <a:ext cx="3274" cy="3287"/>
          </a:xfrm>
          <a:prstGeom prst="rect">
            <a:avLst/>
          </a:prstGeom>
        </p:spPr>
      </p:pic>
      <p:pic>
        <p:nvPicPr>
          <p:cNvPr id="132" name="Image 127" descr="preencoded.png"/>
          <p:cNvPicPr>
            <a:picLocks noChangeAspect="1"/>
          </p:cNvPicPr>
          <p:nvPr/>
        </p:nvPicPr>
        <p:blipFill>
          <a:blip r:embed="rId49"/>
          <a:srcRect/>
          <a:stretch/>
        </p:blipFill>
        <p:spPr>
          <a:xfrm>
            <a:off x="6587468" y="627682"/>
            <a:ext cx="3274" cy="3287"/>
          </a:xfrm>
          <a:prstGeom prst="rect">
            <a:avLst/>
          </a:prstGeom>
        </p:spPr>
      </p:pic>
      <p:pic>
        <p:nvPicPr>
          <p:cNvPr id="133" name="Image 128" descr="preencoded.png"/>
          <p:cNvPicPr>
            <a:picLocks noChangeAspect="1"/>
          </p:cNvPicPr>
          <p:nvPr/>
        </p:nvPicPr>
        <p:blipFill>
          <a:blip r:embed="rId52"/>
          <a:srcRect/>
          <a:stretch/>
        </p:blipFill>
        <p:spPr>
          <a:xfrm>
            <a:off x="6582984" y="638856"/>
            <a:ext cx="45634" cy="8704"/>
          </a:xfrm>
          <a:prstGeom prst="rect">
            <a:avLst/>
          </a:prstGeom>
        </p:spPr>
      </p:pic>
      <p:pic>
        <p:nvPicPr>
          <p:cNvPr id="134" name="Image 129" descr="preencoded.png"/>
          <p:cNvPicPr>
            <a:picLocks noChangeAspect="1"/>
          </p:cNvPicPr>
          <p:nvPr/>
        </p:nvPicPr>
        <p:blipFill>
          <a:blip r:embed="rId53"/>
          <a:srcRect/>
          <a:stretch/>
        </p:blipFill>
        <p:spPr>
          <a:xfrm>
            <a:off x="6586891" y="644185"/>
            <a:ext cx="37914" cy="4784"/>
          </a:xfrm>
          <a:prstGeom prst="rect">
            <a:avLst/>
          </a:prstGeom>
        </p:spPr>
      </p:pic>
      <p:pic>
        <p:nvPicPr>
          <p:cNvPr id="135" name="Image 130" descr="preencoded.png"/>
          <p:cNvPicPr>
            <a:picLocks noChangeAspect="1"/>
          </p:cNvPicPr>
          <p:nvPr/>
        </p:nvPicPr>
        <p:blipFill>
          <a:blip r:embed="rId49"/>
          <a:srcRect/>
          <a:stretch/>
        </p:blipFill>
        <p:spPr>
          <a:xfrm>
            <a:off x="6598537" y="647050"/>
            <a:ext cx="3200" cy="3213"/>
          </a:xfrm>
          <a:prstGeom prst="rect">
            <a:avLst/>
          </a:prstGeom>
        </p:spPr>
      </p:pic>
      <p:pic>
        <p:nvPicPr>
          <p:cNvPr id="136" name="Image 131" descr="preencoded.png"/>
          <p:cNvPicPr>
            <a:picLocks noChangeAspect="1"/>
          </p:cNvPicPr>
          <p:nvPr/>
        </p:nvPicPr>
        <p:blipFill>
          <a:blip r:embed="rId54"/>
          <a:srcRect/>
          <a:stretch/>
        </p:blipFill>
        <p:spPr>
          <a:xfrm>
            <a:off x="6602295" y="646995"/>
            <a:ext cx="7181" cy="2695"/>
          </a:xfrm>
          <a:prstGeom prst="rect">
            <a:avLst/>
          </a:prstGeom>
        </p:spPr>
      </p:pic>
      <p:pic>
        <p:nvPicPr>
          <p:cNvPr id="137" name="Image 132" descr="preencoded.png"/>
          <p:cNvPicPr>
            <a:picLocks noChangeAspect="1"/>
          </p:cNvPicPr>
          <p:nvPr/>
        </p:nvPicPr>
        <p:blipFill>
          <a:blip r:embed="rId55"/>
          <a:srcRect/>
          <a:stretch/>
        </p:blipFill>
        <p:spPr>
          <a:xfrm>
            <a:off x="6591672" y="647541"/>
            <a:ext cx="5916" cy="3208"/>
          </a:xfrm>
          <a:prstGeom prst="rect">
            <a:avLst/>
          </a:prstGeom>
        </p:spPr>
      </p:pic>
      <p:pic>
        <p:nvPicPr>
          <p:cNvPr id="138" name="Image 133" descr="preencoded.png"/>
          <p:cNvPicPr>
            <a:picLocks noChangeAspect="1"/>
          </p:cNvPicPr>
          <p:nvPr/>
        </p:nvPicPr>
        <p:blipFill>
          <a:blip r:embed="rId56"/>
          <a:srcRect/>
          <a:stretch/>
        </p:blipFill>
        <p:spPr>
          <a:xfrm>
            <a:off x="6587728" y="649267"/>
            <a:ext cx="4130" cy="3021"/>
          </a:xfrm>
          <a:prstGeom prst="rect">
            <a:avLst/>
          </a:prstGeom>
        </p:spPr>
      </p:pic>
      <p:pic>
        <p:nvPicPr>
          <p:cNvPr id="139" name="Image 134" descr="preencoded.png"/>
          <p:cNvPicPr>
            <a:picLocks noChangeAspect="1"/>
          </p:cNvPicPr>
          <p:nvPr/>
        </p:nvPicPr>
        <p:blipFill>
          <a:blip r:embed="rId49"/>
          <a:srcRect/>
          <a:stretch/>
        </p:blipFill>
        <p:spPr>
          <a:xfrm>
            <a:off x="6609885" y="647050"/>
            <a:ext cx="3200" cy="3213"/>
          </a:xfrm>
          <a:prstGeom prst="rect">
            <a:avLst/>
          </a:prstGeom>
        </p:spPr>
      </p:pic>
      <p:pic>
        <p:nvPicPr>
          <p:cNvPr id="140" name="Image 135" descr="preencoded.png"/>
          <p:cNvPicPr>
            <a:picLocks noChangeAspect="1"/>
          </p:cNvPicPr>
          <p:nvPr/>
        </p:nvPicPr>
        <p:blipFill>
          <a:blip r:embed="rId55"/>
          <a:srcRect/>
          <a:stretch/>
        </p:blipFill>
        <p:spPr>
          <a:xfrm>
            <a:off x="6613996" y="647541"/>
            <a:ext cx="5935" cy="3208"/>
          </a:xfrm>
          <a:prstGeom prst="rect">
            <a:avLst/>
          </a:prstGeom>
        </p:spPr>
      </p:pic>
      <p:pic>
        <p:nvPicPr>
          <p:cNvPr id="141" name="Image 136" descr="preencoded.png"/>
          <p:cNvPicPr>
            <a:picLocks noChangeAspect="1"/>
          </p:cNvPicPr>
          <p:nvPr/>
        </p:nvPicPr>
        <p:blipFill>
          <a:blip r:embed="rId49"/>
          <a:srcRect/>
          <a:stretch/>
        </p:blipFill>
        <p:spPr>
          <a:xfrm>
            <a:off x="6620452" y="649251"/>
            <a:ext cx="3888" cy="2909"/>
          </a:xfrm>
          <a:prstGeom prst="rect">
            <a:avLst/>
          </a:prstGeom>
        </p:spPr>
      </p:pic>
      <p:pic>
        <p:nvPicPr>
          <p:cNvPr id="142" name="Image 137" descr="preencoded.png"/>
          <p:cNvPicPr>
            <a:picLocks noChangeAspect="1"/>
          </p:cNvPicPr>
          <p:nvPr/>
        </p:nvPicPr>
        <p:blipFill>
          <a:blip r:embed="rId57"/>
          <a:srcRect/>
          <a:stretch/>
        </p:blipFill>
        <p:spPr>
          <a:xfrm>
            <a:off x="6590742" y="651692"/>
            <a:ext cx="28928" cy="3279"/>
          </a:xfrm>
          <a:prstGeom prst="rect">
            <a:avLst/>
          </a:prstGeom>
        </p:spPr>
      </p:pic>
      <p:pic>
        <p:nvPicPr>
          <p:cNvPr id="143" name="Image 138" descr="preencoded.png"/>
          <p:cNvPicPr>
            <a:picLocks noChangeAspect="1"/>
          </p:cNvPicPr>
          <p:nvPr/>
        </p:nvPicPr>
        <p:blipFill>
          <a:blip r:embed="rId49"/>
          <a:srcRect/>
          <a:stretch/>
        </p:blipFill>
        <p:spPr>
          <a:xfrm>
            <a:off x="6621568" y="641186"/>
            <a:ext cx="2437" cy="2888"/>
          </a:xfrm>
          <a:prstGeom prst="rect">
            <a:avLst/>
          </a:prstGeom>
        </p:spPr>
      </p:pic>
      <p:pic>
        <p:nvPicPr>
          <p:cNvPr id="144" name="Image 139" descr="preencoded.png"/>
          <p:cNvPicPr>
            <a:picLocks noChangeAspect="1"/>
          </p:cNvPicPr>
          <p:nvPr/>
        </p:nvPicPr>
        <p:blipFill>
          <a:blip r:embed="rId49"/>
          <a:srcRect/>
          <a:stretch/>
        </p:blipFill>
        <p:spPr>
          <a:xfrm>
            <a:off x="6610480" y="639008"/>
            <a:ext cx="2381" cy="2913"/>
          </a:xfrm>
          <a:prstGeom prst="rect">
            <a:avLst/>
          </a:prstGeom>
        </p:spPr>
      </p:pic>
      <p:pic>
        <p:nvPicPr>
          <p:cNvPr id="145" name="Image 140" descr="preencoded.png"/>
          <p:cNvPicPr>
            <a:picLocks noChangeAspect="1"/>
          </p:cNvPicPr>
          <p:nvPr/>
        </p:nvPicPr>
        <p:blipFill>
          <a:blip r:embed="rId49"/>
          <a:srcRect/>
          <a:stretch/>
        </p:blipFill>
        <p:spPr>
          <a:xfrm>
            <a:off x="6598760" y="639008"/>
            <a:ext cx="2381" cy="2913"/>
          </a:xfrm>
          <a:prstGeom prst="rect">
            <a:avLst/>
          </a:prstGeom>
        </p:spPr>
      </p:pic>
      <p:pic>
        <p:nvPicPr>
          <p:cNvPr id="146" name="Image 141" descr="preencoded.png"/>
          <p:cNvPicPr>
            <a:picLocks noChangeAspect="1"/>
          </p:cNvPicPr>
          <p:nvPr/>
        </p:nvPicPr>
        <p:blipFill>
          <a:blip r:embed="rId49"/>
          <a:srcRect/>
          <a:stretch/>
        </p:blipFill>
        <p:spPr>
          <a:xfrm>
            <a:off x="6587635" y="641186"/>
            <a:ext cx="2437" cy="2888"/>
          </a:xfrm>
          <a:prstGeom prst="rect">
            <a:avLst/>
          </a:prstGeom>
        </p:spPr>
      </p:pic>
      <p:pic>
        <p:nvPicPr>
          <p:cNvPr id="147" name="Image 142" descr="preencoded.png"/>
          <p:cNvPicPr>
            <a:picLocks noChangeAspect="1"/>
          </p:cNvPicPr>
          <p:nvPr/>
        </p:nvPicPr>
        <p:blipFill>
          <a:blip r:embed="rId58"/>
          <a:srcRect/>
          <a:stretch/>
        </p:blipFill>
        <p:spPr>
          <a:xfrm>
            <a:off x="6590872" y="634666"/>
            <a:ext cx="5060" cy="5939"/>
          </a:xfrm>
          <a:prstGeom prst="rect">
            <a:avLst/>
          </a:prstGeom>
        </p:spPr>
      </p:pic>
      <p:pic>
        <p:nvPicPr>
          <p:cNvPr id="148" name="Image 143" descr="preencoded.png"/>
          <p:cNvPicPr>
            <a:picLocks noChangeAspect="1"/>
          </p:cNvPicPr>
          <p:nvPr/>
        </p:nvPicPr>
        <p:blipFill>
          <a:blip r:embed="rId59"/>
          <a:srcRect/>
          <a:stretch/>
        </p:blipFill>
        <p:spPr>
          <a:xfrm>
            <a:off x="6589161" y="638542"/>
            <a:ext cx="5618" cy="4171"/>
          </a:xfrm>
          <a:prstGeom prst="rect">
            <a:avLst/>
          </a:prstGeom>
        </p:spPr>
      </p:pic>
      <p:pic>
        <p:nvPicPr>
          <p:cNvPr id="149" name="Image 144" descr="preencoded.png"/>
          <p:cNvPicPr>
            <a:picLocks noChangeAspect="1"/>
          </p:cNvPicPr>
          <p:nvPr/>
        </p:nvPicPr>
        <p:blipFill>
          <a:blip r:embed="rId59"/>
          <a:srcRect/>
          <a:stretch/>
        </p:blipFill>
        <p:spPr>
          <a:xfrm>
            <a:off x="6593402" y="637108"/>
            <a:ext cx="5655" cy="4201"/>
          </a:xfrm>
          <a:prstGeom prst="rect">
            <a:avLst/>
          </a:prstGeom>
        </p:spPr>
      </p:pic>
      <p:pic>
        <p:nvPicPr>
          <p:cNvPr id="150" name="Image 145" descr="preencoded.png"/>
          <p:cNvPicPr>
            <a:picLocks noChangeAspect="1"/>
          </p:cNvPicPr>
          <p:nvPr/>
        </p:nvPicPr>
        <p:blipFill>
          <a:blip r:embed="rId60"/>
          <a:srcRect r="-118"/>
          <a:stretch/>
        </p:blipFill>
        <p:spPr>
          <a:xfrm>
            <a:off x="6603095" y="623338"/>
            <a:ext cx="4242" cy="4220"/>
          </a:xfrm>
          <a:prstGeom prst="rect">
            <a:avLst/>
          </a:prstGeom>
        </p:spPr>
      </p:pic>
      <p:pic>
        <p:nvPicPr>
          <p:cNvPr id="151" name="Image 146" descr="preencoded.png"/>
          <p:cNvPicPr>
            <a:picLocks noChangeAspect="1"/>
          </p:cNvPicPr>
          <p:nvPr/>
        </p:nvPicPr>
        <p:blipFill>
          <a:blip r:embed="rId61"/>
          <a:srcRect/>
          <a:stretch/>
        </p:blipFill>
        <p:spPr>
          <a:xfrm>
            <a:off x="6603095" y="618760"/>
            <a:ext cx="5414" cy="8544"/>
          </a:xfrm>
          <a:prstGeom prst="rect">
            <a:avLst/>
          </a:prstGeom>
        </p:spPr>
      </p:pic>
      <p:pic>
        <p:nvPicPr>
          <p:cNvPr id="152" name="Image 147" descr="preencoded.png"/>
          <p:cNvPicPr>
            <a:picLocks noChangeAspect="1"/>
          </p:cNvPicPr>
          <p:nvPr/>
        </p:nvPicPr>
        <p:blipFill>
          <a:blip r:embed="rId56"/>
          <a:srcRect/>
          <a:stretch/>
        </p:blipFill>
        <p:spPr>
          <a:xfrm>
            <a:off x="6603132" y="623338"/>
            <a:ext cx="4242" cy="4220"/>
          </a:xfrm>
          <a:prstGeom prst="rect">
            <a:avLst/>
          </a:prstGeom>
        </p:spPr>
      </p:pic>
      <p:pic>
        <p:nvPicPr>
          <p:cNvPr id="153" name="Image 148" descr="preencoded.png"/>
          <p:cNvPicPr>
            <a:picLocks noChangeAspect="1"/>
          </p:cNvPicPr>
          <p:nvPr/>
        </p:nvPicPr>
        <p:blipFill>
          <a:blip r:embed="rId62"/>
          <a:srcRect/>
          <a:stretch/>
        </p:blipFill>
        <p:spPr>
          <a:xfrm>
            <a:off x="6603095" y="623392"/>
            <a:ext cx="5432" cy="5343"/>
          </a:xfrm>
          <a:prstGeom prst="rect">
            <a:avLst/>
          </a:prstGeom>
        </p:spPr>
      </p:pic>
      <p:pic>
        <p:nvPicPr>
          <p:cNvPr id="154" name="Image 149" descr="preencoded.png"/>
          <p:cNvPicPr>
            <a:picLocks noChangeAspect="1"/>
          </p:cNvPicPr>
          <p:nvPr/>
        </p:nvPicPr>
        <p:blipFill>
          <a:blip r:embed="rId58"/>
          <a:srcRect/>
          <a:stretch/>
        </p:blipFill>
        <p:spPr>
          <a:xfrm>
            <a:off x="6603188" y="633178"/>
            <a:ext cx="5488" cy="6390"/>
          </a:xfrm>
          <a:prstGeom prst="rect">
            <a:avLst/>
          </a:prstGeom>
        </p:spPr>
      </p:pic>
      <p:pic>
        <p:nvPicPr>
          <p:cNvPr id="155" name="Image 150" descr="preencoded.png"/>
          <p:cNvPicPr>
            <a:picLocks noChangeAspect="1"/>
          </p:cNvPicPr>
          <p:nvPr/>
        </p:nvPicPr>
        <p:blipFill>
          <a:blip r:embed="rId63"/>
          <a:srcRect/>
          <a:stretch/>
        </p:blipFill>
        <p:spPr>
          <a:xfrm>
            <a:off x="6600881" y="636733"/>
            <a:ext cx="5730" cy="4304"/>
          </a:xfrm>
          <a:prstGeom prst="rect">
            <a:avLst/>
          </a:prstGeom>
        </p:spPr>
      </p:pic>
      <p:pic>
        <p:nvPicPr>
          <p:cNvPr id="156" name="Image 151" descr="preencoded.png"/>
          <p:cNvPicPr>
            <a:picLocks noChangeAspect="1"/>
          </p:cNvPicPr>
          <p:nvPr/>
        </p:nvPicPr>
        <p:blipFill>
          <a:blip r:embed="rId59"/>
          <a:srcRect/>
          <a:stretch/>
        </p:blipFill>
        <p:spPr>
          <a:xfrm>
            <a:off x="6605234" y="636733"/>
            <a:ext cx="5748" cy="4307"/>
          </a:xfrm>
          <a:prstGeom prst="rect">
            <a:avLst/>
          </a:prstGeom>
        </p:spPr>
      </p:pic>
      <p:pic>
        <p:nvPicPr>
          <p:cNvPr id="157" name="Image 152" descr="preencoded.png"/>
          <p:cNvPicPr>
            <a:picLocks noChangeAspect="1"/>
          </p:cNvPicPr>
          <p:nvPr/>
        </p:nvPicPr>
        <p:blipFill>
          <a:blip r:embed="rId59"/>
          <a:srcRect/>
          <a:stretch/>
        </p:blipFill>
        <p:spPr>
          <a:xfrm>
            <a:off x="6582128" y="639605"/>
            <a:ext cx="5283" cy="4355"/>
          </a:xfrm>
          <a:prstGeom prst="rect">
            <a:avLst/>
          </a:prstGeom>
        </p:spPr>
      </p:pic>
      <p:pic>
        <p:nvPicPr>
          <p:cNvPr id="158" name="Image 153" descr="preencoded.png"/>
          <p:cNvPicPr>
            <a:picLocks noChangeAspect="1"/>
          </p:cNvPicPr>
          <p:nvPr/>
        </p:nvPicPr>
        <p:blipFill>
          <a:blip r:embed="rId58"/>
          <a:srcRect/>
          <a:stretch/>
        </p:blipFill>
        <p:spPr>
          <a:xfrm>
            <a:off x="6615950" y="634666"/>
            <a:ext cx="5060" cy="5939"/>
          </a:xfrm>
          <a:prstGeom prst="rect">
            <a:avLst/>
          </a:prstGeom>
        </p:spPr>
      </p:pic>
      <p:pic>
        <p:nvPicPr>
          <p:cNvPr id="159" name="Image 154" descr="preencoded.png"/>
          <p:cNvPicPr>
            <a:picLocks noChangeAspect="1"/>
          </p:cNvPicPr>
          <p:nvPr/>
        </p:nvPicPr>
        <p:blipFill>
          <a:blip r:embed="rId59"/>
          <a:srcRect/>
          <a:stretch/>
        </p:blipFill>
        <p:spPr>
          <a:xfrm>
            <a:off x="6617029" y="638542"/>
            <a:ext cx="5618" cy="4172"/>
          </a:xfrm>
          <a:prstGeom prst="rect">
            <a:avLst/>
          </a:prstGeom>
        </p:spPr>
      </p:pic>
      <p:pic>
        <p:nvPicPr>
          <p:cNvPr id="160" name="Image 155" descr="preencoded.png"/>
          <p:cNvPicPr>
            <a:picLocks noChangeAspect="1"/>
          </p:cNvPicPr>
          <p:nvPr/>
        </p:nvPicPr>
        <p:blipFill>
          <a:blip r:embed="rId63"/>
          <a:srcRect/>
          <a:stretch/>
        </p:blipFill>
        <p:spPr>
          <a:xfrm>
            <a:off x="6612768" y="637108"/>
            <a:ext cx="5674" cy="4201"/>
          </a:xfrm>
          <a:prstGeom prst="rect">
            <a:avLst/>
          </a:prstGeom>
        </p:spPr>
      </p:pic>
      <p:pic>
        <p:nvPicPr>
          <p:cNvPr id="161" name="Image 156" descr="preencoded.png"/>
          <p:cNvPicPr>
            <a:picLocks noChangeAspect="1"/>
          </p:cNvPicPr>
          <p:nvPr/>
        </p:nvPicPr>
        <p:blipFill>
          <a:blip r:embed="rId59"/>
          <a:srcRect/>
          <a:stretch/>
        </p:blipFill>
        <p:spPr>
          <a:xfrm>
            <a:off x="6623912" y="639605"/>
            <a:ext cx="5321" cy="4354"/>
          </a:xfrm>
          <a:prstGeom prst="rect">
            <a:avLst/>
          </a:prstGeom>
        </p:spPr>
      </p:pic>
      <p:pic>
        <p:nvPicPr>
          <p:cNvPr id="162" name="Image 157" descr="preencoded.png"/>
          <p:cNvPicPr>
            <a:picLocks noChangeAspect="1"/>
          </p:cNvPicPr>
          <p:nvPr/>
        </p:nvPicPr>
        <p:blipFill>
          <a:blip r:embed="rId49"/>
          <a:srcRect/>
          <a:stretch/>
        </p:blipFill>
        <p:spPr>
          <a:xfrm>
            <a:off x="6604081" y="637031"/>
            <a:ext cx="3423" cy="3436"/>
          </a:xfrm>
          <a:prstGeom prst="rect">
            <a:avLst/>
          </a:prstGeom>
        </p:spPr>
      </p:pic>
      <p:pic>
        <p:nvPicPr>
          <p:cNvPr id="163" name="Image 158" descr="preencoded.png"/>
          <p:cNvPicPr>
            <a:picLocks noChangeAspect="1"/>
          </p:cNvPicPr>
          <p:nvPr/>
        </p:nvPicPr>
        <p:blipFill>
          <a:blip r:embed="rId64"/>
          <a:srcRect/>
          <a:stretch/>
        </p:blipFill>
        <p:spPr>
          <a:xfrm>
            <a:off x="6578705" y="639232"/>
            <a:ext cx="4632" cy="4855"/>
          </a:xfrm>
          <a:prstGeom prst="rect">
            <a:avLst/>
          </a:prstGeom>
        </p:spPr>
      </p:pic>
      <p:pic>
        <p:nvPicPr>
          <p:cNvPr id="164" name="Image 159" descr="preencoded.png"/>
          <p:cNvPicPr>
            <a:picLocks noChangeAspect="1"/>
          </p:cNvPicPr>
          <p:nvPr/>
        </p:nvPicPr>
        <p:blipFill>
          <a:blip r:embed="rId64"/>
          <a:srcRect/>
          <a:stretch/>
        </p:blipFill>
        <p:spPr>
          <a:xfrm>
            <a:off x="6627875" y="639232"/>
            <a:ext cx="4632" cy="5495"/>
          </a:xfrm>
          <a:prstGeom prst="rect">
            <a:avLst/>
          </a:prstGeom>
        </p:spPr>
      </p:pic>
      <p:pic>
        <p:nvPicPr>
          <p:cNvPr id="165" name="Image 160" descr="preencoded.png"/>
          <p:cNvPicPr>
            <a:picLocks noChangeAspect="1"/>
          </p:cNvPicPr>
          <p:nvPr/>
        </p:nvPicPr>
        <p:blipFill>
          <a:blip r:embed="rId49"/>
          <a:srcRect/>
          <a:stretch/>
        </p:blipFill>
        <p:spPr>
          <a:xfrm>
            <a:off x="6618722" y="631942"/>
            <a:ext cx="3274" cy="3287"/>
          </a:xfrm>
          <a:prstGeom prst="rect">
            <a:avLst/>
          </a:prstGeom>
        </p:spPr>
      </p:pic>
      <p:pic>
        <p:nvPicPr>
          <p:cNvPr id="166" name="Image 161" descr="preencoded.png"/>
          <p:cNvPicPr>
            <a:picLocks noChangeAspect="1"/>
          </p:cNvPicPr>
          <p:nvPr/>
        </p:nvPicPr>
        <p:blipFill>
          <a:blip r:embed="rId49"/>
          <a:srcRect/>
          <a:stretch/>
        </p:blipFill>
        <p:spPr>
          <a:xfrm>
            <a:off x="6618126" y="628330"/>
            <a:ext cx="3274" cy="3287"/>
          </a:xfrm>
          <a:prstGeom prst="rect">
            <a:avLst/>
          </a:prstGeom>
        </p:spPr>
      </p:pic>
      <p:pic>
        <p:nvPicPr>
          <p:cNvPr id="167" name="Image 162" descr="preencoded.png"/>
          <p:cNvPicPr>
            <a:picLocks noChangeAspect="1"/>
          </p:cNvPicPr>
          <p:nvPr/>
        </p:nvPicPr>
        <p:blipFill>
          <a:blip r:embed="rId49"/>
          <a:srcRect/>
          <a:stretch/>
        </p:blipFill>
        <p:spPr>
          <a:xfrm>
            <a:off x="6615540" y="626058"/>
            <a:ext cx="3274" cy="3287"/>
          </a:xfrm>
          <a:prstGeom prst="rect">
            <a:avLst/>
          </a:prstGeom>
        </p:spPr>
      </p:pic>
      <p:pic>
        <p:nvPicPr>
          <p:cNvPr id="168" name="Image 163" descr="preencoded.png"/>
          <p:cNvPicPr>
            <a:picLocks noChangeAspect="1"/>
          </p:cNvPicPr>
          <p:nvPr/>
        </p:nvPicPr>
        <p:blipFill>
          <a:blip r:embed="rId49"/>
          <a:srcRect/>
          <a:stretch/>
        </p:blipFill>
        <p:spPr>
          <a:xfrm>
            <a:off x="6612322" y="624966"/>
            <a:ext cx="3274" cy="3287"/>
          </a:xfrm>
          <a:prstGeom prst="rect">
            <a:avLst/>
          </a:prstGeom>
        </p:spPr>
      </p:pic>
      <p:pic>
        <p:nvPicPr>
          <p:cNvPr id="169" name="Image 164" descr="preencoded.png"/>
          <p:cNvPicPr>
            <a:picLocks noChangeAspect="1"/>
          </p:cNvPicPr>
          <p:nvPr/>
        </p:nvPicPr>
        <p:blipFill>
          <a:blip r:embed="rId49"/>
          <a:srcRect/>
          <a:stretch/>
        </p:blipFill>
        <p:spPr>
          <a:xfrm>
            <a:off x="6609011" y="625086"/>
            <a:ext cx="3274" cy="3287"/>
          </a:xfrm>
          <a:prstGeom prst="rect">
            <a:avLst/>
          </a:prstGeom>
        </p:spPr>
      </p:pic>
      <p:pic>
        <p:nvPicPr>
          <p:cNvPr id="170" name="Image 165" descr="preencoded.png"/>
          <p:cNvPicPr>
            <a:picLocks noChangeAspect="1"/>
          </p:cNvPicPr>
          <p:nvPr/>
        </p:nvPicPr>
        <p:blipFill>
          <a:blip r:embed="rId49"/>
          <a:srcRect/>
          <a:stretch/>
        </p:blipFill>
        <p:spPr>
          <a:xfrm>
            <a:off x="6629865" y="635841"/>
            <a:ext cx="3274" cy="3286"/>
          </a:xfrm>
          <a:prstGeom prst="rect">
            <a:avLst/>
          </a:prstGeom>
        </p:spPr>
      </p:pic>
      <p:pic>
        <p:nvPicPr>
          <p:cNvPr id="171" name="Image 166" descr="preencoded.png"/>
          <p:cNvPicPr>
            <a:picLocks noChangeAspect="1"/>
          </p:cNvPicPr>
          <p:nvPr/>
        </p:nvPicPr>
        <p:blipFill>
          <a:blip r:embed="rId49"/>
          <a:srcRect/>
          <a:stretch/>
        </p:blipFill>
        <p:spPr>
          <a:xfrm>
            <a:off x="6629456" y="632020"/>
            <a:ext cx="3274" cy="3287"/>
          </a:xfrm>
          <a:prstGeom prst="rect">
            <a:avLst/>
          </a:prstGeom>
        </p:spPr>
      </p:pic>
      <p:pic>
        <p:nvPicPr>
          <p:cNvPr id="172" name="Image 167" descr="preencoded.png"/>
          <p:cNvPicPr>
            <a:picLocks noChangeAspect="1"/>
          </p:cNvPicPr>
          <p:nvPr/>
        </p:nvPicPr>
        <p:blipFill>
          <a:blip r:embed="rId49"/>
          <a:srcRect/>
          <a:stretch/>
        </p:blipFill>
        <p:spPr>
          <a:xfrm>
            <a:off x="6627130" y="629117"/>
            <a:ext cx="3274" cy="3287"/>
          </a:xfrm>
          <a:prstGeom prst="rect">
            <a:avLst/>
          </a:prstGeom>
        </p:spPr>
      </p:pic>
      <p:pic>
        <p:nvPicPr>
          <p:cNvPr id="173" name="Image 168" descr="preencoded.png"/>
          <p:cNvPicPr>
            <a:picLocks noChangeAspect="1"/>
          </p:cNvPicPr>
          <p:nvPr/>
        </p:nvPicPr>
        <p:blipFill>
          <a:blip r:embed="rId49"/>
          <a:srcRect/>
          <a:stretch/>
        </p:blipFill>
        <p:spPr>
          <a:xfrm>
            <a:off x="6624024" y="627551"/>
            <a:ext cx="3274" cy="3287"/>
          </a:xfrm>
          <a:prstGeom prst="rect">
            <a:avLst/>
          </a:prstGeom>
        </p:spPr>
      </p:pic>
      <p:pic>
        <p:nvPicPr>
          <p:cNvPr id="174" name="Image 169" descr="preencoded.png"/>
          <p:cNvPicPr>
            <a:picLocks noChangeAspect="1"/>
          </p:cNvPicPr>
          <p:nvPr/>
        </p:nvPicPr>
        <p:blipFill>
          <a:blip r:embed="rId49"/>
          <a:srcRect/>
          <a:stretch/>
        </p:blipFill>
        <p:spPr>
          <a:xfrm>
            <a:off x="6620712" y="627682"/>
            <a:ext cx="3274" cy="3287"/>
          </a:xfrm>
          <a:prstGeom prst="rect">
            <a:avLst/>
          </a:prstGeom>
        </p:spPr>
      </p:pic>
      <p:pic>
        <p:nvPicPr>
          <p:cNvPr id="175" name="Image 170" descr="preencoded.png"/>
          <p:cNvPicPr>
            <a:picLocks noChangeAspect="1"/>
          </p:cNvPicPr>
          <p:nvPr/>
        </p:nvPicPr>
        <p:blipFill>
          <a:blip r:embed="rId49"/>
          <a:srcRect/>
          <a:stretch/>
        </p:blipFill>
        <p:spPr>
          <a:xfrm>
            <a:off x="6615950" y="638092"/>
            <a:ext cx="3423" cy="3437"/>
          </a:xfrm>
          <a:prstGeom prst="rect">
            <a:avLst/>
          </a:prstGeom>
        </p:spPr>
      </p:pic>
      <p:pic>
        <p:nvPicPr>
          <p:cNvPr id="176" name="Image 171" descr="preencoded.png"/>
          <p:cNvPicPr>
            <a:picLocks noChangeAspect="1"/>
          </p:cNvPicPr>
          <p:nvPr/>
        </p:nvPicPr>
        <p:blipFill>
          <a:blip r:embed="rId49"/>
          <a:srcRect/>
          <a:stretch/>
        </p:blipFill>
        <p:spPr>
          <a:xfrm>
            <a:off x="6592267" y="638092"/>
            <a:ext cx="3423" cy="3437"/>
          </a:xfrm>
          <a:prstGeom prst="rect">
            <a:avLst/>
          </a:prstGeom>
        </p:spPr>
      </p:pic>
      <p:pic>
        <p:nvPicPr>
          <p:cNvPr id="177" name="Image 172" descr="preencoded.png"/>
          <p:cNvPicPr>
            <a:picLocks noChangeAspect="1"/>
          </p:cNvPicPr>
          <p:nvPr/>
        </p:nvPicPr>
        <p:blipFill>
          <a:blip r:embed="rId49"/>
          <a:srcRect/>
          <a:stretch/>
        </p:blipFill>
        <p:spPr>
          <a:xfrm>
            <a:off x="6581645" y="641713"/>
            <a:ext cx="2958" cy="2905"/>
          </a:xfrm>
          <a:prstGeom prst="rect">
            <a:avLst/>
          </a:prstGeom>
        </p:spPr>
      </p:pic>
      <p:pic>
        <p:nvPicPr>
          <p:cNvPr id="178" name="Image 173" descr="preencoded.png"/>
          <p:cNvPicPr>
            <a:picLocks noChangeAspect="1"/>
          </p:cNvPicPr>
          <p:nvPr/>
        </p:nvPicPr>
        <p:blipFill>
          <a:blip r:embed="rId49"/>
          <a:srcRect/>
          <a:stretch/>
        </p:blipFill>
        <p:spPr>
          <a:xfrm>
            <a:off x="6626628" y="641713"/>
            <a:ext cx="2958" cy="2905"/>
          </a:xfrm>
          <a:prstGeom prst="rect">
            <a:avLst/>
          </a:prstGeom>
        </p:spPr>
      </p:pic>
      <p:pic>
        <p:nvPicPr>
          <p:cNvPr id="179" name="Image 174" descr="preencoded.png"/>
          <p:cNvPicPr>
            <a:picLocks noChangeAspect="1"/>
          </p:cNvPicPr>
          <p:nvPr/>
        </p:nvPicPr>
        <p:blipFill>
          <a:blip r:embed="rId65"/>
          <a:srcRect/>
          <a:stretch/>
        </p:blipFill>
        <p:spPr>
          <a:xfrm>
            <a:off x="6237461" y="625957"/>
            <a:ext cx="52369" cy="20744"/>
          </a:xfrm>
          <a:prstGeom prst="rect">
            <a:avLst/>
          </a:prstGeom>
        </p:spPr>
      </p:pic>
      <p:pic>
        <p:nvPicPr>
          <p:cNvPr id="180" name="Image 175" descr="preencoded.png"/>
          <p:cNvPicPr>
            <a:picLocks noChangeAspect="1"/>
          </p:cNvPicPr>
          <p:nvPr/>
        </p:nvPicPr>
        <p:blipFill>
          <a:blip r:embed="rId66"/>
          <a:srcRect/>
          <a:stretch/>
        </p:blipFill>
        <p:spPr>
          <a:xfrm>
            <a:off x="6260362" y="623601"/>
            <a:ext cx="7516" cy="13257"/>
          </a:xfrm>
          <a:prstGeom prst="rect">
            <a:avLst/>
          </a:prstGeom>
        </p:spPr>
      </p:pic>
      <p:pic>
        <p:nvPicPr>
          <p:cNvPr id="181" name="Image 176" descr="preencoded.png"/>
          <p:cNvPicPr>
            <a:picLocks noChangeAspect="1"/>
          </p:cNvPicPr>
          <p:nvPr/>
        </p:nvPicPr>
        <p:blipFill>
          <a:blip r:embed="rId67"/>
          <a:srcRect/>
          <a:stretch/>
        </p:blipFill>
        <p:spPr>
          <a:xfrm>
            <a:off x="6262129" y="624062"/>
            <a:ext cx="4111" cy="12307"/>
          </a:xfrm>
          <a:prstGeom prst="rect">
            <a:avLst/>
          </a:prstGeom>
        </p:spPr>
      </p:pic>
      <p:pic>
        <p:nvPicPr>
          <p:cNvPr id="182" name="Image 177" descr="preencoded.png"/>
          <p:cNvPicPr>
            <a:picLocks noChangeAspect="1"/>
          </p:cNvPicPr>
          <p:nvPr/>
        </p:nvPicPr>
        <p:blipFill>
          <a:blip r:embed="rId60"/>
          <a:srcRect r="-118"/>
          <a:stretch/>
        </p:blipFill>
        <p:spPr>
          <a:xfrm>
            <a:off x="6261422" y="621140"/>
            <a:ext cx="4242" cy="4238"/>
          </a:xfrm>
          <a:prstGeom prst="rect">
            <a:avLst/>
          </a:prstGeom>
        </p:spPr>
      </p:pic>
      <p:pic>
        <p:nvPicPr>
          <p:cNvPr id="183" name="Image 178" descr="preencoded.png"/>
          <p:cNvPicPr>
            <a:picLocks noChangeAspect="1"/>
          </p:cNvPicPr>
          <p:nvPr/>
        </p:nvPicPr>
        <p:blipFill>
          <a:blip r:embed="rId68"/>
          <a:srcRect/>
          <a:stretch/>
        </p:blipFill>
        <p:spPr>
          <a:xfrm>
            <a:off x="6261422" y="616556"/>
            <a:ext cx="5414" cy="8543"/>
          </a:xfrm>
          <a:prstGeom prst="rect">
            <a:avLst/>
          </a:prstGeom>
        </p:spPr>
      </p:pic>
      <p:pic>
        <p:nvPicPr>
          <p:cNvPr id="184" name="Image 179" descr="preencoded.png"/>
          <p:cNvPicPr>
            <a:picLocks noChangeAspect="1"/>
          </p:cNvPicPr>
          <p:nvPr/>
        </p:nvPicPr>
        <p:blipFill>
          <a:blip r:embed="rId56"/>
          <a:srcRect/>
          <a:stretch/>
        </p:blipFill>
        <p:spPr>
          <a:xfrm>
            <a:off x="6261404" y="621140"/>
            <a:ext cx="4242" cy="4238"/>
          </a:xfrm>
          <a:prstGeom prst="rect">
            <a:avLst/>
          </a:prstGeom>
        </p:spPr>
      </p:pic>
      <p:pic>
        <p:nvPicPr>
          <p:cNvPr id="185" name="Image 180" descr="preencoded.png"/>
          <p:cNvPicPr>
            <a:picLocks noChangeAspect="1"/>
          </p:cNvPicPr>
          <p:nvPr/>
        </p:nvPicPr>
        <p:blipFill>
          <a:blip r:embed="rId62"/>
          <a:srcRect/>
          <a:stretch/>
        </p:blipFill>
        <p:spPr>
          <a:xfrm>
            <a:off x="6261422" y="621194"/>
            <a:ext cx="5432" cy="5362"/>
          </a:xfrm>
          <a:prstGeom prst="rect">
            <a:avLst/>
          </a:prstGeom>
        </p:spPr>
      </p:pic>
      <p:pic>
        <p:nvPicPr>
          <p:cNvPr id="186" name="Image 181" descr="preencoded.png"/>
          <p:cNvPicPr>
            <a:picLocks noChangeAspect="1"/>
          </p:cNvPicPr>
          <p:nvPr/>
        </p:nvPicPr>
        <p:blipFill>
          <a:blip r:embed="rId69"/>
          <a:srcRect/>
          <a:stretch/>
        </p:blipFill>
        <p:spPr>
          <a:xfrm>
            <a:off x="6244475" y="627047"/>
            <a:ext cx="40351" cy="19261"/>
          </a:xfrm>
          <a:prstGeom prst="rect">
            <a:avLst/>
          </a:prstGeom>
        </p:spPr>
      </p:pic>
      <p:pic>
        <p:nvPicPr>
          <p:cNvPr id="187" name="Image 182" descr="preencoded.png"/>
          <p:cNvPicPr>
            <a:picLocks noChangeAspect="1"/>
          </p:cNvPicPr>
          <p:nvPr/>
        </p:nvPicPr>
        <p:blipFill>
          <a:blip r:embed="rId70"/>
          <a:srcRect/>
          <a:stretch/>
        </p:blipFill>
        <p:spPr>
          <a:xfrm>
            <a:off x="6244958" y="628818"/>
            <a:ext cx="11664" cy="10213"/>
          </a:xfrm>
          <a:prstGeom prst="rect">
            <a:avLst/>
          </a:prstGeom>
        </p:spPr>
      </p:pic>
      <p:pic>
        <p:nvPicPr>
          <p:cNvPr id="188" name="Image 183" descr="preencoded.png"/>
          <p:cNvPicPr>
            <a:picLocks noChangeAspect="1"/>
          </p:cNvPicPr>
          <p:nvPr/>
        </p:nvPicPr>
        <p:blipFill>
          <a:blip r:embed="rId70"/>
          <a:srcRect/>
          <a:stretch/>
        </p:blipFill>
        <p:spPr>
          <a:xfrm>
            <a:off x="6271375" y="628818"/>
            <a:ext cx="11664" cy="10213"/>
          </a:xfrm>
          <a:prstGeom prst="rect">
            <a:avLst/>
          </a:prstGeom>
        </p:spPr>
      </p:pic>
      <p:pic>
        <p:nvPicPr>
          <p:cNvPr id="189" name="Image 184" descr="preencoded.png"/>
          <p:cNvPicPr>
            <a:picLocks noChangeAspect="1"/>
          </p:cNvPicPr>
          <p:nvPr/>
        </p:nvPicPr>
        <p:blipFill>
          <a:blip r:embed="rId44"/>
          <a:srcRect/>
          <a:stretch/>
        </p:blipFill>
        <p:spPr>
          <a:xfrm>
            <a:off x="6246000" y="645465"/>
            <a:ext cx="37021" cy="7724"/>
          </a:xfrm>
          <a:prstGeom prst="rect">
            <a:avLst/>
          </a:prstGeom>
        </p:spPr>
      </p:pic>
      <p:pic>
        <p:nvPicPr>
          <p:cNvPr id="190" name="Image 185" descr="preencoded.png"/>
          <p:cNvPicPr>
            <a:picLocks noChangeAspect="1"/>
          </p:cNvPicPr>
          <p:nvPr/>
        </p:nvPicPr>
        <p:blipFill>
          <a:blip r:embed="rId45"/>
          <a:srcRect/>
          <a:stretch/>
        </p:blipFill>
        <p:spPr>
          <a:xfrm>
            <a:off x="6247302" y="649918"/>
            <a:ext cx="33672" cy="7612"/>
          </a:xfrm>
          <a:prstGeom prst="rect">
            <a:avLst/>
          </a:prstGeom>
        </p:spPr>
      </p:pic>
      <p:pic>
        <p:nvPicPr>
          <p:cNvPr id="191" name="Image 186" descr="preencoded.png"/>
          <p:cNvPicPr>
            <a:picLocks noChangeAspect="1"/>
          </p:cNvPicPr>
          <p:nvPr/>
        </p:nvPicPr>
        <p:blipFill>
          <a:blip r:embed="rId71"/>
          <a:srcRect r="8"/>
          <a:stretch/>
        </p:blipFill>
        <p:spPr>
          <a:xfrm>
            <a:off x="6245944" y="641150"/>
            <a:ext cx="35533" cy="5253"/>
          </a:xfrm>
          <a:prstGeom prst="rect">
            <a:avLst/>
          </a:prstGeom>
        </p:spPr>
      </p:pic>
      <p:pic>
        <p:nvPicPr>
          <p:cNvPr id="192" name="Image 187" descr="preencoded.png"/>
          <p:cNvPicPr>
            <a:picLocks noChangeAspect="1"/>
          </p:cNvPicPr>
          <p:nvPr/>
        </p:nvPicPr>
        <p:blipFill>
          <a:blip r:embed="rId52"/>
          <a:srcRect/>
          <a:stretch/>
        </p:blipFill>
        <p:spPr>
          <a:xfrm>
            <a:off x="6241349" y="638856"/>
            <a:ext cx="45597" cy="8704"/>
          </a:xfrm>
          <a:prstGeom prst="rect">
            <a:avLst/>
          </a:prstGeom>
        </p:spPr>
      </p:pic>
      <p:pic>
        <p:nvPicPr>
          <p:cNvPr id="193" name="Image 188" descr="preencoded.png"/>
          <p:cNvPicPr>
            <a:picLocks noChangeAspect="1"/>
          </p:cNvPicPr>
          <p:nvPr/>
        </p:nvPicPr>
        <p:blipFill>
          <a:blip r:embed="rId53"/>
          <a:srcRect/>
          <a:stretch/>
        </p:blipFill>
        <p:spPr>
          <a:xfrm>
            <a:off x="6245200" y="644185"/>
            <a:ext cx="37933" cy="4784"/>
          </a:xfrm>
          <a:prstGeom prst="rect">
            <a:avLst/>
          </a:prstGeom>
        </p:spPr>
      </p:pic>
      <p:pic>
        <p:nvPicPr>
          <p:cNvPr id="194" name="Image 189" descr="preencoded.png"/>
          <p:cNvPicPr>
            <a:picLocks noChangeAspect="1"/>
          </p:cNvPicPr>
          <p:nvPr/>
        </p:nvPicPr>
        <p:blipFill>
          <a:blip r:embed="rId49"/>
          <a:srcRect/>
          <a:stretch/>
        </p:blipFill>
        <p:spPr>
          <a:xfrm>
            <a:off x="6256883" y="647050"/>
            <a:ext cx="3200" cy="3213"/>
          </a:xfrm>
          <a:prstGeom prst="rect">
            <a:avLst/>
          </a:prstGeom>
        </p:spPr>
      </p:pic>
      <p:pic>
        <p:nvPicPr>
          <p:cNvPr id="195" name="Image 190" descr="preencoded.png"/>
          <p:cNvPicPr>
            <a:picLocks noChangeAspect="1"/>
          </p:cNvPicPr>
          <p:nvPr/>
        </p:nvPicPr>
        <p:blipFill>
          <a:blip r:embed="rId54"/>
          <a:srcRect/>
          <a:stretch/>
        </p:blipFill>
        <p:spPr>
          <a:xfrm>
            <a:off x="6260660" y="646991"/>
            <a:ext cx="7181" cy="2695"/>
          </a:xfrm>
          <a:prstGeom prst="rect">
            <a:avLst/>
          </a:prstGeom>
        </p:spPr>
      </p:pic>
      <p:pic>
        <p:nvPicPr>
          <p:cNvPr id="196" name="Image 191" descr="preencoded.png"/>
          <p:cNvPicPr>
            <a:picLocks noChangeAspect="1"/>
          </p:cNvPicPr>
          <p:nvPr/>
        </p:nvPicPr>
        <p:blipFill>
          <a:blip r:embed="rId55"/>
          <a:srcRect/>
          <a:stretch/>
        </p:blipFill>
        <p:spPr>
          <a:xfrm>
            <a:off x="6250056" y="647541"/>
            <a:ext cx="5916" cy="3208"/>
          </a:xfrm>
          <a:prstGeom prst="rect">
            <a:avLst/>
          </a:prstGeom>
        </p:spPr>
      </p:pic>
      <p:pic>
        <p:nvPicPr>
          <p:cNvPr id="197" name="Image 192" descr="preencoded.png"/>
          <p:cNvPicPr>
            <a:picLocks noChangeAspect="1"/>
          </p:cNvPicPr>
          <p:nvPr/>
        </p:nvPicPr>
        <p:blipFill>
          <a:blip r:embed="rId56"/>
          <a:srcRect/>
          <a:stretch/>
        </p:blipFill>
        <p:spPr>
          <a:xfrm>
            <a:off x="6246093" y="649267"/>
            <a:ext cx="4111" cy="3023"/>
          </a:xfrm>
          <a:prstGeom prst="rect">
            <a:avLst/>
          </a:prstGeom>
        </p:spPr>
      </p:pic>
      <p:pic>
        <p:nvPicPr>
          <p:cNvPr id="198" name="Image 193" descr="preencoded.png"/>
          <p:cNvPicPr>
            <a:picLocks noChangeAspect="1"/>
          </p:cNvPicPr>
          <p:nvPr/>
        </p:nvPicPr>
        <p:blipFill>
          <a:blip r:embed="rId49"/>
          <a:srcRect/>
          <a:stretch/>
        </p:blipFill>
        <p:spPr>
          <a:xfrm>
            <a:off x="6268231" y="647050"/>
            <a:ext cx="3200" cy="3213"/>
          </a:xfrm>
          <a:prstGeom prst="rect">
            <a:avLst/>
          </a:prstGeom>
        </p:spPr>
      </p:pic>
      <p:pic>
        <p:nvPicPr>
          <p:cNvPr id="199" name="Image 194" descr="preencoded.png"/>
          <p:cNvPicPr>
            <a:picLocks noChangeAspect="1"/>
          </p:cNvPicPr>
          <p:nvPr/>
        </p:nvPicPr>
        <p:blipFill>
          <a:blip r:embed="rId55"/>
          <a:srcRect/>
          <a:stretch/>
        </p:blipFill>
        <p:spPr>
          <a:xfrm>
            <a:off x="6272343" y="647541"/>
            <a:ext cx="5935" cy="3208"/>
          </a:xfrm>
          <a:prstGeom prst="rect">
            <a:avLst/>
          </a:prstGeom>
        </p:spPr>
      </p:pic>
      <p:pic>
        <p:nvPicPr>
          <p:cNvPr id="200" name="Image 195" descr="preencoded.png"/>
          <p:cNvPicPr>
            <a:picLocks noChangeAspect="1"/>
          </p:cNvPicPr>
          <p:nvPr/>
        </p:nvPicPr>
        <p:blipFill>
          <a:blip r:embed="rId49"/>
          <a:srcRect/>
          <a:stretch/>
        </p:blipFill>
        <p:spPr>
          <a:xfrm>
            <a:off x="6278761" y="649251"/>
            <a:ext cx="3907" cy="2907"/>
          </a:xfrm>
          <a:prstGeom prst="rect">
            <a:avLst/>
          </a:prstGeom>
        </p:spPr>
      </p:pic>
      <p:pic>
        <p:nvPicPr>
          <p:cNvPr id="201" name="Image 196" descr="preencoded.png"/>
          <p:cNvPicPr>
            <a:picLocks noChangeAspect="1"/>
          </p:cNvPicPr>
          <p:nvPr/>
        </p:nvPicPr>
        <p:blipFill>
          <a:blip r:embed="rId57"/>
          <a:srcRect/>
          <a:stretch/>
        </p:blipFill>
        <p:spPr>
          <a:xfrm>
            <a:off x="6249088" y="651692"/>
            <a:ext cx="28928" cy="3279"/>
          </a:xfrm>
          <a:prstGeom prst="rect">
            <a:avLst/>
          </a:prstGeom>
        </p:spPr>
      </p:pic>
      <p:pic>
        <p:nvPicPr>
          <p:cNvPr id="202" name="Image 197" descr="preencoded.png"/>
          <p:cNvPicPr>
            <a:picLocks noChangeAspect="1"/>
          </p:cNvPicPr>
          <p:nvPr/>
        </p:nvPicPr>
        <p:blipFill>
          <a:blip r:embed="rId72"/>
          <a:srcRect r="-163" b="59"/>
          <a:stretch/>
        </p:blipFill>
        <p:spPr>
          <a:xfrm>
            <a:off x="6279933" y="641186"/>
            <a:ext cx="1228" cy="1682"/>
          </a:xfrm>
          <a:prstGeom prst="rect">
            <a:avLst/>
          </a:prstGeom>
        </p:spPr>
      </p:pic>
      <p:pic>
        <p:nvPicPr>
          <p:cNvPr id="203" name="Image 198" descr="preencoded.png"/>
          <p:cNvPicPr>
            <a:picLocks noChangeAspect="1"/>
          </p:cNvPicPr>
          <p:nvPr/>
        </p:nvPicPr>
        <p:blipFill>
          <a:blip r:embed="rId49"/>
          <a:srcRect/>
          <a:stretch/>
        </p:blipFill>
        <p:spPr>
          <a:xfrm>
            <a:off x="6268808" y="638999"/>
            <a:ext cx="2381" cy="2913"/>
          </a:xfrm>
          <a:prstGeom prst="rect">
            <a:avLst/>
          </a:prstGeom>
        </p:spPr>
      </p:pic>
      <p:pic>
        <p:nvPicPr>
          <p:cNvPr id="204" name="Image 199" descr="preencoded.png"/>
          <p:cNvPicPr>
            <a:picLocks noChangeAspect="1"/>
          </p:cNvPicPr>
          <p:nvPr/>
        </p:nvPicPr>
        <p:blipFill>
          <a:blip r:embed="rId49"/>
          <a:srcRect/>
          <a:stretch/>
        </p:blipFill>
        <p:spPr>
          <a:xfrm>
            <a:off x="6257144" y="638999"/>
            <a:ext cx="2381" cy="2913"/>
          </a:xfrm>
          <a:prstGeom prst="rect">
            <a:avLst/>
          </a:prstGeom>
        </p:spPr>
      </p:pic>
      <p:pic>
        <p:nvPicPr>
          <p:cNvPr id="205" name="Image 200" descr="preencoded.png"/>
          <p:cNvPicPr>
            <a:picLocks noChangeAspect="1"/>
          </p:cNvPicPr>
          <p:nvPr/>
        </p:nvPicPr>
        <p:blipFill>
          <a:blip r:embed="rId72"/>
          <a:srcRect r="-80" b="59"/>
          <a:stretch/>
        </p:blipFill>
        <p:spPr>
          <a:xfrm>
            <a:off x="6246000" y="641186"/>
            <a:ext cx="1246" cy="1682"/>
          </a:xfrm>
          <a:prstGeom prst="rect">
            <a:avLst/>
          </a:prstGeom>
        </p:spPr>
      </p:pic>
      <p:pic>
        <p:nvPicPr>
          <p:cNvPr id="206" name="Image 201" descr="preencoded.png"/>
          <p:cNvPicPr>
            <a:picLocks noChangeAspect="1"/>
          </p:cNvPicPr>
          <p:nvPr/>
        </p:nvPicPr>
        <p:blipFill>
          <a:blip r:embed="rId58"/>
          <a:srcRect/>
          <a:stretch/>
        </p:blipFill>
        <p:spPr>
          <a:xfrm>
            <a:off x="6261608" y="633178"/>
            <a:ext cx="5469" cy="6391"/>
          </a:xfrm>
          <a:prstGeom prst="rect">
            <a:avLst/>
          </a:prstGeom>
        </p:spPr>
      </p:pic>
      <p:pic>
        <p:nvPicPr>
          <p:cNvPr id="207" name="Image 202" descr="preencoded.png"/>
          <p:cNvPicPr>
            <a:picLocks noChangeAspect="1"/>
          </p:cNvPicPr>
          <p:nvPr/>
        </p:nvPicPr>
        <p:blipFill>
          <a:blip r:embed="rId63"/>
          <a:srcRect/>
          <a:stretch/>
        </p:blipFill>
        <p:spPr>
          <a:xfrm>
            <a:off x="6259246" y="636733"/>
            <a:ext cx="5767" cy="4304"/>
          </a:xfrm>
          <a:prstGeom prst="rect">
            <a:avLst/>
          </a:prstGeom>
        </p:spPr>
      </p:pic>
      <p:pic>
        <p:nvPicPr>
          <p:cNvPr id="208" name="Image 203" descr="preencoded.png"/>
          <p:cNvPicPr>
            <a:picLocks noChangeAspect="1"/>
          </p:cNvPicPr>
          <p:nvPr/>
        </p:nvPicPr>
        <p:blipFill>
          <a:blip r:embed="rId59"/>
          <a:srcRect/>
          <a:stretch/>
        </p:blipFill>
        <p:spPr>
          <a:xfrm>
            <a:off x="6263599" y="636733"/>
            <a:ext cx="5767" cy="4303"/>
          </a:xfrm>
          <a:prstGeom prst="rect">
            <a:avLst/>
          </a:prstGeom>
        </p:spPr>
      </p:pic>
      <p:pic>
        <p:nvPicPr>
          <p:cNvPr id="209" name="Image 204" descr="preencoded.png"/>
          <p:cNvPicPr>
            <a:picLocks noChangeAspect="1"/>
          </p:cNvPicPr>
          <p:nvPr/>
        </p:nvPicPr>
        <p:blipFill>
          <a:blip r:embed="rId58"/>
          <a:srcRect/>
          <a:stretch/>
        </p:blipFill>
        <p:spPr>
          <a:xfrm>
            <a:off x="6249237" y="634666"/>
            <a:ext cx="5060" cy="5939"/>
          </a:xfrm>
          <a:prstGeom prst="rect">
            <a:avLst/>
          </a:prstGeom>
        </p:spPr>
      </p:pic>
      <p:pic>
        <p:nvPicPr>
          <p:cNvPr id="210" name="Image 205" descr="preencoded.png"/>
          <p:cNvPicPr>
            <a:picLocks noChangeAspect="1"/>
          </p:cNvPicPr>
          <p:nvPr/>
        </p:nvPicPr>
        <p:blipFill>
          <a:blip r:embed="rId59"/>
          <a:srcRect/>
          <a:stretch/>
        </p:blipFill>
        <p:spPr>
          <a:xfrm>
            <a:off x="6247526" y="638542"/>
            <a:ext cx="5618" cy="4172"/>
          </a:xfrm>
          <a:prstGeom prst="rect">
            <a:avLst/>
          </a:prstGeom>
        </p:spPr>
      </p:pic>
      <p:pic>
        <p:nvPicPr>
          <p:cNvPr id="211" name="Image 206" descr="preencoded.png"/>
          <p:cNvPicPr>
            <a:picLocks noChangeAspect="1"/>
          </p:cNvPicPr>
          <p:nvPr/>
        </p:nvPicPr>
        <p:blipFill>
          <a:blip r:embed="rId59"/>
          <a:srcRect/>
          <a:stretch/>
        </p:blipFill>
        <p:spPr>
          <a:xfrm>
            <a:off x="6251767" y="637108"/>
            <a:ext cx="5637" cy="4202"/>
          </a:xfrm>
          <a:prstGeom prst="rect">
            <a:avLst/>
          </a:prstGeom>
        </p:spPr>
      </p:pic>
      <p:pic>
        <p:nvPicPr>
          <p:cNvPr id="212" name="Image 207" descr="preencoded.png"/>
          <p:cNvPicPr>
            <a:picLocks noChangeAspect="1"/>
          </p:cNvPicPr>
          <p:nvPr/>
        </p:nvPicPr>
        <p:blipFill>
          <a:blip r:embed="rId59"/>
          <a:srcRect/>
          <a:stretch/>
        </p:blipFill>
        <p:spPr>
          <a:xfrm>
            <a:off x="6240475" y="639605"/>
            <a:ext cx="5283" cy="4355"/>
          </a:xfrm>
          <a:prstGeom prst="rect">
            <a:avLst/>
          </a:prstGeom>
        </p:spPr>
      </p:pic>
      <p:pic>
        <p:nvPicPr>
          <p:cNvPr id="213" name="Image 208" descr="preencoded.png"/>
          <p:cNvPicPr>
            <a:picLocks noChangeAspect="1"/>
          </p:cNvPicPr>
          <p:nvPr/>
        </p:nvPicPr>
        <p:blipFill>
          <a:blip r:embed="rId49"/>
          <a:srcRect/>
          <a:stretch/>
        </p:blipFill>
        <p:spPr>
          <a:xfrm>
            <a:off x="6250614" y="638092"/>
            <a:ext cx="3423" cy="3437"/>
          </a:xfrm>
          <a:prstGeom prst="rect">
            <a:avLst/>
          </a:prstGeom>
        </p:spPr>
      </p:pic>
      <p:pic>
        <p:nvPicPr>
          <p:cNvPr id="214" name="Image 209" descr="preencoded.png"/>
          <p:cNvPicPr>
            <a:picLocks noChangeAspect="1"/>
          </p:cNvPicPr>
          <p:nvPr/>
        </p:nvPicPr>
        <p:blipFill>
          <a:blip r:embed="rId58"/>
          <a:srcRect/>
          <a:stretch/>
        </p:blipFill>
        <p:spPr>
          <a:xfrm>
            <a:off x="6274315" y="634666"/>
            <a:ext cx="5060" cy="5939"/>
          </a:xfrm>
          <a:prstGeom prst="rect">
            <a:avLst/>
          </a:prstGeom>
        </p:spPr>
      </p:pic>
      <p:pic>
        <p:nvPicPr>
          <p:cNvPr id="215" name="Image 210" descr="preencoded.png"/>
          <p:cNvPicPr>
            <a:picLocks noChangeAspect="1"/>
          </p:cNvPicPr>
          <p:nvPr/>
        </p:nvPicPr>
        <p:blipFill>
          <a:blip r:embed="rId59"/>
          <a:srcRect/>
          <a:stretch/>
        </p:blipFill>
        <p:spPr>
          <a:xfrm>
            <a:off x="6275375" y="638542"/>
            <a:ext cx="5618" cy="4173"/>
          </a:xfrm>
          <a:prstGeom prst="rect">
            <a:avLst/>
          </a:prstGeom>
        </p:spPr>
      </p:pic>
      <p:pic>
        <p:nvPicPr>
          <p:cNvPr id="216" name="Image 211" descr="preencoded.png"/>
          <p:cNvPicPr>
            <a:picLocks noChangeAspect="1"/>
          </p:cNvPicPr>
          <p:nvPr/>
        </p:nvPicPr>
        <p:blipFill>
          <a:blip r:embed="rId63"/>
          <a:srcRect/>
          <a:stretch/>
        </p:blipFill>
        <p:spPr>
          <a:xfrm>
            <a:off x="6271133" y="637108"/>
            <a:ext cx="5637" cy="4204"/>
          </a:xfrm>
          <a:prstGeom prst="rect">
            <a:avLst/>
          </a:prstGeom>
        </p:spPr>
      </p:pic>
      <p:pic>
        <p:nvPicPr>
          <p:cNvPr id="217" name="Image 212" descr="preencoded.png"/>
          <p:cNvPicPr>
            <a:picLocks noChangeAspect="1"/>
          </p:cNvPicPr>
          <p:nvPr/>
        </p:nvPicPr>
        <p:blipFill>
          <a:blip r:embed="rId59"/>
          <a:srcRect/>
          <a:stretch/>
        </p:blipFill>
        <p:spPr>
          <a:xfrm>
            <a:off x="6282258" y="639605"/>
            <a:ext cx="5265" cy="4354"/>
          </a:xfrm>
          <a:prstGeom prst="rect">
            <a:avLst/>
          </a:prstGeom>
        </p:spPr>
      </p:pic>
      <p:pic>
        <p:nvPicPr>
          <p:cNvPr id="218" name="Image 213" descr="preencoded.png"/>
          <p:cNvPicPr>
            <a:picLocks noChangeAspect="1"/>
          </p:cNvPicPr>
          <p:nvPr/>
        </p:nvPicPr>
        <p:blipFill>
          <a:blip r:embed="rId49"/>
          <a:srcRect/>
          <a:stretch/>
        </p:blipFill>
        <p:spPr>
          <a:xfrm>
            <a:off x="6262427" y="637031"/>
            <a:ext cx="3423" cy="3436"/>
          </a:xfrm>
          <a:prstGeom prst="rect">
            <a:avLst/>
          </a:prstGeom>
        </p:spPr>
      </p:pic>
      <p:pic>
        <p:nvPicPr>
          <p:cNvPr id="219" name="Image 214" descr="preencoded.png"/>
          <p:cNvPicPr>
            <a:picLocks noChangeAspect="1"/>
          </p:cNvPicPr>
          <p:nvPr/>
        </p:nvPicPr>
        <p:blipFill>
          <a:blip r:embed="rId49"/>
          <a:srcRect/>
          <a:stretch/>
        </p:blipFill>
        <p:spPr>
          <a:xfrm>
            <a:off x="6274277" y="638092"/>
            <a:ext cx="3423" cy="3437"/>
          </a:xfrm>
          <a:prstGeom prst="rect">
            <a:avLst/>
          </a:prstGeom>
        </p:spPr>
      </p:pic>
      <p:pic>
        <p:nvPicPr>
          <p:cNvPr id="220" name="Image 215" descr="preencoded.png"/>
          <p:cNvPicPr>
            <a:picLocks noChangeAspect="1"/>
          </p:cNvPicPr>
          <p:nvPr/>
        </p:nvPicPr>
        <p:blipFill>
          <a:blip r:embed="rId64"/>
          <a:srcRect/>
          <a:stretch/>
        </p:blipFill>
        <p:spPr>
          <a:xfrm>
            <a:off x="6237070" y="639228"/>
            <a:ext cx="4632" cy="4821"/>
          </a:xfrm>
          <a:prstGeom prst="rect">
            <a:avLst/>
          </a:prstGeom>
        </p:spPr>
      </p:pic>
      <p:pic>
        <p:nvPicPr>
          <p:cNvPr id="221" name="Image 216" descr="preencoded.png"/>
          <p:cNvPicPr>
            <a:picLocks noChangeAspect="1"/>
          </p:cNvPicPr>
          <p:nvPr/>
        </p:nvPicPr>
        <p:blipFill>
          <a:blip r:embed="rId49"/>
          <a:srcRect/>
          <a:stretch/>
        </p:blipFill>
        <p:spPr>
          <a:xfrm>
            <a:off x="6239973" y="641704"/>
            <a:ext cx="2958" cy="2905"/>
          </a:xfrm>
          <a:prstGeom prst="rect">
            <a:avLst/>
          </a:prstGeom>
        </p:spPr>
      </p:pic>
      <p:pic>
        <p:nvPicPr>
          <p:cNvPr id="222" name="Image 217" descr="preencoded.png"/>
          <p:cNvPicPr>
            <a:picLocks noChangeAspect="1"/>
          </p:cNvPicPr>
          <p:nvPr/>
        </p:nvPicPr>
        <p:blipFill>
          <a:blip r:embed="rId64"/>
          <a:srcRect/>
          <a:stretch/>
        </p:blipFill>
        <p:spPr>
          <a:xfrm>
            <a:off x="6286202" y="639228"/>
            <a:ext cx="4632" cy="4820"/>
          </a:xfrm>
          <a:prstGeom prst="rect">
            <a:avLst/>
          </a:prstGeom>
        </p:spPr>
      </p:pic>
      <p:pic>
        <p:nvPicPr>
          <p:cNvPr id="223" name="Image 218" descr="preencoded.png"/>
          <p:cNvPicPr>
            <a:picLocks noChangeAspect="1"/>
          </p:cNvPicPr>
          <p:nvPr/>
        </p:nvPicPr>
        <p:blipFill>
          <a:blip r:embed="rId49"/>
          <a:srcRect/>
          <a:stretch/>
        </p:blipFill>
        <p:spPr>
          <a:xfrm>
            <a:off x="6284975" y="641704"/>
            <a:ext cx="2958" cy="2905"/>
          </a:xfrm>
          <a:prstGeom prst="rect">
            <a:avLst/>
          </a:prstGeom>
        </p:spPr>
      </p:pic>
      <p:pic>
        <p:nvPicPr>
          <p:cNvPr id="224" name="Image 219" descr="preencoded.png"/>
          <p:cNvPicPr>
            <a:picLocks noChangeAspect="1"/>
          </p:cNvPicPr>
          <p:nvPr/>
        </p:nvPicPr>
        <p:blipFill>
          <a:blip r:embed="rId73"/>
          <a:srcRect/>
          <a:stretch/>
        </p:blipFill>
        <p:spPr>
          <a:xfrm>
            <a:off x="6572585" y="766759"/>
            <a:ext cx="16111" cy="21166"/>
          </a:xfrm>
          <a:prstGeom prst="rect">
            <a:avLst/>
          </a:prstGeom>
        </p:spPr>
      </p:pic>
      <p:pic>
        <p:nvPicPr>
          <p:cNvPr id="225" name="Image 220" descr="preencoded.png"/>
          <p:cNvPicPr>
            <a:picLocks noChangeAspect="1"/>
          </p:cNvPicPr>
          <p:nvPr/>
        </p:nvPicPr>
        <p:blipFill>
          <a:blip r:embed="rId74"/>
          <a:srcRect/>
          <a:stretch/>
        </p:blipFill>
        <p:spPr>
          <a:xfrm>
            <a:off x="6623968" y="761899"/>
            <a:ext cx="20389" cy="20900"/>
          </a:xfrm>
          <a:prstGeom prst="rect">
            <a:avLst/>
          </a:prstGeom>
        </p:spPr>
      </p:pic>
      <p:pic>
        <p:nvPicPr>
          <p:cNvPr id="226" name="Image 221" descr="preencoded.png"/>
          <p:cNvPicPr>
            <a:picLocks noChangeAspect="1"/>
          </p:cNvPicPr>
          <p:nvPr/>
        </p:nvPicPr>
        <p:blipFill>
          <a:blip r:embed="rId75"/>
          <a:srcRect/>
          <a:stretch/>
        </p:blipFill>
        <p:spPr>
          <a:xfrm>
            <a:off x="6282165" y="766740"/>
            <a:ext cx="15348" cy="20721"/>
          </a:xfrm>
          <a:prstGeom prst="rect">
            <a:avLst/>
          </a:prstGeom>
        </p:spPr>
      </p:pic>
      <p:pic>
        <p:nvPicPr>
          <p:cNvPr id="227" name="Image 222" descr="preencoded.png"/>
          <p:cNvPicPr>
            <a:picLocks noChangeAspect="1"/>
          </p:cNvPicPr>
          <p:nvPr/>
        </p:nvPicPr>
        <p:blipFill>
          <a:blip r:embed="rId76"/>
          <a:srcRect/>
          <a:stretch/>
        </p:blipFill>
        <p:spPr>
          <a:xfrm>
            <a:off x="6226634" y="761899"/>
            <a:ext cx="19515" cy="20830"/>
          </a:xfrm>
          <a:prstGeom prst="rect">
            <a:avLst/>
          </a:prstGeom>
        </p:spPr>
      </p:pic>
      <p:pic>
        <p:nvPicPr>
          <p:cNvPr id="228" name="Image 223" descr="preencoded.png"/>
          <p:cNvPicPr>
            <a:picLocks noChangeAspect="1"/>
          </p:cNvPicPr>
          <p:nvPr/>
        </p:nvPicPr>
        <p:blipFill>
          <a:blip r:embed="rId77"/>
          <a:srcRect/>
          <a:stretch/>
        </p:blipFill>
        <p:spPr>
          <a:xfrm>
            <a:off x="6243377" y="672993"/>
            <a:ext cx="40853" cy="7572"/>
          </a:xfrm>
          <a:prstGeom prst="rect">
            <a:avLst/>
          </a:prstGeom>
        </p:spPr>
      </p:pic>
      <p:pic>
        <p:nvPicPr>
          <p:cNvPr id="229" name="Image 224" descr="preencoded.png"/>
          <p:cNvPicPr>
            <a:picLocks noChangeAspect="1"/>
          </p:cNvPicPr>
          <p:nvPr/>
        </p:nvPicPr>
        <p:blipFill>
          <a:blip r:embed="rId78"/>
          <a:srcRect/>
          <a:stretch/>
        </p:blipFill>
        <p:spPr>
          <a:xfrm>
            <a:off x="6242093" y="679230"/>
            <a:ext cx="44109" cy="4986"/>
          </a:xfrm>
          <a:prstGeom prst="rect">
            <a:avLst/>
          </a:prstGeom>
        </p:spPr>
      </p:pic>
      <p:pic>
        <p:nvPicPr>
          <p:cNvPr id="230" name="Image 225" descr="preencoded.png"/>
          <p:cNvPicPr>
            <a:picLocks noChangeAspect="1"/>
          </p:cNvPicPr>
          <p:nvPr/>
        </p:nvPicPr>
        <p:blipFill>
          <a:blip r:embed="rId79"/>
          <a:srcRect/>
          <a:stretch/>
        </p:blipFill>
        <p:spPr>
          <a:xfrm>
            <a:off x="6242093" y="669982"/>
            <a:ext cx="44128" cy="4409"/>
          </a:xfrm>
          <a:prstGeom prst="rect">
            <a:avLst/>
          </a:prstGeom>
        </p:spPr>
      </p:pic>
      <p:pic>
        <p:nvPicPr>
          <p:cNvPr id="231" name="Image 226" descr="preencoded.png"/>
          <p:cNvPicPr>
            <a:picLocks noChangeAspect="1"/>
          </p:cNvPicPr>
          <p:nvPr/>
        </p:nvPicPr>
        <p:blipFill>
          <a:blip r:embed="rId80"/>
          <a:srcRect/>
          <a:stretch/>
        </p:blipFill>
        <p:spPr>
          <a:xfrm>
            <a:off x="6227955" y="903627"/>
            <a:ext cx="72535" cy="11114"/>
          </a:xfrm>
          <a:prstGeom prst="rect">
            <a:avLst/>
          </a:prstGeom>
        </p:spPr>
      </p:pic>
      <p:pic>
        <p:nvPicPr>
          <p:cNvPr id="232" name="Image 227" descr="preencoded.png"/>
          <p:cNvPicPr>
            <a:picLocks noChangeAspect="1"/>
          </p:cNvPicPr>
          <p:nvPr/>
        </p:nvPicPr>
        <p:blipFill>
          <a:blip r:embed="rId81"/>
          <a:srcRect/>
          <a:stretch/>
        </p:blipFill>
        <p:spPr>
          <a:xfrm>
            <a:off x="6227955" y="909425"/>
            <a:ext cx="73354" cy="11152"/>
          </a:xfrm>
          <a:prstGeom prst="rect">
            <a:avLst/>
          </a:prstGeom>
        </p:spPr>
      </p:pic>
      <p:pic>
        <p:nvPicPr>
          <p:cNvPr id="233" name="Image 228" descr="preencoded.png"/>
          <p:cNvPicPr>
            <a:picLocks noChangeAspect="1"/>
          </p:cNvPicPr>
          <p:nvPr/>
        </p:nvPicPr>
        <p:blipFill>
          <a:blip r:embed="rId80"/>
          <a:srcRect/>
          <a:stretch/>
        </p:blipFill>
        <p:spPr>
          <a:xfrm>
            <a:off x="6227955" y="915262"/>
            <a:ext cx="72535" cy="11133"/>
          </a:xfrm>
          <a:prstGeom prst="rect">
            <a:avLst/>
          </a:prstGeom>
        </p:spPr>
      </p:pic>
      <p:pic>
        <p:nvPicPr>
          <p:cNvPr id="234" name="Image 229" descr="preencoded.png"/>
          <p:cNvPicPr>
            <a:picLocks noChangeAspect="1"/>
          </p:cNvPicPr>
          <p:nvPr/>
        </p:nvPicPr>
        <p:blipFill>
          <a:blip r:embed="rId81"/>
          <a:srcRect/>
          <a:stretch/>
        </p:blipFill>
        <p:spPr>
          <a:xfrm>
            <a:off x="6227992" y="921091"/>
            <a:ext cx="72554" cy="11133"/>
          </a:xfrm>
          <a:prstGeom prst="rect">
            <a:avLst/>
          </a:prstGeom>
        </p:spPr>
      </p:pic>
      <p:pic>
        <p:nvPicPr>
          <p:cNvPr id="235" name="Image 230" descr="preencoded.png"/>
          <p:cNvPicPr>
            <a:picLocks noChangeAspect="1"/>
          </p:cNvPicPr>
          <p:nvPr/>
        </p:nvPicPr>
        <p:blipFill>
          <a:blip r:embed="rId80"/>
          <a:srcRect/>
          <a:stretch/>
        </p:blipFill>
        <p:spPr>
          <a:xfrm>
            <a:off x="6227992" y="926908"/>
            <a:ext cx="72535" cy="11133"/>
          </a:xfrm>
          <a:prstGeom prst="rect">
            <a:avLst/>
          </a:prstGeom>
        </p:spPr>
      </p:pic>
      <p:pic>
        <p:nvPicPr>
          <p:cNvPr id="236" name="Image 231" descr="preencoded.png"/>
          <p:cNvPicPr>
            <a:picLocks noChangeAspect="1"/>
          </p:cNvPicPr>
          <p:nvPr/>
        </p:nvPicPr>
        <p:blipFill>
          <a:blip r:embed="rId82"/>
          <a:srcRect r="6" b="-19858"/>
          <a:stretch/>
        </p:blipFill>
        <p:spPr>
          <a:xfrm>
            <a:off x="6237387" y="883779"/>
            <a:ext cx="52518" cy="9422"/>
          </a:xfrm>
          <a:prstGeom prst="rect">
            <a:avLst/>
          </a:prstGeom>
        </p:spPr>
      </p:pic>
      <p:pic>
        <p:nvPicPr>
          <p:cNvPr id="237" name="Image 232" descr="preencoded.png"/>
          <p:cNvPicPr>
            <a:picLocks noChangeAspect="1"/>
          </p:cNvPicPr>
          <p:nvPr/>
        </p:nvPicPr>
        <p:blipFill>
          <a:blip r:embed="rId78"/>
          <a:srcRect/>
          <a:stretch/>
        </p:blipFill>
        <p:spPr>
          <a:xfrm>
            <a:off x="6242112" y="880132"/>
            <a:ext cx="44109" cy="4986"/>
          </a:xfrm>
          <a:prstGeom prst="rect">
            <a:avLst/>
          </a:prstGeom>
        </p:spPr>
      </p:pic>
      <p:pic>
        <p:nvPicPr>
          <p:cNvPr id="238" name="Image 233" descr="preencoded.png"/>
          <p:cNvPicPr>
            <a:picLocks noChangeAspect="1"/>
          </p:cNvPicPr>
          <p:nvPr/>
        </p:nvPicPr>
        <p:blipFill>
          <a:blip r:embed="rId83"/>
          <a:srcRect/>
          <a:stretch/>
        </p:blipFill>
        <p:spPr>
          <a:xfrm>
            <a:off x="6237443" y="891643"/>
            <a:ext cx="53597" cy="15287"/>
          </a:xfrm>
          <a:prstGeom prst="rect">
            <a:avLst/>
          </a:prstGeom>
        </p:spPr>
      </p:pic>
      <p:pic>
        <p:nvPicPr>
          <p:cNvPr id="239" name="Image 234" descr="preencoded.png"/>
          <p:cNvPicPr>
            <a:picLocks noChangeAspect="1"/>
          </p:cNvPicPr>
          <p:nvPr/>
        </p:nvPicPr>
        <p:blipFill>
          <a:blip r:embed="rId84"/>
          <a:srcRect/>
          <a:stretch/>
        </p:blipFill>
        <p:spPr>
          <a:xfrm>
            <a:off x="6225146" y="830170"/>
            <a:ext cx="14715" cy="23047"/>
          </a:xfrm>
          <a:prstGeom prst="rect">
            <a:avLst/>
          </a:prstGeom>
        </p:spPr>
      </p:pic>
      <p:pic>
        <p:nvPicPr>
          <p:cNvPr id="240" name="Image 235" descr="preencoded.png"/>
          <p:cNvPicPr>
            <a:picLocks noChangeAspect="1"/>
          </p:cNvPicPr>
          <p:nvPr/>
        </p:nvPicPr>
        <p:blipFill>
          <a:blip r:embed="rId85"/>
          <a:srcRect/>
          <a:stretch/>
        </p:blipFill>
        <p:spPr>
          <a:xfrm>
            <a:off x="6244903" y="685260"/>
            <a:ext cx="37231" cy="192577"/>
          </a:xfrm>
          <a:prstGeom prst="rect">
            <a:avLst/>
          </a:prstGeom>
        </p:spPr>
      </p:pic>
      <p:pic>
        <p:nvPicPr>
          <p:cNvPr id="241" name="Image 236" descr="preencoded.png"/>
          <p:cNvPicPr>
            <a:picLocks noChangeAspect="1"/>
          </p:cNvPicPr>
          <p:nvPr/>
        </p:nvPicPr>
        <p:blipFill>
          <a:blip r:embed="rId86"/>
          <a:srcRect/>
          <a:stretch/>
        </p:blipFill>
        <p:spPr>
          <a:xfrm>
            <a:off x="6244921" y="685260"/>
            <a:ext cx="38435" cy="193782"/>
          </a:xfrm>
          <a:prstGeom prst="rect">
            <a:avLst/>
          </a:prstGeom>
        </p:spPr>
      </p:pic>
      <p:pic>
        <p:nvPicPr>
          <p:cNvPr id="242" name="Image 237" descr="preencoded.png"/>
          <p:cNvPicPr>
            <a:picLocks noChangeAspect="1"/>
          </p:cNvPicPr>
          <p:nvPr/>
        </p:nvPicPr>
        <p:blipFill>
          <a:blip r:embed="rId87"/>
          <a:srcRect/>
          <a:stretch/>
        </p:blipFill>
        <p:spPr>
          <a:xfrm>
            <a:off x="6218244" y="728169"/>
            <a:ext cx="103119" cy="46537"/>
          </a:xfrm>
          <a:prstGeom prst="rect">
            <a:avLst/>
          </a:prstGeom>
        </p:spPr>
      </p:pic>
      <p:pic>
        <p:nvPicPr>
          <p:cNvPr id="243" name="Image 238" descr="preencoded.png"/>
          <p:cNvPicPr>
            <a:picLocks noChangeAspect="1"/>
          </p:cNvPicPr>
          <p:nvPr/>
        </p:nvPicPr>
        <p:blipFill>
          <a:blip r:embed="rId88"/>
          <a:srcRect/>
          <a:stretch/>
        </p:blipFill>
        <p:spPr>
          <a:xfrm>
            <a:off x="6221685" y="771581"/>
            <a:ext cx="78302" cy="67286"/>
          </a:xfrm>
          <a:prstGeom prst="rect">
            <a:avLst/>
          </a:prstGeom>
        </p:spPr>
      </p:pic>
      <p:pic>
        <p:nvPicPr>
          <p:cNvPr id="244" name="Image 239" descr="preencoded.png"/>
          <p:cNvPicPr>
            <a:picLocks noChangeAspect="1"/>
          </p:cNvPicPr>
          <p:nvPr/>
        </p:nvPicPr>
        <p:blipFill>
          <a:blip r:embed="rId89"/>
          <a:srcRect/>
          <a:stretch/>
        </p:blipFill>
        <p:spPr>
          <a:xfrm>
            <a:off x="6234931" y="738482"/>
            <a:ext cx="13395" cy="17710"/>
          </a:xfrm>
          <a:prstGeom prst="rect">
            <a:avLst/>
          </a:prstGeom>
        </p:spPr>
      </p:pic>
      <p:pic>
        <p:nvPicPr>
          <p:cNvPr id="245" name="Image 240" descr="preencoded.png"/>
          <p:cNvPicPr>
            <a:picLocks noChangeAspect="1"/>
          </p:cNvPicPr>
          <p:nvPr/>
        </p:nvPicPr>
        <p:blipFill>
          <a:blip r:embed="rId90"/>
          <a:srcRect r="-23"/>
          <a:stretch/>
        </p:blipFill>
        <p:spPr>
          <a:xfrm>
            <a:off x="6252437" y="735195"/>
            <a:ext cx="13264" cy="16002"/>
          </a:xfrm>
          <a:prstGeom prst="rect">
            <a:avLst/>
          </a:prstGeom>
        </p:spPr>
      </p:pic>
      <p:pic>
        <p:nvPicPr>
          <p:cNvPr id="246" name="Image 241" descr="preencoded.png"/>
          <p:cNvPicPr>
            <a:picLocks noChangeAspect="1"/>
          </p:cNvPicPr>
          <p:nvPr/>
        </p:nvPicPr>
        <p:blipFill>
          <a:blip r:embed="rId91"/>
          <a:srcRect r="6"/>
          <a:stretch/>
        </p:blipFill>
        <p:spPr>
          <a:xfrm>
            <a:off x="6265906" y="732180"/>
            <a:ext cx="17059" cy="16262"/>
          </a:xfrm>
          <a:prstGeom prst="rect">
            <a:avLst/>
          </a:prstGeom>
        </p:spPr>
      </p:pic>
      <p:pic>
        <p:nvPicPr>
          <p:cNvPr id="247" name="Image 242" descr="preencoded.png"/>
          <p:cNvPicPr>
            <a:picLocks noChangeAspect="1"/>
          </p:cNvPicPr>
          <p:nvPr/>
        </p:nvPicPr>
        <p:blipFill>
          <a:blip r:embed="rId92"/>
          <a:srcRect r="-41"/>
          <a:stretch/>
        </p:blipFill>
        <p:spPr>
          <a:xfrm>
            <a:off x="6286481" y="732854"/>
            <a:ext cx="12111" cy="16148"/>
          </a:xfrm>
          <a:prstGeom prst="rect">
            <a:avLst/>
          </a:prstGeom>
        </p:spPr>
      </p:pic>
      <p:pic>
        <p:nvPicPr>
          <p:cNvPr id="248" name="Image 243" descr="preencoded.png"/>
          <p:cNvPicPr>
            <a:picLocks noChangeAspect="1"/>
          </p:cNvPicPr>
          <p:nvPr/>
        </p:nvPicPr>
        <p:blipFill>
          <a:blip r:embed="rId77"/>
          <a:srcRect/>
          <a:stretch/>
        </p:blipFill>
        <p:spPr>
          <a:xfrm>
            <a:off x="6585086" y="672993"/>
            <a:ext cx="40872" cy="7569"/>
          </a:xfrm>
          <a:prstGeom prst="rect">
            <a:avLst/>
          </a:prstGeom>
        </p:spPr>
      </p:pic>
      <p:pic>
        <p:nvPicPr>
          <p:cNvPr id="249" name="Image 244" descr="preencoded.png"/>
          <p:cNvPicPr>
            <a:picLocks noChangeAspect="1"/>
          </p:cNvPicPr>
          <p:nvPr/>
        </p:nvPicPr>
        <p:blipFill>
          <a:blip r:embed="rId78"/>
          <a:srcRect/>
          <a:stretch/>
        </p:blipFill>
        <p:spPr>
          <a:xfrm>
            <a:off x="6583859" y="679230"/>
            <a:ext cx="44090" cy="4986"/>
          </a:xfrm>
          <a:prstGeom prst="rect">
            <a:avLst/>
          </a:prstGeom>
        </p:spPr>
      </p:pic>
      <p:pic>
        <p:nvPicPr>
          <p:cNvPr id="250" name="Image 245" descr="preencoded.png"/>
          <p:cNvPicPr>
            <a:picLocks noChangeAspect="1"/>
          </p:cNvPicPr>
          <p:nvPr/>
        </p:nvPicPr>
        <p:blipFill>
          <a:blip r:embed="rId79"/>
          <a:srcRect/>
          <a:stretch/>
        </p:blipFill>
        <p:spPr>
          <a:xfrm>
            <a:off x="6583840" y="669982"/>
            <a:ext cx="44128" cy="4409"/>
          </a:xfrm>
          <a:prstGeom prst="rect">
            <a:avLst/>
          </a:prstGeom>
        </p:spPr>
      </p:pic>
      <p:pic>
        <p:nvPicPr>
          <p:cNvPr id="251" name="Image 246" descr="preencoded.png"/>
          <p:cNvPicPr>
            <a:picLocks noChangeAspect="1"/>
          </p:cNvPicPr>
          <p:nvPr/>
        </p:nvPicPr>
        <p:blipFill>
          <a:blip r:embed="rId93"/>
          <a:srcRect/>
          <a:stretch/>
        </p:blipFill>
        <p:spPr>
          <a:xfrm>
            <a:off x="6579710" y="655867"/>
            <a:ext cx="52220" cy="15324"/>
          </a:xfrm>
          <a:prstGeom prst="rect">
            <a:avLst/>
          </a:prstGeom>
        </p:spPr>
      </p:pic>
      <p:pic>
        <p:nvPicPr>
          <p:cNvPr id="252" name="Image 247" descr="preencoded.png"/>
          <p:cNvPicPr>
            <a:picLocks noChangeAspect="1"/>
          </p:cNvPicPr>
          <p:nvPr/>
        </p:nvPicPr>
        <p:blipFill>
          <a:blip r:embed="rId80"/>
          <a:srcRect/>
          <a:stretch/>
        </p:blipFill>
        <p:spPr>
          <a:xfrm>
            <a:off x="6569590" y="903627"/>
            <a:ext cx="72572" cy="11114"/>
          </a:xfrm>
          <a:prstGeom prst="rect">
            <a:avLst/>
          </a:prstGeom>
        </p:spPr>
      </p:pic>
      <p:pic>
        <p:nvPicPr>
          <p:cNvPr id="253" name="Image 248" descr="preencoded.png"/>
          <p:cNvPicPr>
            <a:picLocks noChangeAspect="1"/>
          </p:cNvPicPr>
          <p:nvPr/>
        </p:nvPicPr>
        <p:blipFill>
          <a:blip r:embed="rId94"/>
          <a:srcRect/>
          <a:stretch/>
        </p:blipFill>
        <p:spPr>
          <a:xfrm>
            <a:off x="6569590" y="909425"/>
            <a:ext cx="73447" cy="11152"/>
          </a:xfrm>
          <a:prstGeom prst="rect">
            <a:avLst/>
          </a:prstGeom>
        </p:spPr>
      </p:pic>
      <p:pic>
        <p:nvPicPr>
          <p:cNvPr id="254" name="Image 249" descr="preencoded.png"/>
          <p:cNvPicPr>
            <a:picLocks noChangeAspect="1"/>
          </p:cNvPicPr>
          <p:nvPr/>
        </p:nvPicPr>
        <p:blipFill>
          <a:blip r:embed="rId80"/>
          <a:srcRect/>
          <a:stretch/>
        </p:blipFill>
        <p:spPr>
          <a:xfrm>
            <a:off x="6569590" y="915262"/>
            <a:ext cx="72572" cy="11133"/>
          </a:xfrm>
          <a:prstGeom prst="rect">
            <a:avLst/>
          </a:prstGeom>
        </p:spPr>
      </p:pic>
      <p:pic>
        <p:nvPicPr>
          <p:cNvPr id="255" name="Image 250" descr="preencoded.png"/>
          <p:cNvPicPr>
            <a:picLocks noChangeAspect="1"/>
          </p:cNvPicPr>
          <p:nvPr/>
        </p:nvPicPr>
        <p:blipFill>
          <a:blip r:embed="rId95"/>
          <a:srcRect/>
          <a:stretch/>
        </p:blipFill>
        <p:spPr>
          <a:xfrm>
            <a:off x="6569571" y="921091"/>
            <a:ext cx="72610" cy="11133"/>
          </a:xfrm>
          <a:prstGeom prst="rect">
            <a:avLst/>
          </a:prstGeom>
        </p:spPr>
      </p:pic>
      <p:pic>
        <p:nvPicPr>
          <p:cNvPr id="256" name="Image 251" descr="preencoded.png"/>
          <p:cNvPicPr>
            <a:picLocks noChangeAspect="1"/>
          </p:cNvPicPr>
          <p:nvPr/>
        </p:nvPicPr>
        <p:blipFill>
          <a:blip r:embed="rId80"/>
          <a:srcRect/>
          <a:stretch/>
        </p:blipFill>
        <p:spPr>
          <a:xfrm>
            <a:off x="6569590" y="926908"/>
            <a:ext cx="72591" cy="11133"/>
          </a:xfrm>
          <a:prstGeom prst="rect">
            <a:avLst/>
          </a:prstGeom>
        </p:spPr>
      </p:pic>
      <p:pic>
        <p:nvPicPr>
          <p:cNvPr id="257" name="Image 252" descr="preencoded.png"/>
          <p:cNvPicPr>
            <a:picLocks noChangeAspect="1"/>
          </p:cNvPicPr>
          <p:nvPr/>
        </p:nvPicPr>
        <p:blipFill>
          <a:blip r:embed="rId82"/>
          <a:srcRect r="8" b="-19870"/>
          <a:stretch/>
        </p:blipFill>
        <p:spPr>
          <a:xfrm>
            <a:off x="6578966" y="883779"/>
            <a:ext cx="52518" cy="9423"/>
          </a:xfrm>
          <a:prstGeom prst="rect">
            <a:avLst/>
          </a:prstGeom>
        </p:spPr>
      </p:pic>
      <p:pic>
        <p:nvPicPr>
          <p:cNvPr id="258" name="Image 253" descr="preencoded.png"/>
          <p:cNvPicPr>
            <a:picLocks noChangeAspect="1"/>
          </p:cNvPicPr>
          <p:nvPr/>
        </p:nvPicPr>
        <p:blipFill>
          <a:blip r:embed="rId78"/>
          <a:srcRect/>
          <a:stretch/>
        </p:blipFill>
        <p:spPr>
          <a:xfrm>
            <a:off x="6583859" y="880132"/>
            <a:ext cx="44090" cy="4986"/>
          </a:xfrm>
          <a:prstGeom prst="rect">
            <a:avLst/>
          </a:prstGeom>
        </p:spPr>
      </p:pic>
      <p:pic>
        <p:nvPicPr>
          <p:cNvPr id="259" name="Image 254" descr="preencoded.png"/>
          <p:cNvPicPr>
            <a:picLocks noChangeAspect="1"/>
          </p:cNvPicPr>
          <p:nvPr/>
        </p:nvPicPr>
        <p:blipFill>
          <a:blip r:embed="rId83"/>
          <a:srcRect/>
          <a:stretch/>
        </p:blipFill>
        <p:spPr>
          <a:xfrm>
            <a:off x="6579040" y="891643"/>
            <a:ext cx="53597" cy="15287"/>
          </a:xfrm>
          <a:prstGeom prst="rect">
            <a:avLst/>
          </a:prstGeom>
        </p:spPr>
      </p:pic>
      <p:pic>
        <p:nvPicPr>
          <p:cNvPr id="260" name="Image 255" descr="preencoded.png"/>
          <p:cNvPicPr>
            <a:picLocks noChangeAspect="1"/>
          </p:cNvPicPr>
          <p:nvPr/>
        </p:nvPicPr>
        <p:blipFill>
          <a:blip r:embed="rId96"/>
          <a:srcRect/>
          <a:stretch/>
        </p:blipFill>
        <p:spPr>
          <a:xfrm>
            <a:off x="6630200" y="830170"/>
            <a:ext cx="14715" cy="23047"/>
          </a:xfrm>
          <a:prstGeom prst="rect">
            <a:avLst/>
          </a:prstGeom>
        </p:spPr>
      </p:pic>
      <p:pic>
        <p:nvPicPr>
          <p:cNvPr id="261" name="Image 256" descr="preencoded.png"/>
          <p:cNvPicPr>
            <a:picLocks noChangeAspect="1"/>
          </p:cNvPicPr>
          <p:nvPr/>
        </p:nvPicPr>
        <p:blipFill>
          <a:blip r:embed="rId85"/>
          <a:srcRect/>
          <a:stretch/>
        </p:blipFill>
        <p:spPr>
          <a:xfrm>
            <a:off x="6586742" y="685260"/>
            <a:ext cx="37231" cy="192577"/>
          </a:xfrm>
          <a:prstGeom prst="rect">
            <a:avLst/>
          </a:prstGeom>
        </p:spPr>
      </p:pic>
      <p:pic>
        <p:nvPicPr>
          <p:cNvPr id="262" name="Image 257" descr="preencoded.png"/>
          <p:cNvPicPr>
            <a:picLocks noChangeAspect="1"/>
          </p:cNvPicPr>
          <p:nvPr/>
        </p:nvPicPr>
        <p:blipFill>
          <a:blip r:embed="rId86"/>
          <a:srcRect/>
          <a:stretch/>
        </p:blipFill>
        <p:spPr>
          <a:xfrm>
            <a:off x="6586724" y="685260"/>
            <a:ext cx="38435" cy="193782"/>
          </a:xfrm>
          <a:prstGeom prst="rect">
            <a:avLst/>
          </a:prstGeom>
        </p:spPr>
      </p:pic>
      <p:pic>
        <p:nvPicPr>
          <p:cNvPr id="263" name="Image 258" descr="preencoded.png"/>
          <p:cNvPicPr>
            <a:picLocks noChangeAspect="1"/>
          </p:cNvPicPr>
          <p:nvPr/>
        </p:nvPicPr>
        <p:blipFill>
          <a:blip r:embed="rId97"/>
          <a:srcRect/>
          <a:stretch/>
        </p:blipFill>
        <p:spPr>
          <a:xfrm>
            <a:off x="6548698" y="728169"/>
            <a:ext cx="103138" cy="46537"/>
          </a:xfrm>
          <a:prstGeom prst="rect">
            <a:avLst/>
          </a:prstGeom>
        </p:spPr>
      </p:pic>
      <p:pic>
        <p:nvPicPr>
          <p:cNvPr id="264" name="Image 259" descr="preencoded.png"/>
          <p:cNvPicPr>
            <a:picLocks noChangeAspect="1"/>
          </p:cNvPicPr>
          <p:nvPr/>
        </p:nvPicPr>
        <p:blipFill>
          <a:blip r:embed="rId98"/>
          <a:srcRect/>
          <a:stretch/>
        </p:blipFill>
        <p:spPr>
          <a:xfrm>
            <a:off x="6570073" y="771581"/>
            <a:ext cx="78302" cy="67286"/>
          </a:xfrm>
          <a:prstGeom prst="rect">
            <a:avLst/>
          </a:prstGeom>
        </p:spPr>
      </p:pic>
      <p:pic>
        <p:nvPicPr>
          <p:cNvPr id="265" name="Image 260" descr="preencoded.png"/>
          <p:cNvPicPr>
            <a:picLocks noChangeAspect="1"/>
          </p:cNvPicPr>
          <p:nvPr/>
        </p:nvPicPr>
        <p:blipFill>
          <a:blip r:embed="rId99"/>
          <a:srcRect/>
          <a:stretch/>
        </p:blipFill>
        <p:spPr>
          <a:xfrm>
            <a:off x="6559209" y="733451"/>
            <a:ext cx="16911" cy="16952"/>
          </a:xfrm>
          <a:prstGeom prst="rect">
            <a:avLst/>
          </a:prstGeom>
        </p:spPr>
      </p:pic>
      <p:pic>
        <p:nvPicPr>
          <p:cNvPr id="266" name="Image 261" descr="preencoded.png"/>
          <p:cNvPicPr>
            <a:picLocks noChangeAspect="1"/>
          </p:cNvPicPr>
          <p:nvPr/>
        </p:nvPicPr>
        <p:blipFill>
          <a:blip r:embed="rId100"/>
          <a:srcRect r="-58"/>
          <a:stretch/>
        </p:blipFill>
        <p:spPr>
          <a:xfrm>
            <a:off x="6580938" y="733506"/>
            <a:ext cx="10306" cy="15685"/>
          </a:xfrm>
          <a:prstGeom prst="rect">
            <a:avLst/>
          </a:prstGeom>
        </p:spPr>
      </p:pic>
      <p:pic>
        <p:nvPicPr>
          <p:cNvPr id="267" name="Image 262" descr="preencoded.png"/>
          <p:cNvPicPr>
            <a:picLocks noChangeAspect="1"/>
          </p:cNvPicPr>
          <p:nvPr/>
        </p:nvPicPr>
        <p:blipFill>
          <a:blip r:embed="rId101"/>
          <a:srcRect/>
          <a:stretch/>
        </p:blipFill>
        <p:spPr>
          <a:xfrm>
            <a:off x="6592286" y="733711"/>
            <a:ext cx="14064" cy="16374"/>
          </a:xfrm>
          <a:prstGeom prst="rect">
            <a:avLst/>
          </a:prstGeom>
        </p:spPr>
      </p:pic>
      <p:pic>
        <p:nvPicPr>
          <p:cNvPr id="268" name="Image 263" descr="preencoded.png"/>
          <p:cNvPicPr>
            <a:picLocks noChangeAspect="1"/>
          </p:cNvPicPr>
          <p:nvPr/>
        </p:nvPicPr>
        <p:blipFill>
          <a:blip r:embed="rId102"/>
          <a:srcRect r="60"/>
          <a:stretch/>
        </p:blipFill>
        <p:spPr>
          <a:xfrm>
            <a:off x="6607094" y="736172"/>
            <a:ext cx="14976" cy="18423"/>
          </a:xfrm>
          <a:prstGeom prst="rect">
            <a:avLst/>
          </a:prstGeom>
        </p:spPr>
      </p:pic>
      <p:pic>
        <p:nvPicPr>
          <p:cNvPr id="269" name="Image 264" descr="preencoded.png"/>
          <p:cNvPicPr>
            <a:picLocks noChangeAspect="1"/>
          </p:cNvPicPr>
          <p:nvPr/>
        </p:nvPicPr>
        <p:blipFill>
          <a:blip r:embed="rId103"/>
          <a:srcRect/>
          <a:stretch/>
        </p:blipFill>
        <p:spPr>
          <a:xfrm>
            <a:off x="6621828" y="744958"/>
            <a:ext cx="16390" cy="18498"/>
          </a:xfrm>
          <a:prstGeom prst="rect">
            <a:avLst/>
          </a:prstGeom>
        </p:spPr>
      </p:pic>
      <p:pic>
        <p:nvPicPr>
          <p:cNvPr id="270" name="Image 265" descr="preencoded.png"/>
          <p:cNvPicPr>
            <a:picLocks noChangeAspect="1"/>
          </p:cNvPicPr>
          <p:nvPr/>
        </p:nvPicPr>
        <p:blipFill>
          <a:blip r:embed="rId104"/>
          <a:srcRect/>
          <a:stretch/>
        </p:blipFill>
        <p:spPr>
          <a:xfrm>
            <a:off x="6376969" y="587817"/>
            <a:ext cx="11144" cy="11133"/>
          </a:xfrm>
          <a:prstGeom prst="rect">
            <a:avLst/>
          </a:prstGeom>
        </p:spPr>
      </p:pic>
      <p:pic>
        <p:nvPicPr>
          <p:cNvPr id="271" name="Image 266" descr="preencoded.png"/>
          <p:cNvPicPr>
            <a:picLocks noChangeAspect="1"/>
          </p:cNvPicPr>
          <p:nvPr/>
        </p:nvPicPr>
        <p:blipFill>
          <a:blip r:embed="rId105"/>
          <a:srcRect/>
          <a:stretch/>
        </p:blipFill>
        <p:spPr>
          <a:xfrm>
            <a:off x="6319038" y="549927"/>
            <a:ext cx="230367" cy="76108"/>
          </a:xfrm>
          <a:prstGeom prst="rect">
            <a:avLst/>
          </a:prstGeom>
        </p:spPr>
      </p:pic>
      <p:pic>
        <p:nvPicPr>
          <p:cNvPr id="272" name="Image 267" descr="preencoded.png"/>
          <p:cNvPicPr>
            <a:picLocks noChangeAspect="1"/>
          </p:cNvPicPr>
          <p:nvPr/>
        </p:nvPicPr>
        <p:blipFill>
          <a:blip r:embed="rId106"/>
          <a:srcRect/>
          <a:stretch/>
        </p:blipFill>
        <p:spPr>
          <a:xfrm>
            <a:off x="6355817" y="616578"/>
            <a:ext cx="157088" cy="24870"/>
          </a:xfrm>
          <a:prstGeom prst="rect">
            <a:avLst/>
          </a:prstGeom>
        </p:spPr>
      </p:pic>
      <p:pic>
        <p:nvPicPr>
          <p:cNvPr id="273" name="Image 268" descr="preencoded.png"/>
          <p:cNvPicPr>
            <a:picLocks noChangeAspect="1"/>
          </p:cNvPicPr>
          <p:nvPr/>
        </p:nvPicPr>
        <p:blipFill>
          <a:blip r:embed="rId107"/>
          <a:srcRect/>
          <a:stretch/>
        </p:blipFill>
        <p:spPr>
          <a:xfrm>
            <a:off x="6352542" y="611435"/>
            <a:ext cx="164381" cy="16622"/>
          </a:xfrm>
          <a:prstGeom prst="rect">
            <a:avLst/>
          </a:prstGeom>
        </p:spPr>
      </p:pic>
      <p:pic>
        <p:nvPicPr>
          <p:cNvPr id="274" name="Image 269" descr="preencoded.png"/>
          <p:cNvPicPr>
            <a:picLocks noChangeAspect="1"/>
          </p:cNvPicPr>
          <p:nvPr/>
        </p:nvPicPr>
        <p:blipFill>
          <a:blip r:embed="rId108"/>
          <a:srcRect/>
          <a:stretch/>
        </p:blipFill>
        <p:spPr>
          <a:xfrm>
            <a:off x="6360988" y="630624"/>
            <a:ext cx="147451" cy="25589"/>
          </a:xfrm>
          <a:prstGeom prst="rect">
            <a:avLst/>
          </a:prstGeom>
        </p:spPr>
      </p:pic>
      <p:pic>
        <p:nvPicPr>
          <p:cNvPr id="275" name="Image 270" descr="preencoded.png"/>
          <p:cNvPicPr>
            <a:picLocks noChangeAspect="1"/>
          </p:cNvPicPr>
          <p:nvPr/>
        </p:nvPicPr>
        <p:blipFill>
          <a:blip r:embed="rId109"/>
          <a:srcRect/>
          <a:stretch/>
        </p:blipFill>
        <p:spPr>
          <a:xfrm>
            <a:off x="6368318" y="635500"/>
            <a:ext cx="136085" cy="16833"/>
          </a:xfrm>
          <a:prstGeom prst="rect">
            <a:avLst/>
          </a:prstGeom>
        </p:spPr>
      </p:pic>
      <p:pic>
        <p:nvPicPr>
          <p:cNvPr id="276" name="Image 271" descr="preencoded.png"/>
          <p:cNvPicPr>
            <a:picLocks noChangeAspect="1"/>
          </p:cNvPicPr>
          <p:nvPr/>
        </p:nvPicPr>
        <p:blipFill>
          <a:blip r:embed="rId110"/>
          <a:srcRect/>
          <a:stretch/>
        </p:blipFill>
        <p:spPr>
          <a:xfrm>
            <a:off x="6412092" y="621481"/>
            <a:ext cx="6232" cy="6245"/>
          </a:xfrm>
          <a:prstGeom prst="rect">
            <a:avLst/>
          </a:prstGeom>
        </p:spPr>
      </p:pic>
      <p:pic>
        <p:nvPicPr>
          <p:cNvPr id="277" name="Image 272" descr="preencoded.png"/>
          <p:cNvPicPr>
            <a:picLocks noChangeAspect="1"/>
          </p:cNvPicPr>
          <p:nvPr/>
        </p:nvPicPr>
        <p:blipFill>
          <a:blip r:embed="rId111"/>
          <a:srcRect/>
          <a:stretch/>
        </p:blipFill>
        <p:spPr>
          <a:xfrm>
            <a:off x="6424036" y="620915"/>
            <a:ext cx="21450" cy="6234"/>
          </a:xfrm>
          <a:prstGeom prst="rect">
            <a:avLst/>
          </a:prstGeom>
        </p:spPr>
      </p:pic>
      <p:pic>
        <p:nvPicPr>
          <p:cNvPr id="278" name="Image 273" descr="preencoded.png"/>
          <p:cNvPicPr>
            <a:picLocks noChangeAspect="1"/>
          </p:cNvPicPr>
          <p:nvPr/>
        </p:nvPicPr>
        <p:blipFill>
          <a:blip r:embed="rId112"/>
          <a:srcRect/>
          <a:stretch/>
        </p:blipFill>
        <p:spPr>
          <a:xfrm>
            <a:off x="6388019" y="622486"/>
            <a:ext cx="17190" cy="7557"/>
          </a:xfrm>
          <a:prstGeom prst="rect">
            <a:avLst/>
          </a:prstGeom>
        </p:spPr>
      </p:pic>
      <p:pic>
        <p:nvPicPr>
          <p:cNvPr id="279" name="Image 274" descr="preencoded.png"/>
          <p:cNvPicPr>
            <a:picLocks noChangeAspect="1"/>
          </p:cNvPicPr>
          <p:nvPr/>
        </p:nvPicPr>
        <p:blipFill>
          <a:blip r:embed="rId110"/>
          <a:srcRect/>
          <a:stretch/>
        </p:blipFill>
        <p:spPr>
          <a:xfrm>
            <a:off x="6374290" y="626132"/>
            <a:ext cx="6232" cy="6246"/>
          </a:xfrm>
          <a:prstGeom prst="rect">
            <a:avLst/>
          </a:prstGeom>
        </p:spPr>
      </p:pic>
      <p:pic>
        <p:nvPicPr>
          <p:cNvPr id="280" name="Image 275" descr="preencoded.png"/>
          <p:cNvPicPr>
            <a:picLocks noChangeAspect="1"/>
          </p:cNvPicPr>
          <p:nvPr/>
        </p:nvPicPr>
        <p:blipFill>
          <a:blip r:embed="rId113"/>
          <a:srcRect/>
          <a:stretch/>
        </p:blipFill>
        <p:spPr>
          <a:xfrm>
            <a:off x="6357547" y="629357"/>
            <a:ext cx="12948" cy="7134"/>
          </a:xfrm>
          <a:prstGeom prst="rect">
            <a:avLst/>
          </a:prstGeom>
        </p:spPr>
      </p:pic>
      <p:pic>
        <p:nvPicPr>
          <p:cNvPr id="281" name="Image 276" descr="preencoded.png"/>
          <p:cNvPicPr>
            <a:picLocks noChangeAspect="1"/>
          </p:cNvPicPr>
          <p:nvPr/>
        </p:nvPicPr>
        <p:blipFill>
          <a:blip r:embed="rId114"/>
          <a:srcRect/>
          <a:stretch/>
        </p:blipFill>
        <p:spPr>
          <a:xfrm>
            <a:off x="6464201" y="622486"/>
            <a:ext cx="17190" cy="7557"/>
          </a:xfrm>
          <a:prstGeom prst="rect">
            <a:avLst/>
          </a:prstGeom>
        </p:spPr>
      </p:pic>
      <p:pic>
        <p:nvPicPr>
          <p:cNvPr id="282" name="Image 277" descr="preencoded.png"/>
          <p:cNvPicPr>
            <a:picLocks noChangeAspect="1"/>
          </p:cNvPicPr>
          <p:nvPr/>
        </p:nvPicPr>
        <p:blipFill>
          <a:blip r:embed="rId110"/>
          <a:srcRect/>
          <a:stretch/>
        </p:blipFill>
        <p:spPr>
          <a:xfrm>
            <a:off x="6451085" y="621481"/>
            <a:ext cx="6232" cy="6245"/>
          </a:xfrm>
          <a:prstGeom prst="rect">
            <a:avLst/>
          </a:prstGeom>
        </p:spPr>
      </p:pic>
      <p:pic>
        <p:nvPicPr>
          <p:cNvPr id="283" name="Image 278" descr="preencoded.png"/>
          <p:cNvPicPr>
            <a:picLocks noChangeAspect="1"/>
          </p:cNvPicPr>
          <p:nvPr/>
        </p:nvPicPr>
        <p:blipFill>
          <a:blip r:embed="rId110"/>
          <a:srcRect/>
          <a:stretch/>
        </p:blipFill>
        <p:spPr>
          <a:xfrm>
            <a:off x="6488888" y="626132"/>
            <a:ext cx="6232" cy="6246"/>
          </a:xfrm>
          <a:prstGeom prst="rect">
            <a:avLst/>
          </a:prstGeom>
        </p:spPr>
      </p:pic>
      <p:pic>
        <p:nvPicPr>
          <p:cNvPr id="284" name="Image 279" descr="preencoded.png"/>
          <p:cNvPicPr>
            <a:picLocks noChangeAspect="1"/>
          </p:cNvPicPr>
          <p:nvPr/>
        </p:nvPicPr>
        <p:blipFill>
          <a:blip r:embed="rId115"/>
          <a:srcRect/>
          <a:stretch/>
        </p:blipFill>
        <p:spPr>
          <a:xfrm>
            <a:off x="6500161" y="629357"/>
            <a:ext cx="12929" cy="7134"/>
          </a:xfrm>
          <a:prstGeom prst="rect">
            <a:avLst/>
          </a:prstGeom>
        </p:spPr>
      </p:pic>
      <p:pic>
        <p:nvPicPr>
          <p:cNvPr id="285" name="Image 280" descr="preencoded.png"/>
          <p:cNvPicPr>
            <a:picLocks noChangeAspect="1"/>
          </p:cNvPicPr>
          <p:nvPr/>
        </p:nvPicPr>
        <p:blipFill>
          <a:blip r:embed="rId116"/>
          <a:srcRect/>
          <a:stretch/>
        </p:blipFill>
        <p:spPr>
          <a:xfrm>
            <a:off x="6365323" y="635500"/>
            <a:ext cx="137908" cy="9767"/>
          </a:xfrm>
          <a:prstGeom prst="rect">
            <a:avLst/>
          </a:prstGeom>
        </p:spPr>
      </p:pic>
      <p:pic>
        <p:nvPicPr>
          <p:cNvPr id="286" name="Image 281" descr="preencoded.png"/>
          <p:cNvPicPr>
            <a:picLocks noChangeAspect="1"/>
          </p:cNvPicPr>
          <p:nvPr/>
        </p:nvPicPr>
        <p:blipFill>
          <a:blip r:embed="rId117"/>
          <a:srcRect/>
          <a:stretch/>
        </p:blipFill>
        <p:spPr>
          <a:xfrm>
            <a:off x="6372337" y="524313"/>
            <a:ext cx="54229" cy="50852"/>
          </a:xfrm>
          <a:prstGeom prst="rect">
            <a:avLst/>
          </a:prstGeom>
        </p:spPr>
      </p:pic>
      <p:pic>
        <p:nvPicPr>
          <p:cNvPr id="287" name="Image 282" descr="preencoded.png"/>
          <p:cNvPicPr>
            <a:picLocks noChangeAspect="1"/>
          </p:cNvPicPr>
          <p:nvPr/>
        </p:nvPicPr>
        <p:blipFill>
          <a:blip r:embed="rId118"/>
          <a:srcRect/>
          <a:stretch/>
        </p:blipFill>
        <p:spPr>
          <a:xfrm>
            <a:off x="6367723" y="532394"/>
            <a:ext cx="13767" cy="40407"/>
          </a:xfrm>
          <a:prstGeom prst="rect">
            <a:avLst/>
          </a:prstGeom>
        </p:spPr>
      </p:pic>
      <p:pic>
        <p:nvPicPr>
          <p:cNvPr id="288" name="Image 283" descr="preencoded.png"/>
          <p:cNvPicPr>
            <a:picLocks noChangeAspect="1"/>
          </p:cNvPicPr>
          <p:nvPr/>
        </p:nvPicPr>
        <p:blipFill>
          <a:blip r:embed="rId119"/>
          <a:srcRect/>
          <a:stretch/>
        </p:blipFill>
        <p:spPr>
          <a:xfrm>
            <a:off x="6318889" y="536665"/>
            <a:ext cx="56220" cy="53888"/>
          </a:xfrm>
          <a:prstGeom prst="rect">
            <a:avLst/>
          </a:prstGeom>
        </p:spPr>
      </p:pic>
      <p:pic>
        <p:nvPicPr>
          <p:cNvPr id="289" name="Image 284" descr="preencoded.png"/>
          <p:cNvPicPr>
            <a:picLocks noChangeAspect="1"/>
          </p:cNvPicPr>
          <p:nvPr/>
        </p:nvPicPr>
        <p:blipFill>
          <a:blip r:embed="rId120"/>
          <a:srcRect/>
          <a:stretch/>
        </p:blipFill>
        <p:spPr>
          <a:xfrm>
            <a:off x="6315149" y="544509"/>
            <a:ext cx="16911" cy="42984"/>
          </a:xfrm>
          <a:prstGeom prst="rect">
            <a:avLst/>
          </a:prstGeom>
        </p:spPr>
      </p:pic>
      <p:pic>
        <p:nvPicPr>
          <p:cNvPr id="290" name="Image 285" descr="preencoded.png"/>
          <p:cNvPicPr>
            <a:picLocks noChangeAspect="1"/>
          </p:cNvPicPr>
          <p:nvPr/>
        </p:nvPicPr>
        <p:blipFill>
          <a:blip r:embed="rId121"/>
          <a:srcRect/>
          <a:stretch/>
        </p:blipFill>
        <p:spPr>
          <a:xfrm>
            <a:off x="6421450" y="522228"/>
            <a:ext cx="26119" cy="55012"/>
          </a:xfrm>
          <a:prstGeom prst="rect">
            <a:avLst/>
          </a:prstGeom>
        </p:spPr>
      </p:pic>
      <p:pic>
        <p:nvPicPr>
          <p:cNvPr id="291" name="Image 286" descr="preencoded.png"/>
          <p:cNvPicPr>
            <a:picLocks noChangeAspect="1"/>
          </p:cNvPicPr>
          <p:nvPr/>
        </p:nvPicPr>
        <p:blipFill>
          <a:blip r:embed="rId122"/>
          <a:srcRect/>
          <a:stretch/>
        </p:blipFill>
        <p:spPr>
          <a:xfrm>
            <a:off x="6425692" y="526270"/>
            <a:ext cx="17599" cy="45566"/>
          </a:xfrm>
          <a:prstGeom prst="rect">
            <a:avLst/>
          </a:prstGeom>
        </p:spPr>
      </p:pic>
      <p:pic>
        <p:nvPicPr>
          <p:cNvPr id="292" name="Image 287" descr="preencoded.png"/>
          <p:cNvPicPr>
            <a:picLocks noChangeAspect="1"/>
          </p:cNvPicPr>
          <p:nvPr/>
        </p:nvPicPr>
        <p:blipFill>
          <a:blip r:embed="rId123"/>
          <a:srcRect/>
          <a:stretch/>
        </p:blipFill>
        <p:spPr>
          <a:xfrm>
            <a:off x="6442304" y="524313"/>
            <a:ext cx="54229" cy="50852"/>
          </a:xfrm>
          <a:prstGeom prst="rect">
            <a:avLst/>
          </a:prstGeom>
        </p:spPr>
      </p:pic>
      <p:pic>
        <p:nvPicPr>
          <p:cNvPr id="293" name="Image 288" descr="preencoded.png"/>
          <p:cNvPicPr>
            <a:picLocks noChangeAspect="1"/>
          </p:cNvPicPr>
          <p:nvPr/>
        </p:nvPicPr>
        <p:blipFill>
          <a:blip r:embed="rId124"/>
          <a:srcRect/>
          <a:stretch/>
        </p:blipFill>
        <p:spPr>
          <a:xfrm>
            <a:off x="6487120" y="532394"/>
            <a:ext cx="13785" cy="40405"/>
          </a:xfrm>
          <a:prstGeom prst="rect">
            <a:avLst/>
          </a:prstGeom>
        </p:spPr>
      </p:pic>
      <p:pic>
        <p:nvPicPr>
          <p:cNvPr id="294" name="Image 289" descr="preencoded.png"/>
          <p:cNvPicPr>
            <a:picLocks noChangeAspect="1"/>
          </p:cNvPicPr>
          <p:nvPr/>
        </p:nvPicPr>
        <p:blipFill>
          <a:blip r:embed="rId125"/>
          <a:srcRect/>
          <a:stretch/>
        </p:blipFill>
        <p:spPr>
          <a:xfrm>
            <a:off x="6494227" y="536665"/>
            <a:ext cx="56238" cy="53888"/>
          </a:xfrm>
          <a:prstGeom prst="rect">
            <a:avLst/>
          </a:prstGeom>
        </p:spPr>
      </p:pic>
      <p:pic>
        <p:nvPicPr>
          <p:cNvPr id="295" name="Image 290" descr="preencoded.png"/>
          <p:cNvPicPr>
            <a:picLocks noChangeAspect="1"/>
          </p:cNvPicPr>
          <p:nvPr/>
        </p:nvPicPr>
        <p:blipFill>
          <a:blip r:embed="rId126"/>
          <a:srcRect/>
          <a:stretch/>
        </p:blipFill>
        <p:spPr>
          <a:xfrm>
            <a:off x="6537127" y="544509"/>
            <a:ext cx="16576" cy="43327"/>
          </a:xfrm>
          <a:prstGeom prst="rect">
            <a:avLst/>
          </a:prstGeom>
        </p:spPr>
      </p:pic>
      <p:pic>
        <p:nvPicPr>
          <p:cNvPr id="296" name="Image 291" descr="preencoded.png"/>
          <p:cNvPicPr>
            <a:picLocks noChangeAspect="1"/>
          </p:cNvPicPr>
          <p:nvPr/>
        </p:nvPicPr>
        <p:blipFill>
          <a:blip r:embed="rId127"/>
          <a:srcRect/>
          <a:stretch/>
        </p:blipFill>
        <p:spPr>
          <a:xfrm>
            <a:off x="6548307" y="585991"/>
            <a:ext cx="6232" cy="6245"/>
          </a:xfrm>
          <a:prstGeom prst="rect">
            <a:avLst/>
          </a:prstGeom>
        </p:spPr>
      </p:pic>
      <p:pic>
        <p:nvPicPr>
          <p:cNvPr id="297" name="Image 292" descr="preencoded.png"/>
          <p:cNvPicPr>
            <a:picLocks noChangeAspect="1"/>
          </p:cNvPicPr>
          <p:nvPr/>
        </p:nvPicPr>
        <p:blipFill>
          <a:blip r:embed="rId127"/>
          <a:srcRect/>
          <a:stretch/>
        </p:blipFill>
        <p:spPr>
          <a:xfrm>
            <a:off x="6551712" y="579565"/>
            <a:ext cx="6232" cy="6246"/>
          </a:xfrm>
          <a:prstGeom prst="rect">
            <a:avLst/>
          </a:prstGeom>
        </p:spPr>
      </p:pic>
      <p:pic>
        <p:nvPicPr>
          <p:cNvPr id="298" name="Image 293" descr="preencoded.png"/>
          <p:cNvPicPr>
            <a:picLocks noChangeAspect="1"/>
          </p:cNvPicPr>
          <p:nvPr/>
        </p:nvPicPr>
        <p:blipFill>
          <a:blip r:embed="rId127"/>
          <a:srcRect/>
          <a:stretch/>
        </p:blipFill>
        <p:spPr>
          <a:xfrm>
            <a:off x="6554000" y="572132"/>
            <a:ext cx="6232" cy="6245"/>
          </a:xfrm>
          <a:prstGeom prst="rect">
            <a:avLst/>
          </a:prstGeom>
        </p:spPr>
      </p:pic>
      <p:pic>
        <p:nvPicPr>
          <p:cNvPr id="299" name="Image 294" descr="preencoded.png"/>
          <p:cNvPicPr>
            <a:picLocks noChangeAspect="1"/>
          </p:cNvPicPr>
          <p:nvPr/>
        </p:nvPicPr>
        <p:blipFill>
          <a:blip r:embed="rId127"/>
          <a:srcRect/>
          <a:stretch/>
        </p:blipFill>
        <p:spPr>
          <a:xfrm>
            <a:off x="6554316" y="564141"/>
            <a:ext cx="6232" cy="6245"/>
          </a:xfrm>
          <a:prstGeom prst="rect">
            <a:avLst/>
          </a:prstGeom>
        </p:spPr>
      </p:pic>
      <p:pic>
        <p:nvPicPr>
          <p:cNvPr id="300" name="Image 295" descr="preencoded.png"/>
          <p:cNvPicPr>
            <a:picLocks noChangeAspect="1"/>
          </p:cNvPicPr>
          <p:nvPr/>
        </p:nvPicPr>
        <p:blipFill>
          <a:blip r:embed="rId127"/>
          <a:srcRect/>
          <a:stretch/>
        </p:blipFill>
        <p:spPr>
          <a:xfrm>
            <a:off x="6552456" y="556299"/>
            <a:ext cx="6232" cy="6245"/>
          </a:xfrm>
          <a:prstGeom prst="rect">
            <a:avLst/>
          </a:prstGeom>
        </p:spPr>
      </p:pic>
      <p:pic>
        <p:nvPicPr>
          <p:cNvPr id="301" name="Image 296" descr="preencoded.png"/>
          <p:cNvPicPr>
            <a:picLocks noChangeAspect="1"/>
          </p:cNvPicPr>
          <p:nvPr/>
        </p:nvPicPr>
        <p:blipFill>
          <a:blip r:embed="rId127"/>
          <a:srcRect/>
          <a:stretch/>
        </p:blipFill>
        <p:spPr>
          <a:xfrm>
            <a:off x="6548568" y="549156"/>
            <a:ext cx="6232" cy="6245"/>
          </a:xfrm>
          <a:prstGeom prst="rect">
            <a:avLst/>
          </a:prstGeom>
        </p:spPr>
      </p:pic>
      <p:pic>
        <p:nvPicPr>
          <p:cNvPr id="302" name="Image 297" descr="preencoded.png"/>
          <p:cNvPicPr>
            <a:picLocks noChangeAspect="1"/>
          </p:cNvPicPr>
          <p:nvPr/>
        </p:nvPicPr>
        <p:blipFill>
          <a:blip r:embed="rId127"/>
          <a:srcRect/>
          <a:stretch/>
        </p:blipFill>
        <p:spPr>
          <a:xfrm>
            <a:off x="6543452" y="543296"/>
            <a:ext cx="6232" cy="6245"/>
          </a:xfrm>
          <a:prstGeom prst="rect">
            <a:avLst/>
          </a:prstGeom>
        </p:spPr>
      </p:pic>
      <p:pic>
        <p:nvPicPr>
          <p:cNvPr id="303" name="Image 298" descr="preencoded.png"/>
          <p:cNvPicPr>
            <a:picLocks noChangeAspect="1"/>
          </p:cNvPicPr>
          <p:nvPr/>
        </p:nvPicPr>
        <p:blipFill>
          <a:blip r:embed="rId127"/>
          <a:srcRect/>
          <a:stretch/>
        </p:blipFill>
        <p:spPr>
          <a:xfrm>
            <a:off x="6537443" y="538432"/>
            <a:ext cx="6232" cy="6245"/>
          </a:xfrm>
          <a:prstGeom prst="rect">
            <a:avLst/>
          </a:prstGeom>
        </p:spPr>
      </p:pic>
      <p:pic>
        <p:nvPicPr>
          <p:cNvPr id="304" name="Image 299" descr="preencoded.png"/>
          <p:cNvPicPr>
            <a:picLocks noChangeAspect="1"/>
          </p:cNvPicPr>
          <p:nvPr/>
        </p:nvPicPr>
        <p:blipFill>
          <a:blip r:embed="rId127"/>
          <a:srcRect/>
          <a:stretch/>
        </p:blipFill>
        <p:spPr>
          <a:xfrm>
            <a:off x="6530280" y="534471"/>
            <a:ext cx="6232" cy="6245"/>
          </a:xfrm>
          <a:prstGeom prst="rect">
            <a:avLst/>
          </a:prstGeom>
        </p:spPr>
      </p:pic>
      <p:pic>
        <p:nvPicPr>
          <p:cNvPr id="305" name="Image 300" descr="preencoded.png"/>
          <p:cNvPicPr>
            <a:picLocks noChangeAspect="1"/>
          </p:cNvPicPr>
          <p:nvPr/>
        </p:nvPicPr>
        <p:blipFill>
          <a:blip r:embed="rId127"/>
          <a:srcRect/>
          <a:stretch/>
        </p:blipFill>
        <p:spPr>
          <a:xfrm>
            <a:off x="6522858" y="531615"/>
            <a:ext cx="6232" cy="6245"/>
          </a:xfrm>
          <a:prstGeom prst="rect">
            <a:avLst/>
          </a:prstGeom>
        </p:spPr>
      </p:pic>
      <p:pic>
        <p:nvPicPr>
          <p:cNvPr id="306" name="Image 301" descr="preencoded.png"/>
          <p:cNvPicPr>
            <a:picLocks noChangeAspect="1"/>
          </p:cNvPicPr>
          <p:nvPr/>
        </p:nvPicPr>
        <p:blipFill>
          <a:blip r:embed="rId127"/>
          <a:srcRect/>
          <a:stretch/>
        </p:blipFill>
        <p:spPr>
          <a:xfrm>
            <a:off x="6514579" y="530049"/>
            <a:ext cx="6232" cy="6245"/>
          </a:xfrm>
          <a:prstGeom prst="rect">
            <a:avLst/>
          </a:prstGeom>
        </p:spPr>
      </p:pic>
      <p:pic>
        <p:nvPicPr>
          <p:cNvPr id="307" name="Image 302" descr="preencoded.png"/>
          <p:cNvPicPr>
            <a:picLocks noChangeAspect="1"/>
          </p:cNvPicPr>
          <p:nvPr/>
        </p:nvPicPr>
        <p:blipFill>
          <a:blip r:embed="rId127"/>
          <a:srcRect/>
          <a:stretch/>
        </p:blipFill>
        <p:spPr>
          <a:xfrm>
            <a:off x="6506710" y="529623"/>
            <a:ext cx="6232" cy="6245"/>
          </a:xfrm>
          <a:prstGeom prst="rect">
            <a:avLst/>
          </a:prstGeom>
        </p:spPr>
      </p:pic>
      <p:pic>
        <p:nvPicPr>
          <p:cNvPr id="308" name="Image 303" descr="preencoded.png"/>
          <p:cNvPicPr>
            <a:picLocks noChangeAspect="1"/>
          </p:cNvPicPr>
          <p:nvPr/>
        </p:nvPicPr>
        <p:blipFill>
          <a:blip r:embed="rId127"/>
          <a:srcRect/>
          <a:stretch/>
        </p:blipFill>
        <p:spPr>
          <a:xfrm>
            <a:off x="6498971" y="529901"/>
            <a:ext cx="6232" cy="6245"/>
          </a:xfrm>
          <a:prstGeom prst="rect">
            <a:avLst/>
          </a:prstGeom>
        </p:spPr>
      </p:pic>
      <p:pic>
        <p:nvPicPr>
          <p:cNvPr id="309" name="Image 304" descr="preencoded.png"/>
          <p:cNvPicPr>
            <a:picLocks noChangeAspect="1"/>
          </p:cNvPicPr>
          <p:nvPr/>
        </p:nvPicPr>
        <p:blipFill>
          <a:blip r:embed="rId127"/>
          <a:srcRect/>
          <a:stretch/>
        </p:blipFill>
        <p:spPr>
          <a:xfrm>
            <a:off x="6491250" y="529901"/>
            <a:ext cx="6232" cy="6245"/>
          </a:xfrm>
          <a:prstGeom prst="rect">
            <a:avLst/>
          </a:prstGeom>
        </p:spPr>
      </p:pic>
      <p:pic>
        <p:nvPicPr>
          <p:cNvPr id="310" name="Image 305" descr="preencoded.png"/>
          <p:cNvPicPr>
            <a:picLocks noChangeAspect="1"/>
          </p:cNvPicPr>
          <p:nvPr/>
        </p:nvPicPr>
        <p:blipFill>
          <a:blip r:embed="rId127"/>
          <a:srcRect/>
          <a:stretch/>
        </p:blipFill>
        <p:spPr>
          <a:xfrm>
            <a:off x="6495120" y="536889"/>
            <a:ext cx="6232" cy="6245"/>
          </a:xfrm>
          <a:prstGeom prst="rect">
            <a:avLst/>
          </a:prstGeom>
        </p:spPr>
      </p:pic>
      <p:pic>
        <p:nvPicPr>
          <p:cNvPr id="311" name="Image 306" descr="preencoded.png"/>
          <p:cNvPicPr>
            <a:picLocks noChangeAspect="1"/>
          </p:cNvPicPr>
          <p:nvPr/>
        </p:nvPicPr>
        <p:blipFill>
          <a:blip r:embed="rId127"/>
          <a:srcRect/>
          <a:stretch/>
        </p:blipFill>
        <p:spPr>
          <a:xfrm>
            <a:off x="6496683" y="544614"/>
            <a:ext cx="6232" cy="6245"/>
          </a:xfrm>
          <a:prstGeom prst="rect">
            <a:avLst/>
          </a:prstGeom>
        </p:spPr>
      </p:pic>
      <p:pic>
        <p:nvPicPr>
          <p:cNvPr id="312" name="Image 307" descr="preencoded.png"/>
          <p:cNvPicPr>
            <a:picLocks noChangeAspect="1"/>
          </p:cNvPicPr>
          <p:nvPr/>
        </p:nvPicPr>
        <p:blipFill>
          <a:blip r:embed="rId127"/>
          <a:srcRect/>
          <a:stretch/>
        </p:blipFill>
        <p:spPr>
          <a:xfrm>
            <a:off x="6496980" y="552326"/>
            <a:ext cx="6232" cy="6245"/>
          </a:xfrm>
          <a:prstGeom prst="rect">
            <a:avLst/>
          </a:prstGeom>
        </p:spPr>
      </p:pic>
      <p:pic>
        <p:nvPicPr>
          <p:cNvPr id="313" name="Image 308" descr="preencoded.png"/>
          <p:cNvPicPr>
            <a:picLocks noChangeAspect="1"/>
          </p:cNvPicPr>
          <p:nvPr/>
        </p:nvPicPr>
        <p:blipFill>
          <a:blip r:embed="rId127"/>
          <a:srcRect/>
          <a:stretch/>
        </p:blipFill>
        <p:spPr>
          <a:xfrm>
            <a:off x="6494673" y="559318"/>
            <a:ext cx="6232" cy="6246"/>
          </a:xfrm>
          <a:prstGeom prst="rect">
            <a:avLst/>
          </a:prstGeom>
        </p:spPr>
      </p:pic>
      <p:pic>
        <p:nvPicPr>
          <p:cNvPr id="314" name="Image 309" descr="preencoded.png"/>
          <p:cNvPicPr>
            <a:picLocks noChangeAspect="1"/>
          </p:cNvPicPr>
          <p:nvPr/>
        </p:nvPicPr>
        <p:blipFill>
          <a:blip r:embed="rId127"/>
          <a:srcRect/>
          <a:stretch/>
        </p:blipFill>
        <p:spPr>
          <a:xfrm>
            <a:off x="6490413" y="565760"/>
            <a:ext cx="6232" cy="6245"/>
          </a:xfrm>
          <a:prstGeom prst="rect">
            <a:avLst/>
          </a:prstGeom>
        </p:spPr>
      </p:pic>
      <p:pic>
        <p:nvPicPr>
          <p:cNvPr id="315" name="Image 310" descr="preencoded.png"/>
          <p:cNvPicPr>
            <a:picLocks noChangeAspect="1"/>
          </p:cNvPicPr>
          <p:nvPr/>
        </p:nvPicPr>
        <p:blipFill>
          <a:blip r:embed="rId127"/>
          <a:srcRect/>
          <a:stretch/>
        </p:blipFill>
        <p:spPr>
          <a:xfrm>
            <a:off x="6485409" y="525045"/>
            <a:ext cx="6232" cy="6245"/>
          </a:xfrm>
          <a:prstGeom prst="rect">
            <a:avLst/>
          </a:prstGeom>
        </p:spPr>
      </p:pic>
      <p:pic>
        <p:nvPicPr>
          <p:cNvPr id="316" name="Image 311" descr="preencoded.png"/>
          <p:cNvPicPr>
            <a:picLocks noChangeAspect="1"/>
          </p:cNvPicPr>
          <p:nvPr/>
        </p:nvPicPr>
        <p:blipFill>
          <a:blip r:embed="rId127"/>
          <a:srcRect/>
          <a:stretch/>
        </p:blipFill>
        <p:spPr>
          <a:xfrm>
            <a:off x="6478563" y="521030"/>
            <a:ext cx="6232" cy="6245"/>
          </a:xfrm>
          <a:prstGeom prst="rect">
            <a:avLst/>
          </a:prstGeom>
        </p:spPr>
      </p:pic>
      <p:pic>
        <p:nvPicPr>
          <p:cNvPr id="317" name="Image 312" descr="preencoded.png"/>
          <p:cNvPicPr>
            <a:picLocks noChangeAspect="1"/>
          </p:cNvPicPr>
          <p:nvPr/>
        </p:nvPicPr>
        <p:blipFill>
          <a:blip r:embed="rId127"/>
          <a:srcRect/>
          <a:stretch/>
        </p:blipFill>
        <p:spPr>
          <a:xfrm>
            <a:off x="6470991" y="518631"/>
            <a:ext cx="6232" cy="6245"/>
          </a:xfrm>
          <a:prstGeom prst="rect">
            <a:avLst/>
          </a:prstGeom>
        </p:spPr>
      </p:pic>
      <p:pic>
        <p:nvPicPr>
          <p:cNvPr id="318" name="Image 313" descr="preencoded.png"/>
          <p:cNvPicPr>
            <a:picLocks noChangeAspect="1"/>
          </p:cNvPicPr>
          <p:nvPr/>
        </p:nvPicPr>
        <p:blipFill>
          <a:blip r:embed="rId127"/>
          <a:srcRect/>
          <a:stretch/>
        </p:blipFill>
        <p:spPr>
          <a:xfrm>
            <a:off x="6463122" y="517197"/>
            <a:ext cx="6232" cy="6245"/>
          </a:xfrm>
          <a:prstGeom prst="rect">
            <a:avLst/>
          </a:prstGeom>
        </p:spPr>
      </p:pic>
      <p:pic>
        <p:nvPicPr>
          <p:cNvPr id="319" name="Image 314" descr="preencoded.png"/>
          <p:cNvPicPr>
            <a:picLocks noChangeAspect="1"/>
          </p:cNvPicPr>
          <p:nvPr/>
        </p:nvPicPr>
        <p:blipFill>
          <a:blip r:embed="rId127"/>
          <a:srcRect/>
          <a:stretch/>
        </p:blipFill>
        <p:spPr>
          <a:xfrm>
            <a:off x="6455420" y="517344"/>
            <a:ext cx="6232" cy="6227"/>
          </a:xfrm>
          <a:prstGeom prst="rect">
            <a:avLst/>
          </a:prstGeom>
        </p:spPr>
      </p:pic>
      <p:pic>
        <p:nvPicPr>
          <p:cNvPr id="320" name="Image 315" descr="preencoded.png"/>
          <p:cNvPicPr>
            <a:picLocks noChangeAspect="1"/>
          </p:cNvPicPr>
          <p:nvPr/>
        </p:nvPicPr>
        <p:blipFill>
          <a:blip r:embed="rId127"/>
          <a:srcRect/>
          <a:stretch/>
        </p:blipFill>
        <p:spPr>
          <a:xfrm>
            <a:off x="6447383" y="518762"/>
            <a:ext cx="6232" cy="6245"/>
          </a:xfrm>
          <a:prstGeom prst="rect">
            <a:avLst/>
          </a:prstGeom>
        </p:spPr>
      </p:pic>
      <p:pic>
        <p:nvPicPr>
          <p:cNvPr id="321" name="Image 316" descr="preencoded.png"/>
          <p:cNvPicPr>
            <a:picLocks noChangeAspect="1"/>
          </p:cNvPicPr>
          <p:nvPr/>
        </p:nvPicPr>
        <p:blipFill>
          <a:blip r:embed="rId127"/>
          <a:srcRect/>
          <a:stretch/>
        </p:blipFill>
        <p:spPr>
          <a:xfrm>
            <a:off x="6439979" y="521464"/>
            <a:ext cx="6232" cy="6245"/>
          </a:xfrm>
          <a:prstGeom prst="rect">
            <a:avLst/>
          </a:prstGeom>
        </p:spPr>
      </p:pic>
      <p:pic>
        <p:nvPicPr>
          <p:cNvPr id="322" name="Image 317" descr="preencoded.png"/>
          <p:cNvPicPr>
            <a:picLocks noChangeAspect="1"/>
          </p:cNvPicPr>
          <p:nvPr/>
        </p:nvPicPr>
        <p:blipFill>
          <a:blip r:embed="rId72"/>
          <a:srcRect/>
          <a:stretch/>
        </p:blipFill>
        <p:spPr>
          <a:xfrm>
            <a:off x="6434510" y="560291"/>
            <a:ext cx="130" cy="1204"/>
          </a:xfrm>
          <a:prstGeom prst="rect">
            <a:avLst/>
          </a:prstGeom>
        </p:spPr>
      </p:pic>
      <p:pic>
        <p:nvPicPr>
          <p:cNvPr id="323" name="Image 318" descr="preencoded.png"/>
          <p:cNvPicPr>
            <a:picLocks noChangeAspect="1"/>
          </p:cNvPicPr>
          <p:nvPr/>
        </p:nvPicPr>
        <p:blipFill>
          <a:blip r:embed="rId128"/>
          <a:srcRect/>
          <a:stretch/>
        </p:blipFill>
        <p:spPr>
          <a:xfrm>
            <a:off x="6429505" y="560605"/>
            <a:ext cx="9916" cy="9923"/>
          </a:xfrm>
          <a:prstGeom prst="rect">
            <a:avLst/>
          </a:prstGeom>
        </p:spPr>
      </p:pic>
      <p:pic>
        <p:nvPicPr>
          <p:cNvPr id="324" name="Image 319" descr="preencoded.png"/>
          <p:cNvPicPr>
            <a:picLocks noChangeAspect="1"/>
          </p:cNvPicPr>
          <p:nvPr/>
        </p:nvPicPr>
        <p:blipFill>
          <a:blip r:embed="rId128"/>
          <a:srcRect/>
          <a:stretch/>
        </p:blipFill>
        <p:spPr>
          <a:xfrm>
            <a:off x="6429505" y="552048"/>
            <a:ext cx="9916" cy="9922"/>
          </a:xfrm>
          <a:prstGeom prst="rect">
            <a:avLst/>
          </a:prstGeom>
        </p:spPr>
      </p:pic>
      <p:pic>
        <p:nvPicPr>
          <p:cNvPr id="325" name="Image 320" descr="preencoded.png"/>
          <p:cNvPicPr>
            <a:picLocks noChangeAspect="1"/>
          </p:cNvPicPr>
          <p:nvPr/>
        </p:nvPicPr>
        <p:blipFill>
          <a:blip r:embed="rId129"/>
          <a:srcRect/>
          <a:stretch/>
        </p:blipFill>
        <p:spPr>
          <a:xfrm>
            <a:off x="6430361" y="543722"/>
            <a:ext cx="8186" cy="8171"/>
          </a:xfrm>
          <a:prstGeom prst="rect">
            <a:avLst/>
          </a:prstGeom>
        </p:spPr>
      </p:pic>
      <p:pic>
        <p:nvPicPr>
          <p:cNvPr id="326" name="Image 321" descr="preencoded.png"/>
          <p:cNvPicPr>
            <a:picLocks noChangeAspect="1"/>
          </p:cNvPicPr>
          <p:nvPr/>
        </p:nvPicPr>
        <p:blipFill>
          <a:blip r:embed="rId127"/>
          <a:srcRect/>
          <a:stretch/>
        </p:blipFill>
        <p:spPr>
          <a:xfrm>
            <a:off x="6431366" y="536425"/>
            <a:ext cx="6232" cy="6245"/>
          </a:xfrm>
          <a:prstGeom prst="rect">
            <a:avLst/>
          </a:prstGeom>
        </p:spPr>
      </p:pic>
      <p:pic>
        <p:nvPicPr>
          <p:cNvPr id="327" name="Image 322" descr="preencoded.png"/>
          <p:cNvPicPr>
            <a:picLocks noChangeAspect="1"/>
          </p:cNvPicPr>
          <p:nvPr/>
        </p:nvPicPr>
        <p:blipFill>
          <a:blip r:embed="rId58"/>
          <a:srcRect/>
          <a:stretch/>
        </p:blipFill>
        <p:spPr>
          <a:xfrm>
            <a:off x="6431849" y="529661"/>
            <a:ext cx="5228" cy="5237"/>
          </a:xfrm>
          <a:prstGeom prst="rect">
            <a:avLst/>
          </a:prstGeom>
        </p:spPr>
      </p:pic>
      <p:pic>
        <p:nvPicPr>
          <p:cNvPr id="328" name="Image 323" descr="preencoded.png"/>
          <p:cNvPicPr>
            <a:picLocks noChangeAspect="1"/>
          </p:cNvPicPr>
          <p:nvPr/>
        </p:nvPicPr>
        <p:blipFill>
          <a:blip r:embed="rId127"/>
          <a:srcRect/>
          <a:stretch/>
        </p:blipFill>
        <p:spPr>
          <a:xfrm>
            <a:off x="6314331" y="585991"/>
            <a:ext cx="6232" cy="6245"/>
          </a:xfrm>
          <a:prstGeom prst="rect">
            <a:avLst/>
          </a:prstGeom>
        </p:spPr>
      </p:pic>
      <p:pic>
        <p:nvPicPr>
          <p:cNvPr id="329" name="Image 324" descr="preencoded.png"/>
          <p:cNvPicPr>
            <a:picLocks noChangeAspect="1"/>
          </p:cNvPicPr>
          <p:nvPr/>
        </p:nvPicPr>
        <p:blipFill>
          <a:blip r:embed="rId127"/>
          <a:srcRect/>
          <a:stretch/>
        </p:blipFill>
        <p:spPr>
          <a:xfrm>
            <a:off x="6310889" y="579565"/>
            <a:ext cx="6232" cy="6246"/>
          </a:xfrm>
          <a:prstGeom prst="rect">
            <a:avLst/>
          </a:prstGeom>
        </p:spPr>
      </p:pic>
      <p:pic>
        <p:nvPicPr>
          <p:cNvPr id="330" name="Image 325" descr="preencoded.png"/>
          <p:cNvPicPr>
            <a:picLocks noChangeAspect="1"/>
          </p:cNvPicPr>
          <p:nvPr/>
        </p:nvPicPr>
        <p:blipFill>
          <a:blip r:embed="rId127"/>
          <a:srcRect/>
          <a:stretch/>
        </p:blipFill>
        <p:spPr>
          <a:xfrm>
            <a:off x="6308601" y="572132"/>
            <a:ext cx="6232" cy="6245"/>
          </a:xfrm>
          <a:prstGeom prst="rect">
            <a:avLst/>
          </a:prstGeom>
        </p:spPr>
      </p:pic>
      <p:pic>
        <p:nvPicPr>
          <p:cNvPr id="331" name="Image 326" descr="preencoded.png"/>
          <p:cNvPicPr>
            <a:picLocks noChangeAspect="1"/>
          </p:cNvPicPr>
          <p:nvPr/>
        </p:nvPicPr>
        <p:blipFill>
          <a:blip r:embed="rId127"/>
          <a:srcRect/>
          <a:stretch/>
        </p:blipFill>
        <p:spPr>
          <a:xfrm>
            <a:off x="6308322" y="564141"/>
            <a:ext cx="6232" cy="6245"/>
          </a:xfrm>
          <a:prstGeom prst="rect">
            <a:avLst/>
          </a:prstGeom>
        </p:spPr>
      </p:pic>
      <p:pic>
        <p:nvPicPr>
          <p:cNvPr id="332" name="Image 327" descr="preencoded.png"/>
          <p:cNvPicPr>
            <a:picLocks noChangeAspect="1"/>
          </p:cNvPicPr>
          <p:nvPr/>
        </p:nvPicPr>
        <p:blipFill>
          <a:blip r:embed="rId127"/>
          <a:srcRect/>
          <a:stretch/>
        </p:blipFill>
        <p:spPr>
          <a:xfrm>
            <a:off x="6310201" y="556299"/>
            <a:ext cx="6232" cy="6245"/>
          </a:xfrm>
          <a:prstGeom prst="rect">
            <a:avLst/>
          </a:prstGeom>
        </p:spPr>
      </p:pic>
      <p:pic>
        <p:nvPicPr>
          <p:cNvPr id="333" name="Image 328" descr="preencoded.png"/>
          <p:cNvPicPr>
            <a:picLocks noChangeAspect="1"/>
          </p:cNvPicPr>
          <p:nvPr/>
        </p:nvPicPr>
        <p:blipFill>
          <a:blip r:embed="rId127"/>
          <a:srcRect/>
          <a:stretch/>
        </p:blipFill>
        <p:spPr>
          <a:xfrm>
            <a:off x="6314033" y="549156"/>
            <a:ext cx="6232" cy="6245"/>
          </a:xfrm>
          <a:prstGeom prst="rect">
            <a:avLst/>
          </a:prstGeom>
        </p:spPr>
      </p:pic>
      <p:pic>
        <p:nvPicPr>
          <p:cNvPr id="334" name="Image 329" descr="preencoded.png"/>
          <p:cNvPicPr>
            <a:picLocks noChangeAspect="1"/>
          </p:cNvPicPr>
          <p:nvPr/>
        </p:nvPicPr>
        <p:blipFill>
          <a:blip r:embed="rId127"/>
          <a:srcRect/>
          <a:stretch/>
        </p:blipFill>
        <p:spPr>
          <a:xfrm>
            <a:off x="6319205" y="543296"/>
            <a:ext cx="6232" cy="6245"/>
          </a:xfrm>
          <a:prstGeom prst="rect">
            <a:avLst/>
          </a:prstGeom>
        </p:spPr>
      </p:pic>
      <p:pic>
        <p:nvPicPr>
          <p:cNvPr id="335" name="Image 330" descr="preencoded.png"/>
          <p:cNvPicPr>
            <a:picLocks noChangeAspect="1"/>
          </p:cNvPicPr>
          <p:nvPr/>
        </p:nvPicPr>
        <p:blipFill>
          <a:blip r:embed="rId127"/>
          <a:srcRect/>
          <a:stretch/>
        </p:blipFill>
        <p:spPr>
          <a:xfrm>
            <a:off x="6325177" y="538432"/>
            <a:ext cx="6232" cy="6245"/>
          </a:xfrm>
          <a:prstGeom prst="rect">
            <a:avLst/>
          </a:prstGeom>
        </p:spPr>
      </p:pic>
      <p:pic>
        <p:nvPicPr>
          <p:cNvPr id="336" name="Image 331" descr="preencoded.png"/>
          <p:cNvPicPr>
            <a:picLocks noChangeAspect="1"/>
          </p:cNvPicPr>
          <p:nvPr/>
        </p:nvPicPr>
        <p:blipFill>
          <a:blip r:embed="rId127"/>
          <a:srcRect/>
          <a:stretch/>
        </p:blipFill>
        <p:spPr>
          <a:xfrm>
            <a:off x="6332320" y="534471"/>
            <a:ext cx="6232" cy="6245"/>
          </a:xfrm>
          <a:prstGeom prst="rect">
            <a:avLst/>
          </a:prstGeom>
        </p:spPr>
      </p:pic>
      <p:pic>
        <p:nvPicPr>
          <p:cNvPr id="337" name="Image 332" descr="preencoded.png"/>
          <p:cNvPicPr>
            <a:picLocks noChangeAspect="1"/>
          </p:cNvPicPr>
          <p:nvPr/>
        </p:nvPicPr>
        <p:blipFill>
          <a:blip r:embed="rId127"/>
          <a:srcRect/>
          <a:stretch/>
        </p:blipFill>
        <p:spPr>
          <a:xfrm>
            <a:off x="6339743" y="531615"/>
            <a:ext cx="6232" cy="6245"/>
          </a:xfrm>
          <a:prstGeom prst="rect">
            <a:avLst/>
          </a:prstGeom>
        </p:spPr>
      </p:pic>
      <p:pic>
        <p:nvPicPr>
          <p:cNvPr id="338" name="Image 333" descr="preencoded.png"/>
          <p:cNvPicPr>
            <a:picLocks noChangeAspect="1"/>
          </p:cNvPicPr>
          <p:nvPr/>
        </p:nvPicPr>
        <p:blipFill>
          <a:blip r:embed="rId127"/>
          <a:srcRect/>
          <a:stretch/>
        </p:blipFill>
        <p:spPr>
          <a:xfrm>
            <a:off x="6348059" y="530049"/>
            <a:ext cx="6232" cy="6245"/>
          </a:xfrm>
          <a:prstGeom prst="rect">
            <a:avLst/>
          </a:prstGeom>
        </p:spPr>
      </p:pic>
      <p:pic>
        <p:nvPicPr>
          <p:cNvPr id="339" name="Image 334" descr="preencoded.png"/>
          <p:cNvPicPr>
            <a:picLocks noChangeAspect="1"/>
          </p:cNvPicPr>
          <p:nvPr/>
        </p:nvPicPr>
        <p:blipFill>
          <a:blip r:embed="rId127"/>
          <a:srcRect/>
          <a:stretch/>
        </p:blipFill>
        <p:spPr>
          <a:xfrm>
            <a:off x="6355910" y="529623"/>
            <a:ext cx="6232" cy="6245"/>
          </a:xfrm>
          <a:prstGeom prst="rect">
            <a:avLst/>
          </a:prstGeom>
        </p:spPr>
      </p:pic>
      <p:pic>
        <p:nvPicPr>
          <p:cNvPr id="340" name="Image 335" descr="preencoded.png"/>
          <p:cNvPicPr>
            <a:picLocks noChangeAspect="1"/>
          </p:cNvPicPr>
          <p:nvPr/>
        </p:nvPicPr>
        <p:blipFill>
          <a:blip r:embed="rId127"/>
          <a:srcRect/>
          <a:stretch/>
        </p:blipFill>
        <p:spPr>
          <a:xfrm>
            <a:off x="6363612" y="529901"/>
            <a:ext cx="6232" cy="6245"/>
          </a:xfrm>
          <a:prstGeom prst="rect">
            <a:avLst/>
          </a:prstGeom>
        </p:spPr>
      </p:pic>
      <p:pic>
        <p:nvPicPr>
          <p:cNvPr id="341" name="Image 336" descr="preencoded.png"/>
          <p:cNvPicPr>
            <a:picLocks noChangeAspect="1"/>
          </p:cNvPicPr>
          <p:nvPr/>
        </p:nvPicPr>
        <p:blipFill>
          <a:blip r:embed="rId127"/>
          <a:srcRect/>
          <a:stretch/>
        </p:blipFill>
        <p:spPr>
          <a:xfrm>
            <a:off x="6371351" y="529901"/>
            <a:ext cx="6232" cy="6245"/>
          </a:xfrm>
          <a:prstGeom prst="rect">
            <a:avLst/>
          </a:prstGeom>
        </p:spPr>
      </p:pic>
      <p:pic>
        <p:nvPicPr>
          <p:cNvPr id="342" name="Image 337" descr="preencoded.png"/>
          <p:cNvPicPr>
            <a:picLocks noChangeAspect="1"/>
          </p:cNvPicPr>
          <p:nvPr/>
        </p:nvPicPr>
        <p:blipFill>
          <a:blip r:embed="rId127"/>
          <a:srcRect/>
          <a:stretch/>
        </p:blipFill>
        <p:spPr>
          <a:xfrm>
            <a:off x="6367518" y="536889"/>
            <a:ext cx="6232" cy="6245"/>
          </a:xfrm>
          <a:prstGeom prst="rect">
            <a:avLst/>
          </a:prstGeom>
        </p:spPr>
      </p:pic>
      <p:pic>
        <p:nvPicPr>
          <p:cNvPr id="343" name="Image 338" descr="preencoded.png"/>
          <p:cNvPicPr>
            <a:picLocks noChangeAspect="1"/>
          </p:cNvPicPr>
          <p:nvPr/>
        </p:nvPicPr>
        <p:blipFill>
          <a:blip r:embed="rId127"/>
          <a:srcRect/>
          <a:stretch/>
        </p:blipFill>
        <p:spPr>
          <a:xfrm>
            <a:off x="6365918" y="544614"/>
            <a:ext cx="6232" cy="6245"/>
          </a:xfrm>
          <a:prstGeom prst="rect">
            <a:avLst/>
          </a:prstGeom>
        </p:spPr>
      </p:pic>
      <p:pic>
        <p:nvPicPr>
          <p:cNvPr id="344" name="Image 339" descr="preencoded.png"/>
          <p:cNvPicPr>
            <a:picLocks noChangeAspect="1"/>
          </p:cNvPicPr>
          <p:nvPr/>
        </p:nvPicPr>
        <p:blipFill>
          <a:blip r:embed="rId127"/>
          <a:srcRect/>
          <a:stretch/>
        </p:blipFill>
        <p:spPr>
          <a:xfrm>
            <a:off x="6365639" y="552326"/>
            <a:ext cx="6232" cy="6245"/>
          </a:xfrm>
          <a:prstGeom prst="rect">
            <a:avLst/>
          </a:prstGeom>
        </p:spPr>
      </p:pic>
      <p:pic>
        <p:nvPicPr>
          <p:cNvPr id="345" name="Image 340" descr="preencoded.png"/>
          <p:cNvPicPr>
            <a:picLocks noChangeAspect="1"/>
          </p:cNvPicPr>
          <p:nvPr/>
        </p:nvPicPr>
        <p:blipFill>
          <a:blip r:embed="rId127"/>
          <a:srcRect/>
          <a:stretch/>
        </p:blipFill>
        <p:spPr>
          <a:xfrm>
            <a:off x="6367946" y="559318"/>
            <a:ext cx="6232" cy="6246"/>
          </a:xfrm>
          <a:prstGeom prst="rect">
            <a:avLst/>
          </a:prstGeom>
        </p:spPr>
      </p:pic>
      <p:pic>
        <p:nvPicPr>
          <p:cNvPr id="346" name="Image 341" descr="preencoded.png"/>
          <p:cNvPicPr>
            <a:picLocks noChangeAspect="1"/>
          </p:cNvPicPr>
          <p:nvPr/>
        </p:nvPicPr>
        <p:blipFill>
          <a:blip r:embed="rId127"/>
          <a:srcRect/>
          <a:stretch/>
        </p:blipFill>
        <p:spPr>
          <a:xfrm>
            <a:off x="6372206" y="565760"/>
            <a:ext cx="6232" cy="6245"/>
          </a:xfrm>
          <a:prstGeom prst="rect">
            <a:avLst/>
          </a:prstGeom>
        </p:spPr>
      </p:pic>
      <p:pic>
        <p:nvPicPr>
          <p:cNvPr id="347" name="Image 342" descr="preencoded.png"/>
          <p:cNvPicPr>
            <a:picLocks noChangeAspect="1"/>
          </p:cNvPicPr>
          <p:nvPr/>
        </p:nvPicPr>
        <p:blipFill>
          <a:blip r:embed="rId127"/>
          <a:srcRect/>
          <a:stretch/>
        </p:blipFill>
        <p:spPr>
          <a:xfrm>
            <a:off x="6377229" y="525045"/>
            <a:ext cx="6232" cy="6245"/>
          </a:xfrm>
          <a:prstGeom prst="rect">
            <a:avLst/>
          </a:prstGeom>
        </p:spPr>
      </p:pic>
      <p:pic>
        <p:nvPicPr>
          <p:cNvPr id="348" name="Image 343" descr="preencoded.png"/>
          <p:cNvPicPr>
            <a:picLocks noChangeAspect="1"/>
          </p:cNvPicPr>
          <p:nvPr/>
        </p:nvPicPr>
        <p:blipFill>
          <a:blip r:embed="rId127"/>
          <a:srcRect/>
          <a:stretch/>
        </p:blipFill>
        <p:spPr>
          <a:xfrm>
            <a:off x="6384075" y="521030"/>
            <a:ext cx="6232" cy="6245"/>
          </a:xfrm>
          <a:prstGeom prst="rect">
            <a:avLst/>
          </a:prstGeom>
        </p:spPr>
      </p:pic>
      <p:pic>
        <p:nvPicPr>
          <p:cNvPr id="349" name="Image 344" descr="preencoded.png"/>
          <p:cNvPicPr>
            <a:picLocks noChangeAspect="1"/>
          </p:cNvPicPr>
          <p:nvPr/>
        </p:nvPicPr>
        <p:blipFill>
          <a:blip r:embed="rId127"/>
          <a:srcRect/>
          <a:stretch/>
        </p:blipFill>
        <p:spPr>
          <a:xfrm>
            <a:off x="6391610" y="518631"/>
            <a:ext cx="6232" cy="6245"/>
          </a:xfrm>
          <a:prstGeom prst="rect">
            <a:avLst/>
          </a:prstGeom>
        </p:spPr>
      </p:pic>
      <p:pic>
        <p:nvPicPr>
          <p:cNvPr id="350" name="Image 345" descr="preencoded.png"/>
          <p:cNvPicPr>
            <a:picLocks noChangeAspect="1"/>
          </p:cNvPicPr>
          <p:nvPr/>
        </p:nvPicPr>
        <p:blipFill>
          <a:blip r:embed="rId127"/>
          <a:srcRect/>
          <a:stretch/>
        </p:blipFill>
        <p:spPr>
          <a:xfrm>
            <a:off x="6399498" y="517197"/>
            <a:ext cx="6232" cy="6245"/>
          </a:xfrm>
          <a:prstGeom prst="rect">
            <a:avLst/>
          </a:prstGeom>
        </p:spPr>
      </p:pic>
      <p:pic>
        <p:nvPicPr>
          <p:cNvPr id="351" name="Image 346" descr="preencoded.png"/>
          <p:cNvPicPr>
            <a:picLocks noChangeAspect="1"/>
          </p:cNvPicPr>
          <p:nvPr/>
        </p:nvPicPr>
        <p:blipFill>
          <a:blip r:embed="rId127"/>
          <a:srcRect/>
          <a:stretch/>
        </p:blipFill>
        <p:spPr>
          <a:xfrm>
            <a:off x="6407218" y="517344"/>
            <a:ext cx="6232" cy="6227"/>
          </a:xfrm>
          <a:prstGeom prst="rect">
            <a:avLst/>
          </a:prstGeom>
        </p:spPr>
      </p:pic>
      <p:pic>
        <p:nvPicPr>
          <p:cNvPr id="352" name="Image 347" descr="preencoded.png"/>
          <p:cNvPicPr>
            <a:picLocks noChangeAspect="1"/>
          </p:cNvPicPr>
          <p:nvPr/>
        </p:nvPicPr>
        <p:blipFill>
          <a:blip r:embed="rId127"/>
          <a:srcRect/>
          <a:stretch/>
        </p:blipFill>
        <p:spPr>
          <a:xfrm>
            <a:off x="6415236" y="518762"/>
            <a:ext cx="6232" cy="6245"/>
          </a:xfrm>
          <a:prstGeom prst="rect">
            <a:avLst/>
          </a:prstGeom>
        </p:spPr>
      </p:pic>
      <p:pic>
        <p:nvPicPr>
          <p:cNvPr id="353" name="Image 348" descr="preencoded.png"/>
          <p:cNvPicPr>
            <a:picLocks noChangeAspect="1"/>
          </p:cNvPicPr>
          <p:nvPr/>
        </p:nvPicPr>
        <p:blipFill>
          <a:blip r:embed="rId127"/>
          <a:srcRect/>
          <a:stretch/>
        </p:blipFill>
        <p:spPr>
          <a:xfrm>
            <a:off x="6422641" y="521464"/>
            <a:ext cx="6232" cy="6245"/>
          </a:xfrm>
          <a:prstGeom prst="rect">
            <a:avLst/>
          </a:prstGeom>
        </p:spPr>
      </p:pic>
      <p:pic>
        <p:nvPicPr>
          <p:cNvPr id="354" name="Image 349" descr="preencoded.png"/>
          <p:cNvPicPr>
            <a:picLocks noChangeAspect="1"/>
          </p:cNvPicPr>
          <p:nvPr/>
        </p:nvPicPr>
        <p:blipFill>
          <a:blip r:embed="rId130"/>
          <a:srcRect/>
          <a:stretch/>
        </p:blipFill>
        <p:spPr>
          <a:xfrm>
            <a:off x="6336488" y="591173"/>
            <a:ext cx="196676" cy="31733"/>
          </a:xfrm>
          <a:prstGeom prst="rect">
            <a:avLst/>
          </a:prstGeom>
        </p:spPr>
      </p:pic>
      <p:pic>
        <p:nvPicPr>
          <p:cNvPr id="355" name="Image 350" descr="preencoded.png"/>
          <p:cNvPicPr>
            <a:picLocks noChangeAspect="1"/>
          </p:cNvPicPr>
          <p:nvPr/>
        </p:nvPicPr>
        <p:blipFill>
          <a:blip r:embed="rId131"/>
          <a:srcRect/>
          <a:stretch/>
        </p:blipFill>
        <p:spPr>
          <a:xfrm>
            <a:off x="6506301" y="601452"/>
            <a:ext cx="6697" cy="8669"/>
          </a:xfrm>
          <a:prstGeom prst="rect">
            <a:avLst/>
          </a:prstGeom>
        </p:spPr>
      </p:pic>
      <p:pic>
        <p:nvPicPr>
          <p:cNvPr id="356" name="Image 351" descr="preencoded.png"/>
          <p:cNvPicPr>
            <a:picLocks noChangeAspect="1"/>
          </p:cNvPicPr>
          <p:nvPr/>
        </p:nvPicPr>
        <p:blipFill>
          <a:blip r:embed="rId132"/>
          <a:srcRect/>
          <a:stretch/>
        </p:blipFill>
        <p:spPr>
          <a:xfrm>
            <a:off x="6457355" y="591871"/>
            <a:ext cx="6455" cy="8814"/>
          </a:xfrm>
          <a:prstGeom prst="rect">
            <a:avLst/>
          </a:prstGeom>
        </p:spPr>
      </p:pic>
      <p:pic>
        <p:nvPicPr>
          <p:cNvPr id="357" name="Image 352" descr="preencoded.png"/>
          <p:cNvPicPr>
            <a:picLocks noChangeAspect="1"/>
          </p:cNvPicPr>
          <p:nvPr/>
        </p:nvPicPr>
        <p:blipFill>
          <a:blip r:embed="rId133"/>
          <a:srcRect/>
          <a:stretch/>
        </p:blipFill>
        <p:spPr>
          <a:xfrm>
            <a:off x="6405693" y="591871"/>
            <a:ext cx="6474" cy="8814"/>
          </a:xfrm>
          <a:prstGeom prst="rect">
            <a:avLst/>
          </a:prstGeom>
        </p:spPr>
      </p:pic>
      <p:pic>
        <p:nvPicPr>
          <p:cNvPr id="358" name="Image 353" descr="preencoded.png"/>
          <p:cNvPicPr>
            <a:picLocks noChangeAspect="1"/>
          </p:cNvPicPr>
          <p:nvPr/>
        </p:nvPicPr>
        <p:blipFill>
          <a:blip r:embed="rId133"/>
          <a:srcRect/>
          <a:stretch/>
        </p:blipFill>
        <p:spPr>
          <a:xfrm>
            <a:off x="6356524" y="601452"/>
            <a:ext cx="6697" cy="8669"/>
          </a:xfrm>
          <a:prstGeom prst="rect">
            <a:avLst/>
          </a:prstGeom>
        </p:spPr>
      </p:pic>
      <p:pic>
        <p:nvPicPr>
          <p:cNvPr id="359" name="Image 354" descr="preencoded.png"/>
          <p:cNvPicPr>
            <a:picLocks noChangeAspect="1"/>
          </p:cNvPicPr>
          <p:nvPr/>
        </p:nvPicPr>
        <p:blipFill>
          <a:blip r:embed="rId134"/>
          <a:srcRect/>
          <a:stretch/>
        </p:blipFill>
        <p:spPr>
          <a:xfrm>
            <a:off x="6371034" y="571492"/>
            <a:ext cx="18008" cy="21077"/>
          </a:xfrm>
          <a:prstGeom prst="rect">
            <a:avLst/>
          </a:prstGeom>
        </p:spPr>
      </p:pic>
      <p:pic>
        <p:nvPicPr>
          <p:cNvPr id="360" name="Image 355" descr="preencoded.png"/>
          <p:cNvPicPr>
            <a:picLocks noChangeAspect="1"/>
          </p:cNvPicPr>
          <p:nvPr/>
        </p:nvPicPr>
        <p:blipFill>
          <a:blip r:embed="rId135"/>
          <a:srcRect/>
          <a:stretch/>
        </p:blipFill>
        <p:spPr>
          <a:xfrm>
            <a:off x="6360691" y="588351"/>
            <a:ext cx="19701" cy="15611"/>
          </a:xfrm>
          <a:prstGeom prst="rect">
            <a:avLst/>
          </a:prstGeom>
        </p:spPr>
      </p:pic>
      <p:pic>
        <p:nvPicPr>
          <p:cNvPr id="361" name="Image 356" descr="preencoded.png"/>
          <p:cNvPicPr>
            <a:picLocks noChangeAspect="1"/>
          </p:cNvPicPr>
          <p:nvPr/>
        </p:nvPicPr>
        <p:blipFill>
          <a:blip r:embed="rId136"/>
          <a:srcRect/>
          <a:stretch/>
        </p:blipFill>
        <p:spPr>
          <a:xfrm>
            <a:off x="6384652" y="583177"/>
            <a:ext cx="20055" cy="15623"/>
          </a:xfrm>
          <a:prstGeom prst="rect">
            <a:avLst/>
          </a:prstGeom>
        </p:spPr>
      </p:pic>
      <p:pic>
        <p:nvPicPr>
          <p:cNvPr id="362" name="Image 357" descr="preencoded.png"/>
          <p:cNvPicPr>
            <a:picLocks noChangeAspect="1"/>
          </p:cNvPicPr>
          <p:nvPr/>
        </p:nvPicPr>
        <p:blipFill>
          <a:blip r:embed="rId104"/>
          <a:srcRect/>
          <a:stretch/>
        </p:blipFill>
        <p:spPr>
          <a:xfrm>
            <a:off x="6376969" y="587817"/>
            <a:ext cx="11144" cy="11133"/>
          </a:xfrm>
          <a:prstGeom prst="rect">
            <a:avLst/>
          </a:prstGeom>
        </p:spPr>
      </p:pic>
      <p:pic>
        <p:nvPicPr>
          <p:cNvPr id="363" name="Image 358" descr="preencoded.png"/>
          <p:cNvPicPr>
            <a:picLocks noChangeAspect="1"/>
          </p:cNvPicPr>
          <p:nvPr/>
        </p:nvPicPr>
        <p:blipFill>
          <a:blip r:embed="rId137"/>
          <a:srcRect/>
          <a:stretch/>
        </p:blipFill>
        <p:spPr>
          <a:xfrm>
            <a:off x="6424668" y="563578"/>
            <a:ext cx="20445" cy="22955"/>
          </a:xfrm>
          <a:prstGeom prst="rect">
            <a:avLst/>
          </a:prstGeom>
        </p:spPr>
      </p:pic>
      <p:pic>
        <p:nvPicPr>
          <p:cNvPr id="364" name="Image 359" descr="preencoded.png"/>
          <p:cNvPicPr>
            <a:picLocks noChangeAspect="1"/>
          </p:cNvPicPr>
          <p:nvPr/>
        </p:nvPicPr>
        <p:blipFill>
          <a:blip r:embed="rId138"/>
          <a:srcRect/>
          <a:stretch/>
        </p:blipFill>
        <p:spPr>
          <a:xfrm>
            <a:off x="6409711" y="579953"/>
            <a:ext cx="22324" cy="17746"/>
          </a:xfrm>
          <a:prstGeom prst="rect">
            <a:avLst/>
          </a:prstGeom>
        </p:spPr>
      </p:pic>
      <p:pic>
        <p:nvPicPr>
          <p:cNvPr id="365" name="Image 360" descr="preencoded.png"/>
          <p:cNvPicPr>
            <a:picLocks noChangeAspect="1"/>
          </p:cNvPicPr>
          <p:nvPr/>
        </p:nvPicPr>
        <p:blipFill>
          <a:blip r:embed="rId139"/>
          <a:srcRect/>
          <a:stretch/>
        </p:blipFill>
        <p:spPr>
          <a:xfrm>
            <a:off x="6437821" y="579953"/>
            <a:ext cx="22306" cy="17746"/>
          </a:xfrm>
          <a:prstGeom prst="rect">
            <a:avLst/>
          </a:prstGeom>
        </p:spPr>
      </p:pic>
      <p:pic>
        <p:nvPicPr>
          <p:cNvPr id="366" name="Image 361" descr="preencoded.png"/>
          <p:cNvPicPr>
            <a:picLocks noChangeAspect="1"/>
          </p:cNvPicPr>
          <p:nvPr/>
        </p:nvPicPr>
        <p:blipFill>
          <a:blip r:embed="rId140"/>
          <a:srcRect/>
          <a:stretch/>
        </p:blipFill>
        <p:spPr>
          <a:xfrm>
            <a:off x="6480851" y="571492"/>
            <a:ext cx="18008" cy="20913"/>
          </a:xfrm>
          <a:prstGeom prst="rect">
            <a:avLst/>
          </a:prstGeom>
        </p:spPr>
      </p:pic>
      <p:pic>
        <p:nvPicPr>
          <p:cNvPr id="367" name="Image 362" descr="preencoded.png"/>
          <p:cNvPicPr>
            <a:picLocks noChangeAspect="1"/>
          </p:cNvPicPr>
          <p:nvPr/>
        </p:nvPicPr>
        <p:blipFill>
          <a:blip r:embed="rId141"/>
          <a:srcRect/>
          <a:stretch/>
        </p:blipFill>
        <p:spPr>
          <a:xfrm>
            <a:off x="6489241" y="588351"/>
            <a:ext cx="19794" cy="15611"/>
          </a:xfrm>
          <a:prstGeom prst="rect">
            <a:avLst/>
          </a:prstGeom>
        </p:spPr>
      </p:pic>
      <p:pic>
        <p:nvPicPr>
          <p:cNvPr id="368" name="Image 363" descr="preencoded.png"/>
          <p:cNvPicPr>
            <a:picLocks noChangeAspect="1"/>
          </p:cNvPicPr>
          <p:nvPr/>
        </p:nvPicPr>
        <p:blipFill>
          <a:blip r:embed="rId142"/>
          <a:srcRect/>
          <a:stretch/>
        </p:blipFill>
        <p:spPr>
          <a:xfrm>
            <a:off x="6465298" y="583177"/>
            <a:ext cx="20073" cy="15622"/>
          </a:xfrm>
          <a:prstGeom prst="rect">
            <a:avLst/>
          </a:prstGeom>
        </p:spPr>
      </p:pic>
      <p:pic>
        <p:nvPicPr>
          <p:cNvPr id="369" name="Image 364" descr="preencoded.png"/>
          <p:cNvPicPr>
            <a:picLocks noChangeAspect="1"/>
          </p:cNvPicPr>
          <p:nvPr/>
        </p:nvPicPr>
        <p:blipFill>
          <a:blip r:embed="rId104"/>
          <a:srcRect/>
          <a:stretch/>
        </p:blipFill>
        <p:spPr>
          <a:xfrm>
            <a:off x="6481428" y="587817"/>
            <a:ext cx="11144" cy="11133"/>
          </a:xfrm>
          <a:prstGeom prst="rect">
            <a:avLst/>
          </a:prstGeom>
        </p:spPr>
      </p:pic>
      <p:pic>
        <p:nvPicPr>
          <p:cNvPr id="370" name="Image 365" descr="preencoded.png"/>
          <p:cNvPicPr>
            <a:picLocks noChangeAspect="1"/>
          </p:cNvPicPr>
          <p:nvPr/>
        </p:nvPicPr>
        <p:blipFill>
          <a:blip r:embed="rId143"/>
          <a:srcRect/>
          <a:stretch/>
        </p:blipFill>
        <p:spPr>
          <a:xfrm>
            <a:off x="6529778" y="602986"/>
            <a:ext cx="9023" cy="8753"/>
          </a:xfrm>
          <a:prstGeom prst="rect">
            <a:avLst/>
          </a:prstGeom>
        </p:spPr>
      </p:pic>
      <p:pic>
        <p:nvPicPr>
          <p:cNvPr id="371" name="Image 366" descr="preencoded.png"/>
          <p:cNvPicPr>
            <a:picLocks noChangeAspect="1"/>
          </p:cNvPicPr>
          <p:nvPr/>
        </p:nvPicPr>
        <p:blipFill>
          <a:blip r:embed="rId144"/>
          <a:srcRect/>
          <a:stretch/>
        </p:blipFill>
        <p:spPr>
          <a:xfrm>
            <a:off x="6513779" y="589437"/>
            <a:ext cx="38546" cy="20224"/>
          </a:xfrm>
          <a:prstGeom prst="rect">
            <a:avLst/>
          </a:prstGeom>
        </p:spPr>
      </p:pic>
      <p:pic>
        <p:nvPicPr>
          <p:cNvPr id="372" name="Image 367" descr="preencoded.png"/>
          <p:cNvPicPr>
            <a:picLocks noChangeAspect="1"/>
          </p:cNvPicPr>
          <p:nvPr/>
        </p:nvPicPr>
        <p:blipFill>
          <a:blip r:embed="rId145"/>
          <a:srcRect/>
          <a:stretch/>
        </p:blipFill>
        <p:spPr>
          <a:xfrm>
            <a:off x="6330776" y="602986"/>
            <a:ext cx="9004" cy="8753"/>
          </a:xfrm>
          <a:prstGeom prst="rect">
            <a:avLst/>
          </a:prstGeom>
        </p:spPr>
      </p:pic>
      <p:pic>
        <p:nvPicPr>
          <p:cNvPr id="373" name="Image 368" descr="preencoded.png"/>
          <p:cNvPicPr>
            <a:picLocks noChangeAspect="1"/>
          </p:cNvPicPr>
          <p:nvPr/>
        </p:nvPicPr>
        <p:blipFill>
          <a:blip r:embed="rId146"/>
          <a:srcRect/>
          <a:stretch/>
        </p:blipFill>
        <p:spPr>
          <a:xfrm>
            <a:off x="6317475" y="589437"/>
            <a:ext cx="38584" cy="19330"/>
          </a:xfrm>
          <a:prstGeom prst="rect">
            <a:avLst/>
          </a:prstGeom>
        </p:spPr>
      </p:pic>
      <p:pic>
        <p:nvPicPr>
          <p:cNvPr id="374" name="Image 369" descr="preencoded.png"/>
          <p:cNvPicPr>
            <a:picLocks noChangeAspect="1"/>
          </p:cNvPicPr>
          <p:nvPr/>
        </p:nvPicPr>
        <p:blipFill>
          <a:blip r:embed="rId104"/>
          <a:srcRect/>
          <a:stretch/>
        </p:blipFill>
        <p:spPr>
          <a:xfrm>
            <a:off x="6429133" y="583099"/>
            <a:ext cx="11144" cy="11152"/>
          </a:xfrm>
          <a:prstGeom prst="rect">
            <a:avLst/>
          </a:prstGeom>
        </p:spPr>
      </p:pic>
      <p:pic>
        <p:nvPicPr>
          <p:cNvPr id="375" name="Image 370" descr="preencoded.png"/>
          <p:cNvPicPr>
            <a:picLocks noChangeAspect="1"/>
          </p:cNvPicPr>
          <p:nvPr/>
        </p:nvPicPr>
        <p:blipFill>
          <a:blip r:embed="rId147"/>
          <a:srcRect r="20"/>
          <a:stretch/>
        </p:blipFill>
        <p:spPr>
          <a:xfrm>
            <a:off x="6423757" y="502481"/>
            <a:ext cx="20278" cy="20286"/>
          </a:xfrm>
          <a:prstGeom prst="rect">
            <a:avLst/>
          </a:prstGeom>
        </p:spPr>
      </p:pic>
      <p:pic>
        <p:nvPicPr>
          <p:cNvPr id="376" name="Image 371" descr="preencoded.png"/>
          <p:cNvPicPr>
            <a:picLocks noChangeAspect="1"/>
          </p:cNvPicPr>
          <p:nvPr/>
        </p:nvPicPr>
        <p:blipFill>
          <a:blip r:embed="rId148"/>
          <a:srcRect/>
          <a:stretch/>
        </p:blipFill>
        <p:spPr>
          <a:xfrm>
            <a:off x="6423794" y="502481"/>
            <a:ext cx="20282" cy="20286"/>
          </a:xfrm>
          <a:prstGeom prst="rect">
            <a:avLst/>
          </a:prstGeom>
        </p:spPr>
      </p:pic>
      <p:pic>
        <p:nvPicPr>
          <p:cNvPr id="377" name="Image 372" descr="preencoded.png"/>
          <p:cNvPicPr>
            <a:picLocks noChangeAspect="1"/>
          </p:cNvPicPr>
          <p:nvPr/>
        </p:nvPicPr>
        <p:blipFill>
          <a:blip r:embed="rId149"/>
          <a:srcRect/>
          <a:stretch/>
        </p:blipFill>
        <p:spPr>
          <a:xfrm>
            <a:off x="6425673" y="484187"/>
            <a:ext cx="17822" cy="33710"/>
          </a:xfrm>
          <a:prstGeom prst="rect">
            <a:avLst/>
          </a:prstGeom>
        </p:spPr>
      </p:pic>
      <p:pic>
        <p:nvPicPr>
          <p:cNvPr id="378" name="Image 373" descr="preencoded.png"/>
          <p:cNvPicPr>
            <a:picLocks noChangeAspect="1"/>
          </p:cNvPicPr>
          <p:nvPr/>
        </p:nvPicPr>
        <p:blipFill>
          <a:blip r:embed="rId148"/>
          <a:srcRect/>
          <a:stretch/>
        </p:blipFill>
        <p:spPr>
          <a:xfrm>
            <a:off x="6423775" y="502481"/>
            <a:ext cx="20282" cy="20286"/>
          </a:xfrm>
          <a:prstGeom prst="rect">
            <a:avLst/>
          </a:prstGeom>
        </p:spPr>
      </p:pic>
      <p:pic>
        <p:nvPicPr>
          <p:cNvPr id="379" name="Image 374" descr="preencoded.png"/>
          <p:cNvPicPr>
            <a:picLocks noChangeAspect="1"/>
          </p:cNvPicPr>
          <p:nvPr/>
        </p:nvPicPr>
        <p:blipFill>
          <a:blip r:embed="rId150"/>
          <a:srcRect/>
          <a:stretch/>
        </p:blipFill>
        <p:spPr>
          <a:xfrm>
            <a:off x="6423757" y="502833"/>
            <a:ext cx="21487" cy="21116"/>
          </a:xfrm>
          <a:prstGeom prst="rect">
            <a:avLst/>
          </a:prstGeom>
        </p:spPr>
      </p:pic>
      <p:pic>
        <p:nvPicPr>
          <p:cNvPr id="380" name="Image 375" descr="preencoded.png"/>
          <p:cNvPicPr>
            <a:picLocks noChangeAspect="1"/>
          </p:cNvPicPr>
          <p:nvPr/>
        </p:nvPicPr>
        <p:blipFill>
          <a:blip r:embed="rId151"/>
          <a:srcRect/>
          <a:stretch/>
        </p:blipFill>
        <p:spPr>
          <a:xfrm>
            <a:off x="6319689" y="788309"/>
            <a:ext cx="231186" cy="153619"/>
          </a:xfrm>
          <a:prstGeom prst="rect">
            <a:avLst/>
          </a:prstGeom>
        </p:spPr>
      </p:pic>
      <p:pic>
        <p:nvPicPr>
          <p:cNvPr id="381" name="Image 376" descr="preencoded.png"/>
          <p:cNvPicPr>
            <a:picLocks noChangeAspect="1"/>
          </p:cNvPicPr>
          <p:nvPr/>
        </p:nvPicPr>
        <p:blipFill>
          <a:blip r:embed="rId152"/>
          <a:srcRect/>
          <a:stretch/>
        </p:blipFill>
        <p:spPr>
          <a:xfrm>
            <a:off x="6434398" y="653448"/>
            <a:ext cx="116439" cy="135942"/>
          </a:xfrm>
          <a:prstGeom prst="rect">
            <a:avLst/>
          </a:prstGeom>
        </p:spPr>
      </p:pic>
      <p:pic>
        <p:nvPicPr>
          <p:cNvPr id="382" name="Image 377" descr="preencoded.png"/>
          <p:cNvPicPr>
            <a:picLocks noChangeAspect="1"/>
          </p:cNvPicPr>
          <p:nvPr/>
        </p:nvPicPr>
        <p:blipFill>
          <a:blip r:embed="rId152"/>
          <a:srcRect/>
          <a:stretch/>
        </p:blipFill>
        <p:spPr>
          <a:xfrm>
            <a:off x="6319521" y="653448"/>
            <a:ext cx="116105" cy="135942"/>
          </a:xfrm>
          <a:prstGeom prst="rect">
            <a:avLst/>
          </a:prstGeom>
        </p:spPr>
      </p:pic>
      <p:pic>
        <p:nvPicPr>
          <p:cNvPr id="383" name="Image 378" descr="preencoded.png"/>
          <p:cNvPicPr>
            <a:picLocks noChangeAspect="1"/>
          </p:cNvPicPr>
          <p:nvPr/>
        </p:nvPicPr>
        <p:blipFill>
          <a:blip r:embed="rId153"/>
          <a:srcRect r="1"/>
          <a:stretch/>
        </p:blipFill>
        <p:spPr>
          <a:xfrm>
            <a:off x="6319540" y="788087"/>
            <a:ext cx="114988" cy="138277"/>
          </a:xfrm>
          <a:prstGeom prst="rect">
            <a:avLst/>
          </a:prstGeom>
        </p:spPr>
      </p:pic>
      <p:pic>
        <p:nvPicPr>
          <p:cNvPr id="384" name="Image 379" descr="preencoded.png"/>
          <p:cNvPicPr>
            <a:picLocks noChangeAspect="1"/>
          </p:cNvPicPr>
          <p:nvPr/>
        </p:nvPicPr>
        <p:blipFill>
          <a:blip r:embed="rId154"/>
          <a:srcRect/>
          <a:stretch/>
        </p:blipFill>
        <p:spPr>
          <a:xfrm>
            <a:off x="6319540" y="788087"/>
            <a:ext cx="114989" cy="138277"/>
          </a:xfrm>
          <a:prstGeom prst="rect">
            <a:avLst/>
          </a:prstGeom>
        </p:spPr>
      </p:pic>
      <p:pic>
        <p:nvPicPr>
          <p:cNvPr id="385" name="Image 380" descr="preencoded.png"/>
          <p:cNvPicPr>
            <a:picLocks noChangeAspect="1"/>
          </p:cNvPicPr>
          <p:nvPr/>
        </p:nvPicPr>
        <p:blipFill>
          <a:blip r:embed="rId155"/>
          <a:srcRect/>
          <a:stretch/>
        </p:blipFill>
        <p:spPr>
          <a:xfrm>
            <a:off x="6319540" y="788087"/>
            <a:ext cx="116179" cy="139481"/>
          </a:xfrm>
          <a:prstGeom prst="rect">
            <a:avLst/>
          </a:prstGeom>
        </p:spPr>
      </p:pic>
      <p:pic>
        <p:nvPicPr>
          <p:cNvPr id="386" name="Image 381" descr="preencoded.png"/>
          <p:cNvPicPr>
            <a:picLocks noChangeAspect="1"/>
          </p:cNvPicPr>
          <p:nvPr/>
        </p:nvPicPr>
        <p:blipFill>
          <a:blip r:embed="rId156"/>
          <a:srcRect/>
          <a:stretch/>
        </p:blipFill>
        <p:spPr>
          <a:xfrm>
            <a:off x="6434510" y="788107"/>
            <a:ext cx="116458" cy="139480"/>
          </a:xfrm>
          <a:prstGeom prst="rect">
            <a:avLst/>
          </a:prstGeom>
        </p:spPr>
      </p:pic>
      <p:pic>
        <p:nvPicPr>
          <p:cNvPr id="387" name="Image 382" descr="preencoded.png"/>
          <p:cNvPicPr>
            <a:picLocks noChangeAspect="1"/>
          </p:cNvPicPr>
          <p:nvPr/>
        </p:nvPicPr>
        <p:blipFill>
          <a:blip r:embed="rId157"/>
          <a:srcRect r="11"/>
          <a:stretch/>
        </p:blipFill>
        <p:spPr>
          <a:xfrm>
            <a:off x="6446806" y="799320"/>
            <a:ext cx="89408" cy="114190"/>
          </a:xfrm>
          <a:prstGeom prst="rect">
            <a:avLst/>
          </a:prstGeom>
        </p:spPr>
      </p:pic>
      <p:pic>
        <p:nvPicPr>
          <p:cNvPr id="388" name="Image 383" descr="preencoded.png"/>
          <p:cNvPicPr>
            <a:picLocks noChangeAspect="1"/>
          </p:cNvPicPr>
          <p:nvPr/>
        </p:nvPicPr>
        <p:blipFill>
          <a:blip r:embed="rId128"/>
          <a:srcRect/>
          <a:stretch/>
        </p:blipFill>
        <p:spPr>
          <a:xfrm>
            <a:off x="6485520" y="844045"/>
            <a:ext cx="13711" cy="13723"/>
          </a:xfrm>
          <a:prstGeom prst="rect">
            <a:avLst/>
          </a:prstGeom>
        </p:spPr>
      </p:pic>
      <p:pic>
        <p:nvPicPr>
          <p:cNvPr id="389" name="Image 384" descr="preencoded.png"/>
          <p:cNvPicPr>
            <a:picLocks noChangeAspect="1"/>
          </p:cNvPicPr>
          <p:nvPr/>
        </p:nvPicPr>
        <p:blipFill>
          <a:blip r:embed="rId158"/>
          <a:srcRect/>
          <a:stretch/>
        </p:blipFill>
        <p:spPr>
          <a:xfrm>
            <a:off x="6473037" y="678032"/>
            <a:ext cx="22585" cy="9787"/>
          </a:xfrm>
          <a:prstGeom prst="rect">
            <a:avLst/>
          </a:prstGeom>
        </p:spPr>
      </p:pic>
      <p:pic>
        <p:nvPicPr>
          <p:cNvPr id="390" name="Image 385" descr="preencoded.png"/>
          <p:cNvPicPr>
            <a:picLocks noChangeAspect="1"/>
          </p:cNvPicPr>
          <p:nvPr/>
        </p:nvPicPr>
        <p:blipFill>
          <a:blip r:embed="rId159"/>
          <a:srcRect r="-2"/>
          <a:stretch/>
        </p:blipFill>
        <p:spPr>
          <a:xfrm>
            <a:off x="6453262" y="671067"/>
            <a:ext cx="81521" cy="99908"/>
          </a:xfrm>
          <a:prstGeom prst="rect">
            <a:avLst/>
          </a:prstGeom>
        </p:spPr>
      </p:pic>
      <p:pic>
        <p:nvPicPr>
          <p:cNvPr id="391" name="Image 386" descr="preencoded.png"/>
          <p:cNvPicPr>
            <a:picLocks noChangeAspect="1"/>
          </p:cNvPicPr>
          <p:nvPr/>
        </p:nvPicPr>
        <p:blipFill>
          <a:blip r:embed="rId56"/>
          <a:srcRect/>
          <a:stretch/>
        </p:blipFill>
        <p:spPr>
          <a:xfrm>
            <a:off x="6485837" y="677137"/>
            <a:ext cx="3516" cy="4517"/>
          </a:xfrm>
          <a:prstGeom prst="rect">
            <a:avLst/>
          </a:prstGeom>
        </p:spPr>
      </p:pic>
      <p:pic>
        <p:nvPicPr>
          <p:cNvPr id="392" name="Image 387" descr="preencoded.png"/>
          <p:cNvPicPr>
            <a:picLocks noChangeAspect="1"/>
          </p:cNvPicPr>
          <p:nvPr/>
        </p:nvPicPr>
        <p:blipFill>
          <a:blip r:embed="rId59"/>
          <a:srcRect/>
          <a:stretch/>
        </p:blipFill>
        <p:spPr>
          <a:xfrm>
            <a:off x="6495604" y="674920"/>
            <a:ext cx="5953" cy="4415"/>
          </a:xfrm>
          <a:prstGeom prst="rect">
            <a:avLst/>
          </a:prstGeom>
        </p:spPr>
      </p:pic>
      <p:pic>
        <p:nvPicPr>
          <p:cNvPr id="393" name="Image 388" descr="preencoded.png"/>
          <p:cNvPicPr>
            <a:picLocks noChangeAspect="1"/>
          </p:cNvPicPr>
          <p:nvPr/>
        </p:nvPicPr>
        <p:blipFill>
          <a:blip r:embed="rId49"/>
          <a:srcRect/>
          <a:stretch/>
        </p:blipFill>
        <p:spPr>
          <a:xfrm>
            <a:off x="6506877" y="687884"/>
            <a:ext cx="2549" cy="3311"/>
          </a:xfrm>
          <a:prstGeom prst="rect">
            <a:avLst/>
          </a:prstGeom>
        </p:spPr>
      </p:pic>
      <p:pic>
        <p:nvPicPr>
          <p:cNvPr id="394" name="Image 389" descr="preencoded.png"/>
          <p:cNvPicPr>
            <a:picLocks noChangeAspect="1"/>
          </p:cNvPicPr>
          <p:nvPr/>
        </p:nvPicPr>
        <p:blipFill>
          <a:blip r:embed="rId160"/>
          <a:srcRect/>
          <a:stretch/>
        </p:blipFill>
        <p:spPr>
          <a:xfrm>
            <a:off x="6460964" y="674288"/>
            <a:ext cx="5321" cy="7244"/>
          </a:xfrm>
          <a:prstGeom prst="rect">
            <a:avLst/>
          </a:prstGeom>
        </p:spPr>
      </p:pic>
      <p:pic>
        <p:nvPicPr>
          <p:cNvPr id="395" name="Image 390" descr="preencoded.png"/>
          <p:cNvPicPr>
            <a:picLocks noChangeAspect="1"/>
          </p:cNvPicPr>
          <p:nvPr/>
        </p:nvPicPr>
        <p:blipFill>
          <a:blip r:embed="rId161"/>
          <a:srcRect/>
          <a:stretch/>
        </p:blipFill>
        <p:spPr>
          <a:xfrm>
            <a:off x="6449262" y="679831"/>
            <a:ext cx="8465" cy="5940"/>
          </a:xfrm>
          <a:prstGeom prst="rect">
            <a:avLst/>
          </a:prstGeom>
        </p:spPr>
      </p:pic>
      <p:pic>
        <p:nvPicPr>
          <p:cNvPr id="396" name="Image 391" descr="preencoded.png"/>
          <p:cNvPicPr>
            <a:picLocks noChangeAspect="1"/>
          </p:cNvPicPr>
          <p:nvPr/>
        </p:nvPicPr>
        <p:blipFill>
          <a:blip r:embed="rId62"/>
          <a:srcRect/>
          <a:stretch/>
        </p:blipFill>
        <p:spPr>
          <a:xfrm>
            <a:off x="6449634" y="689043"/>
            <a:ext cx="6437" cy="6927"/>
          </a:xfrm>
          <a:prstGeom prst="rect">
            <a:avLst/>
          </a:prstGeom>
        </p:spPr>
      </p:pic>
      <p:pic>
        <p:nvPicPr>
          <p:cNvPr id="397" name="Image 392" descr="preencoded.png"/>
          <p:cNvPicPr>
            <a:picLocks noChangeAspect="1"/>
          </p:cNvPicPr>
          <p:nvPr/>
        </p:nvPicPr>
        <p:blipFill>
          <a:blip r:embed="rId49"/>
          <a:srcRect/>
          <a:stretch/>
        </p:blipFill>
        <p:spPr>
          <a:xfrm>
            <a:off x="6486599" y="687493"/>
            <a:ext cx="3739" cy="3118"/>
          </a:xfrm>
          <a:prstGeom prst="rect">
            <a:avLst/>
          </a:prstGeom>
        </p:spPr>
      </p:pic>
      <p:pic>
        <p:nvPicPr>
          <p:cNvPr id="398" name="Image 393" descr="preencoded.png"/>
          <p:cNvPicPr>
            <a:picLocks noChangeAspect="1"/>
          </p:cNvPicPr>
          <p:nvPr/>
        </p:nvPicPr>
        <p:blipFill>
          <a:blip r:embed="rId72"/>
          <a:srcRect/>
          <a:stretch/>
        </p:blipFill>
        <p:spPr>
          <a:xfrm>
            <a:off x="6488478" y="687438"/>
            <a:ext cx="4316" cy="2951"/>
          </a:xfrm>
          <a:prstGeom prst="rect">
            <a:avLst/>
          </a:prstGeom>
        </p:spPr>
      </p:pic>
      <p:pic>
        <p:nvPicPr>
          <p:cNvPr id="399" name="Image 394" descr="preencoded.png"/>
          <p:cNvPicPr>
            <a:picLocks noChangeAspect="1"/>
          </p:cNvPicPr>
          <p:nvPr/>
        </p:nvPicPr>
        <p:blipFill>
          <a:blip r:embed="rId49"/>
          <a:srcRect/>
          <a:stretch/>
        </p:blipFill>
        <p:spPr>
          <a:xfrm>
            <a:off x="6487660" y="680772"/>
            <a:ext cx="4037" cy="3476"/>
          </a:xfrm>
          <a:prstGeom prst="rect">
            <a:avLst/>
          </a:prstGeom>
        </p:spPr>
      </p:pic>
      <p:pic>
        <p:nvPicPr>
          <p:cNvPr id="400" name="Image 395" descr="preencoded.png"/>
          <p:cNvPicPr>
            <a:picLocks noChangeAspect="1"/>
          </p:cNvPicPr>
          <p:nvPr/>
        </p:nvPicPr>
        <p:blipFill>
          <a:blip r:embed="rId49"/>
          <a:srcRect/>
          <a:stretch/>
        </p:blipFill>
        <p:spPr>
          <a:xfrm>
            <a:off x="6489911" y="681408"/>
            <a:ext cx="3739" cy="3489"/>
          </a:xfrm>
          <a:prstGeom prst="rect">
            <a:avLst/>
          </a:prstGeom>
        </p:spPr>
      </p:pic>
      <p:pic>
        <p:nvPicPr>
          <p:cNvPr id="401" name="Image 396" descr="preencoded.png"/>
          <p:cNvPicPr>
            <a:picLocks noChangeAspect="1"/>
          </p:cNvPicPr>
          <p:nvPr/>
        </p:nvPicPr>
        <p:blipFill>
          <a:blip r:embed="rId162"/>
          <a:srcRect/>
          <a:stretch/>
        </p:blipFill>
        <p:spPr>
          <a:xfrm>
            <a:off x="6473968" y="696621"/>
            <a:ext cx="28147" cy="19985"/>
          </a:xfrm>
          <a:prstGeom prst="rect">
            <a:avLst/>
          </a:prstGeom>
        </p:spPr>
      </p:pic>
      <p:pic>
        <p:nvPicPr>
          <p:cNvPr id="402" name="Image 397" descr="preencoded.png"/>
          <p:cNvPicPr>
            <a:picLocks noChangeAspect="1"/>
          </p:cNvPicPr>
          <p:nvPr/>
        </p:nvPicPr>
        <p:blipFill>
          <a:blip r:embed="rId163"/>
          <a:srcRect/>
          <a:stretch/>
        </p:blipFill>
        <p:spPr>
          <a:xfrm>
            <a:off x="6474823" y="704263"/>
            <a:ext cx="7888" cy="6510"/>
          </a:xfrm>
          <a:prstGeom prst="rect">
            <a:avLst/>
          </a:prstGeom>
        </p:spPr>
      </p:pic>
      <p:pic>
        <p:nvPicPr>
          <p:cNvPr id="403" name="Image 398" descr="preencoded.png"/>
          <p:cNvPicPr>
            <a:picLocks noChangeAspect="1"/>
          </p:cNvPicPr>
          <p:nvPr/>
        </p:nvPicPr>
        <p:blipFill>
          <a:blip r:embed="rId70"/>
          <a:srcRect/>
          <a:stretch/>
        </p:blipFill>
        <p:spPr>
          <a:xfrm>
            <a:off x="6484125" y="712227"/>
            <a:ext cx="6697" cy="5378"/>
          </a:xfrm>
          <a:prstGeom prst="rect">
            <a:avLst/>
          </a:prstGeom>
        </p:spPr>
      </p:pic>
      <p:pic>
        <p:nvPicPr>
          <p:cNvPr id="404" name="Image 399" descr="preencoded.png"/>
          <p:cNvPicPr>
            <a:picLocks noChangeAspect="1"/>
          </p:cNvPicPr>
          <p:nvPr/>
        </p:nvPicPr>
        <p:blipFill>
          <a:blip r:embed="rId164"/>
          <a:srcRect/>
          <a:stretch/>
        </p:blipFill>
        <p:spPr>
          <a:xfrm>
            <a:off x="6453653" y="712670"/>
            <a:ext cx="7348" cy="4833"/>
          </a:xfrm>
          <a:prstGeom prst="rect">
            <a:avLst/>
          </a:prstGeom>
        </p:spPr>
      </p:pic>
      <p:pic>
        <p:nvPicPr>
          <p:cNvPr id="405" name="Image 400" descr="preencoded.png"/>
          <p:cNvPicPr>
            <a:picLocks noChangeAspect="1"/>
          </p:cNvPicPr>
          <p:nvPr/>
        </p:nvPicPr>
        <p:blipFill>
          <a:blip r:embed="rId62"/>
          <a:srcRect/>
          <a:stretch/>
        </p:blipFill>
        <p:spPr>
          <a:xfrm>
            <a:off x="6453188" y="720677"/>
            <a:ext cx="5655" cy="5846"/>
          </a:xfrm>
          <a:prstGeom prst="rect">
            <a:avLst/>
          </a:prstGeom>
        </p:spPr>
      </p:pic>
      <p:pic>
        <p:nvPicPr>
          <p:cNvPr id="406" name="Image 401" descr="preencoded.png"/>
          <p:cNvPicPr>
            <a:picLocks noChangeAspect="1"/>
          </p:cNvPicPr>
          <p:nvPr/>
        </p:nvPicPr>
        <p:blipFill>
          <a:blip r:embed="rId58"/>
          <a:srcRect/>
          <a:stretch/>
        </p:blipFill>
        <p:spPr>
          <a:xfrm>
            <a:off x="6460461" y="727207"/>
            <a:ext cx="4949" cy="5965"/>
          </a:xfrm>
          <a:prstGeom prst="rect">
            <a:avLst/>
          </a:prstGeom>
        </p:spPr>
      </p:pic>
      <p:pic>
        <p:nvPicPr>
          <p:cNvPr id="407" name="Image 402" descr="preencoded.png"/>
          <p:cNvPicPr>
            <a:picLocks noChangeAspect="1"/>
          </p:cNvPicPr>
          <p:nvPr/>
        </p:nvPicPr>
        <p:blipFill>
          <a:blip r:embed="rId165"/>
          <a:srcRect/>
          <a:stretch/>
        </p:blipFill>
        <p:spPr>
          <a:xfrm>
            <a:off x="6498654" y="730545"/>
            <a:ext cx="5469" cy="12263"/>
          </a:xfrm>
          <a:prstGeom prst="rect">
            <a:avLst/>
          </a:prstGeom>
        </p:spPr>
      </p:pic>
      <p:pic>
        <p:nvPicPr>
          <p:cNvPr id="408" name="Image 403" descr="preencoded.png"/>
          <p:cNvPicPr>
            <a:picLocks noChangeAspect="1"/>
          </p:cNvPicPr>
          <p:nvPr/>
        </p:nvPicPr>
        <p:blipFill>
          <a:blip r:embed="rId161"/>
          <a:srcRect/>
          <a:stretch/>
        </p:blipFill>
        <p:spPr>
          <a:xfrm>
            <a:off x="6471196" y="742838"/>
            <a:ext cx="8372" cy="5268"/>
          </a:xfrm>
          <a:prstGeom prst="rect">
            <a:avLst/>
          </a:prstGeom>
        </p:spPr>
      </p:pic>
      <p:pic>
        <p:nvPicPr>
          <p:cNvPr id="409" name="Image 404" descr="preencoded.png"/>
          <p:cNvPicPr>
            <a:picLocks noChangeAspect="1"/>
          </p:cNvPicPr>
          <p:nvPr/>
        </p:nvPicPr>
        <p:blipFill>
          <a:blip r:embed="rId166"/>
          <a:srcRect/>
          <a:stretch/>
        </p:blipFill>
        <p:spPr>
          <a:xfrm>
            <a:off x="6468163" y="751082"/>
            <a:ext cx="6288" cy="6350"/>
          </a:xfrm>
          <a:prstGeom prst="rect">
            <a:avLst/>
          </a:prstGeom>
        </p:spPr>
      </p:pic>
      <p:pic>
        <p:nvPicPr>
          <p:cNvPr id="410" name="Image 405" descr="preencoded.png"/>
          <p:cNvPicPr>
            <a:picLocks noChangeAspect="1"/>
          </p:cNvPicPr>
          <p:nvPr/>
        </p:nvPicPr>
        <p:blipFill>
          <a:blip r:embed="rId62"/>
          <a:srcRect/>
          <a:stretch/>
        </p:blipFill>
        <p:spPr>
          <a:xfrm>
            <a:off x="6476349" y="758310"/>
            <a:ext cx="5860" cy="6357"/>
          </a:xfrm>
          <a:prstGeom prst="rect">
            <a:avLst/>
          </a:prstGeom>
        </p:spPr>
      </p:pic>
      <p:pic>
        <p:nvPicPr>
          <p:cNvPr id="411" name="Image 406" descr="preencoded.png"/>
          <p:cNvPicPr>
            <a:picLocks noChangeAspect="1"/>
          </p:cNvPicPr>
          <p:nvPr/>
        </p:nvPicPr>
        <p:blipFill>
          <a:blip r:embed="rId167"/>
          <a:srcRect/>
          <a:stretch/>
        </p:blipFill>
        <p:spPr>
          <a:xfrm>
            <a:off x="6500533" y="761077"/>
            <a:ext cx="6995" cy="6203"/>
          </a:xfrm>
          <a:prstGeom prst="rect">
            <a:avLst/>
          </a:prstGeom>
        </p:spPr>
      </p:pic>
      <p:pic>
        <p:nvPicPr>
          <p:cNvPr id="412" name="Image 407" descr="preencoded.png"/>
          <p:cNvPicPr>
            <a:picLocks noChangeAspect="1"/>
          </p:cNvPicPr>
          <p:nvPr/>
        </p:nvPicPr>
        <p:blipFill>
          <a:blip r:embed="rId58"/>
          <a:srcRect/>
          <a:stretch/>
        </p:blipFill>
        <p:spPr>
          <a:xfrm>
            <a:off x="6505222" y="768484"/>
            <a:ext cx="6400" cy="8120"/>
          </a:xfrm>
          <a:prstGeom prst="rect">
            <a:avLst/>
          </a:prstGeom>
        </p:spPr>
      </p:pic>
      <p:pic>
        <p:nvPicPr>
          <p:cNvPr id="413" name="Image 408" descr="preencoded.png"/>
          <p:cNvPicPr>
            <a:picLocks noChangeAspect="1"/>
          </p:cNvPicPr>
          <p:nvPr/>
        </p:nvPicPr>
        <p:blipFill>
          <a:blip r:embed="rId168"/>
          <a:srcRect/>
          <a:stretch/>
        </p:blipFill>
        <p:spPr>
          <a:xfrm>
            <a:off x="6513165" y="769976"/>
            <a:ext cx="5748" cy="6577"/>
          </a:xfrm>
          <a:prstGeom prst="rect">
            <a:avLst/>
          </a:prstGeom>
        </p:spPr>
      </p:pic>
      <p:pic>
        <p:nvPicPr>
          <p:cNvPr id="414" name="Image 409" descr="preencoded.png"/>
          <p:cNvPicPr>
            <a:picLocks noChangeAspect="1"/>
          </p:cNvPicPr>
          <p:nvPr/>
        </p:nvPicPr>
        <p:blipFill>
          <a:blip r:embed="rId169"/>
          <a:srcRect/>
          <a:stretch/>
        </p:blipFill>
        <p:spPr>
          <a:xfrm>
            <a:off x="6423124" y="900402"/>
            <a:ext cx="25729" cy="25717"/>
          </a:xfrm>
          <a:prstGeom prst="rect">
            <a:avLst/>
          </a:prstGeom>
        </p:spPr>
      </p:pic>
      <p:pic>
        <p:nvPicPr>
          <p:cNvPr id="415" name="Image 410" descr="preencoded.png"/>
          <p:cNvPicPr>
            <a:picLocks noChangeAspect="1"/>
          </p:cNvPicPr>
          <p:nvPr/>
        </p:nvPicPr>
        <p:blipFill>
          <a:blip r:embed="rId170"/>
          <a:srcRect/>
          <a:stretch/>
        </p:blipFill>
        <p:spPr>
          <a:xfrm>
            <a:off x="6408241" y="923118"/>
            <a:ext cx="29096" cy="10371"/>
          </a:xfrm>
          <a:prstGeom prst="rect">
            <a:avLst/>
          </a:prstGeom>
        </p:spPr>
      </p:pic>
      <p:pic>
        <p:nvPicPr>
          <p:cNvPr id="416" name="Image 411" descr="preencoded.png"/>
          <p:cNvPicPr>
            <a:picLocks noChangeAspect="1"/>
          </p:cNvPicPr>
          <p:nvPr/>
        </p:nvPicPr>
        <p:blipFill>
          <a:blip r:embed="rId171"/>
          <a:srcRect/>
          <a:stretch/>
        </p:blipFill>
        <p:spPr>
          <a:xfrm>
            <a:off x="6433040" y="924723"/>
            <a:ext cx="5135" cy="13567"/>
          </a:xfrm>
          <a:prstGeom prst="rect">
            <a:avLst/>
          </a:prstGeom>
        </p:spPr>
      </p:pic>
      <p:pic>
        <p:nvPicPr>
          <p:cNvPr id="417" name="Image 412" descr="preencoded.png"/>
          <p:cNvPicPr>
            <a:picLocks noChangeAspect="1"/>
          </p:cNvPicPr>
          <p:nvPr/>
        </p:nvPicPr>
        <p:blipFill>
          <a:blip r:embed="rId172"/>
          <a:srcRect/>
          <a:stretch/>
        </p:blipFill>
        <p:spPr>
          <a:xfrm>
            <a:off x="6437095" y="923967"/>
            <a:ext cx="28668" cy="8920"/>
          </a:xfrm>
          <a:prstGeom prst="rect">
            <a:avLst/>
          </a:prstGeom>
        </p:spPr>
      </p:pic>
      <p:pic>
        <p:nvPicPr>
          <p:cNvPr id="418" name="Image 413" descr="preencoded.png"/>
          <p:cNvPicPr>
            <a:picLocks noChangeAspect="1"/>
          </p:cNvPicPr>
          <p:nvPr/>
        </p:nvPicPr>
        <p:blipFill>
          <a:blip r:embed="rId173"/>
          <a:srcRect/>
          <a:stretch/>
        </p:blipFill>
        <p:spPr>
          <a:xfrm>
            <a:off x="6431626" y="905688"/>
            <a:ext cx="8632" cy="19662"/>
          </a:xfrm>
          <a:prstGeom prst="rect">
            <a:avLst/>
          </a:prstGeom>
        </p:spPr>
      </p:pic>
      <p:pic>
        <p:nvPicPr>
          <p:cNvPr id="419" name="Image 414" descr="preencoded.png"/>
          <p:cNvPicPr>
            <a:picLocks noChangeAspect="1"/>
          </p:cNvPicPr>
          <p:nvPr/>
        </p:nvPicPr>
        <p:blipFill>
          <a:blip r:embed="rId93"/>
          <a:srcRect/>
          <a:stretch/>
        </p:blipFill>
        <p:spPr>
          <a:xfrm>
            <a:off x="6238131" y="655867"/>
            <a:ext cx="52239" cy="15324"/>
          </a:xfrm>
          <a:prstGeom prst="rect">
            <a:avLst/>
          </a:prstGeom>
        </p:spPr>
      </p:pic>
      <p:pic>
        <p:nvPicPr>
          <p:cNvPr id="420" name="Image 415" descr="preencoded.png"/>
          <p:cNvPicPr>
            <a:picLocks noChangeAspect="1"/>
          </p:cNvPicPr>
          <p:nvPr/>
        </p:nvPicPr>
        <p:blipFill>
          <a:blip r:embed="rId174"/>
          <a:srcRect r="14" b="99868"/>
          <a:stretch/>
        </p:blipFill>
        <p:spPr>
          <a:xfrm>
            <a:off x="6349547" y="716929"/>
            <a:ext cx="55401" cy="1204"/>
          </a:xfrm>
          <a:prstGeom prst="rect">
            <a:avLst/>
          </a:prstGeom>
        </p:spPr>
      </p:pic>
      <p:pic>
        <p:nvPicPr>
          <p:cNvPr id="421" name="Image 416" descr="preencoded.png"/>
          <p:cNvPicPr>
            <a:picLocks noChangeAspect="1"/>
          </p:cNvPicPr>
          <p:nvPr/>
        </p:nvPicPr>
        <p:blipFill>
          <a:blip r:embed="rId175"/>
          <a:srcRect/>
          <a:stretch/>
        </p:blipFill>
        <p:spPr>
          <a:xfrm>
            <a:off x="6353584" y="690124"/>
            <a:ext cx="15720" cy="1204"/>
          </a:xfrm>
          <a:prstGeom prst="rect">
            <a:avLst/>
          </a:prstGeom>
        </p:spPr>
      </p:pic>
      <p:pic>
        <p:nvPicPr>
          <p:cNvPr id="422" name="Image 417" descr="preencoded.png"/>
          <p:cNvPicPr>
            <a:picLocks noChangeAspect="1"/>
          </p:cNvPicPr>
          <p:nvPr/>
        </p:nvPicPr>
        <p:blipFill>
          <a:blip r:embed="rId175"/>
          <a:srcRect/>
          <a:stretch/>
        </p:blipFill>
        <p:spPr>
          <a:xfrm>
            <a:off x="6384987" y="690124"/>
            <a:ext cx="15515" cy="1204"/>
          </a:xfrm>
          <a:prstGeom prst="rect">
            <a:avLst/>
          </a:prstGeom>
        </p:spPr>
      </p:pic>
      <p:pic>
        <p:nvPicPr>
          <p:cNvPr id="423" name="Image 418" descr="preencoded.png"/>
          <p:cNvPicPr>
            <a:picLocks noChangeAspect="1"/>
          </p:cNvPicPr>
          <p:nvPr/>
        </p:nvPicPr>
        <p:blipFill>
          <a:blip r:embed="rId175"/>
          <a:srcRect r="6" b="99868"/>
          <a:stretch/>
        </p:blipFill>
        <p:spPr>
          <a:xfrm>
            <a:off x="6368616" y="677551"/>
            <a:ext cx="17469" cy="1204"/>
          </a:xfrm>
          <a:prstGeom prst="rect">
            <a:avLst/>
          </a:prstGeom>
        </p:spPr>
      </p:pic>
      <p:pic>
        <p:nvPicPr>
          <p:cNvPr id="424" name="Image 419" descr="preencoded.png"/>
          <p:cNvPicPr>
            <a:picLocks noChangeAspect="1"/>
          </p:cNvPicPr>
          <p:nvPr/>
        </p:nvPicPr>
        <p:blipFill>
          <a:blip r:embed="rId176"/>
          <a:srcRect r="-2"/>
          <a:stretch/>
        </p:blipFill>
        <p:spPr>
          <a:xfrm>
            <a:off x="6344543" y="668234"/>
            <a:ext cx="65150" cy="101281"/>
          </a:xfrm>
          <a:prstGeom prst="rect">
            <a:avLst/>
          </a:prstGeom>
        </p:spPr>
      </p:pic>
      <p:pic>
        <p:nvPicPr>
          <p:cNvPr id="425" name="Image 420" descr="preencoded.png"/>
          <p:cNvPicPr>
            <a:picLocks noChangeAspect="1"/>
          </p:cNvPicPr>
          <p:nvPr/>
        </p:nvPicPr>
        <p:blipFill>
          <a:blip r:embed="rId177"/>
          <a:srcRect/>
          <a:stretch/>
        </p:blipFill>
        <p:spPr>
          <a:xfrm>
            <a:off x="6357528" y="722891"/>
            <a:ext cx="12483" cy="16628"/>
          </a:xfrm>
          <a:prstGeom prst="rect">
            <a:avLst/>
          </a:prstGeom>
        </p:spPr>
      </p:pic>
      <p:pic>
        <p:nvPicPr>
          <p:cNvPr id="426" name="Image 421" descr="preencoded.png"/>
          <p:cNvPicPr>
            <a:picLocks noChangeAspect="1"/>
          </p:cNvPicPr>
          <p:nvPr/>
        </p:nvPicPr>
        <p:blipFill>
          <a:blip r:embed="rId178"/>
          <a:srcRect r="106"/>
          <a:stretch/>
        </p:blipFill>
        <p:spPr>
          <a:xfrm>
            <a:off x="6360319" y="725661"/>
            <a:ext cx="5674" cy="9854"/>
          </a:xfrm>
          <a:prstGeom prst="rect">
            <a:avLst/>
          </a:prstGeom>
        </p:spPr>
      </p:pic>
      <p:pic>
        <p:nvPicPr>
          <p:cNvPr id="427" name="Image 422" descr="preencoded.png"/>
          <p:cNvPicPr>
            <a:picLocks noChangeAspect="1"/>
          </p:cNvPicPr>
          <p:nvPr/>
        </p:nvPicPr>
        <p:blipFill>
          <a:blip r:embed="rId177"/>
          <a:srcRect/>
          <a:stretch/>
        </p:blipFill>
        <p:spPr>
          <a:xfrm>
            <a:off x="6385415" y="722891"/>
            <a:ext cx="12483" cy="16628"/>
          </a:xfrm>
          <a:prstGeom prst="rect">
            <a:avLst/>
          </a:prstGeom>
        </p:spPr>
      </p:pic>
      <p:pic>
        <p:nvPicPr>
          <p:cNvPr id="428" name="Image 423" descr="preencoded.png"/>
          <p:cNvPicPr>
            <a:picLocks noChangeAspect="1"/>
          </p:cNvPicPr>
          <p:nvPr/>
        </p:nvPicPr>
        <p:blipFill>
          <a:blip r:embed="rId178"/>
          <a:srcRect r="106"/>
          <a:stretch/>
        </p:blipFill>
        <p:spPr>
          <a:xfrm>
            <a:off x="6388205" y="725661"/>
            <a:ext cx="5674" cy="9854"/>
          </a:xfrm>
          <a:prstGeom prst="rect">
            <a:avLst/>
          </a:prstGeom>
        </p:spPr>
      </p:pic>
      <p:pic>
        <p:nvPicPr>
          <p:cNvPr id="429" name="Image 424" descr="preencoded.png"/>
          <p:cNvPicPr>
            <a:picLocks noChangeAspect="1"/>
          </p:cNvPicPr>
          <p:nvPr/>
        </p:nvPicPr>
        <p:blipFill>
          <a:blip r:embed="rId177"/>
          <a:srcRect/>
          <a:stretch/>
        </p:blipFill>
        <p:spPr>
          <a:xfrm>
            <a:off x="6370848" y="752597"/>
            <a:ext cx="13581" cy="18119"/>
          </a:xfrm>
          <a:prstGeom prst="rect">
            <a:avLst/>
          </a:prstGeom>
        </p:spPr>
      </p:pic>
      <p:pic>
        <p:nvPicPr>
          <p:cNvPr id="430" name="Image 425" descr="preencoded.png"/>
          <p:cNvPicPr>
            <a:picLocks noChangeAspect="1"/>
          </p:cNvPicPr>
          <p:nvPr/>
        </p:nvPicPr>
        <p:blipFill>
          <a:blip r:embed="rId175"/>
          <a:srcRect/>
          <a:stretch/>
        </p:blipFill>
        <p:spPr>
          <a:xfrm>
            <a:off x="6353826" y="690159"/>
            <a:ext cx="15683" cy="1204"/>
          </a:xfrm>
          <a:prstGeom prst="rect">
            <a:avLst/>
          </a:prstGeom>
        </p:spPr>
      </p:pic>
      <p:pic>
        <p:nvPicPr>
          <p:cNvPr id="431" name="Image 426" descr="preencoded.png"/>
          <p:cNvPicPr>
            <a:picLocks noChangeAspect="1"/>
          </p:cNvPicPr>
          <p:nvPr/>
        </p:nvPicPr>
        <p:blipFill>
          <a:blip r:embed="rId175"/>
          <a:srcRect/>
          <a:stretch/>
        </p:blipFill>
        <p:spPr>
          <a:xfrm>
            <a:off x="6385210" y="690159"/>
            <a:ext cx="15497" cy="1204"/>
          </a:xfrm>
          <a:prstGeom prst="rect">
            <a:avLst/>
          </a:prstGeom>
        </p:spPr>
      </p:pic>
      <p:pic>
        <p:nvPicPr>
          <p:cNvPr id="432" name="Image 427" descr="preencoded.png"/>
          <p:cNvPicPr>
            <a:picLocks noChangeAspect="1"/>
          </p:cNvPicPr>
          <p:nvPr/>
        </p:nvPicPr>
        <p:blipFill>
          <a:blip r:embed="rId175"/>
          <a:srcRect r="6" b="99868"/>
          <a:stretch/>
        </p:blipFill>
        <p:spPr>
          <a:xfrm>
            <a:off x="6368839" y="677625"/>
            <a:ext cx="17450" cy="1204"/>
          </a:xfrm>
          <a:prstGeom prst="rect">
            <a:avLst/>
          </a:prstGeom>
        </p:spPr>
      </p:pic>
      <p:pic>
        <p:nvPicPr>
          <p:cNvPr id="433" name="Image 428" descr="preencoded.png"/>
          <p:cNvPicPr>
            <a:picLocks noChangeAspect="1"/>
          </p:cNvPicPr>
          <p:nvPr/>
        </p:nvPicPr>
        <p:blipFill>
          <a:blip r:embed="rId179"/>
          <a:srcRect/>
          <a:stretch/>
        </p:blipFill>
        <p:spPr>
          <a:xfrm>
            <a:off x="6397526" y="743342"/>
            <a:ext cx="75660" cy="89688"/>
          </a:xfrm>
          <a:prstGeom prst="rect">
            <a:avLst/>
          </a:prstGeom>
        </p:spPr>
      </p:pic>
      <p:pic>
        <p:nvPicPr>
          <p:cNvPr id="434" name="Image 429" descr="preencoded.png"/>
          <p:cNvPicPr>
            <a:picLocks noChangeAspect="1"/>
          </p:cNvPicPr>
          <p:nvPr/>
        </p:nvPicPr>
        <p:blipFill>
          <a:blip r:embed="rId180"/>
          <a:srcRect/>
          <a:stretch/>
        </p:blipFill>
        <p:spPr>
          <a:xfrm>
            <a:off x="6408576" y="755074"/>
            <a:ext cx="53615" cy="66086"/>
          </a:xfrm>
          <a:prstGeom prst="rect">
            <a:avLst/>
          </a:prstGeom>
        </p:spPr>
      </p:pic>
      <p:pic>
        <p:nvPicPr>
          <p:cNvPr id="435" name="Image 430" descr="preencoded.png"/>
          <p:cNvPicPr>
            <a:picLocks noChangeAspect="1"/>
          </p:cNvPicPr>
          <p:nvPr/>
        </p:nvPicPr>
        <p:blipFill>
          <a:blip r:embed="rId181"/>
          <a:srcRect/>
          <a:stretch/>
        </p:blipFill>
        <p:spPr>
          <a:xfrm>
            <a:off x="6413934" y="765155"/>
            <a:ext cx="18194" cy="29134"/>
          </a:xfrm>
          <a:prstGeom prst="rect">
            <a:avLst/>
          </a:prstGeom>
        </p:spPr>
      </p:pic>
      <p:pic>
        <p:nvPicPr>
          <p:cNvPr id="436" name="Image 431" descr="preencoded.png"/>
          <p:cNvPicPr>
            <a:picLocks noChangeAspect="1"/>
          </p:cNvPicPr>
          <p:nvPr/>
        </p:nvPicPr>
        <p:blipFill>
          <a:blip r:embed="rId182"/>
          <a:srcRect/>
          <a:stretch/>
        </p:blipFill>
        <p:spPr>
          <a:xfrm>
            <a:off x="6417487" y="785343"/>
            <a:ext cx="11162" cy="3719"/>
          </a:xfrm>
          <a:prstGeom prst="rect">
            <a:avLst/>
          </a:prstGeom>
        </p:spPr>
      </p:pic>
      <p:pic>
        <p:nvPicPr>
          <p:cNvPr id="437" name="Image 432" descr="preencoded.png"/>
          <p:cNvPicPr>
            <a:picLocks noChangeAspect="1"/>
          </p:cNvPicPr>
          <p:nvPr/>
        </p:nvPicPr>
        <p:blipFill>
          <a:blip r:embed="rId183"/>
          <a:srcRect/>
          <a:stretch/>
        </p:blipFill>
        <p:spPr>
          <a:xfrm>
            <a:off x="6438249" y="765155"/>
            <a:ext cx="18213" cy="29569"/>
          </a:xfrm>
          <a:prstGeom prst="rect">
            <a:avLst/>
          </a:prstGeom>
        </p:spPr>
      </p:pic>
      <p:pic>
        <p:nvPicPr>
          <p:cNvPr id="438" name="Image 433" descr="preencoded.png"/>
          <p:cNvPicPr>
            <a:picLocks noChangeAspect="1"/>
          </p:cNvPicPr>
          <p:nvPr/>
        </p:nvPicPr>
        <p:blipFill>
          <a:blip r:embed="rId182"/>
          <a:srcRect/>
          <a:stretch/>
        </p:blipFill>
        <p:spPr>
          <a:xfrm>
            <a:off x="6441784" y="785343"/>
            <a:ext cx="11162" cy="3719"/>
          </a:xfrm>
          <a:prstGeom prst="rect">
            <a:avLst/>
          </a:prstGeom>
        </p:spPr>
      </p:pic>
      <p:pic>
        <p:nvPicPr>
          <p:cNvPr id="439" name="Image 434" descr="preencoded.png"/>
          <p:cNvPicPr>
            <a:picLocks noChangeAspect="1"/>
          </p:cNvPicPr>
          <p:nvPr/>
        </p:nvPicPr>
        <p:blipFill>
          <a:blip r:embed="rId184"/>
          <a:srcRect/>
          <a:stretch/>
        </p:blipFill>
        <p:spPr>
          <a:xfrm>
            <a:off x="6426119" y="787289"/>
            <a:ext cx="18194" cy="29265"/>
          </a:xfrm>
          <a:prstGeom prst="rect">
            <a:avLst/>
          </a:prstGeom>
        </p:spPr>
      </p:pic>
      <p:pic>
        <p:nvPicPr>
          <p:cNvPr id="440" name="Image 435" descr="preencoded.png"/>
          <p:cNvPicPr>
            <a:picLocks noChangeAspect="1"/>
          </p:cNvPicPr>
          <p:nvPr/>
        </p:nvPicPr>
        <p:blipFill>
          <a:blip r:embed="rId182"/>
          <a:srcRect/>
          <a:stretch/>
        </p:blipFill>
        <p:spPr>
          <a:xfrm>
            <a:off x="6429617" y="807462"/>
            <a:ext cx="11162" cy="3720"/>
          </a:xfrm>
          <a:prstGeom prst="rect">
            <a:avLst/>
          </a:prstGeom>
        </p:spPr>
      </p:pic>
      <p:pic>
        <p:nvPicPr>
          <p:cNvPr id="441" name="Image 436" descr="preencoded.png"/>
          <p:cNvPicPr>
            <a:picLocks noChangeAspect="1"/>
          </p:cNvPicPr>
          <p:nvPr/>
        </p:nvPicPr>
        <p:blipFill>
          <a:blip r:embed="rId185"/>
          <a:srcRect/>
          <a:stretch/>
        </p:blipFill>
        <p:spPr>
          <a:xfrm>
            <a:off x="6498282" y="665142"/>
            <a:ext cx="20929" cy="19194"/>
          </a:xfrm>
          <a:prstGeom prst="rect">
            <a:avLst/>
          </a:prstGeom>
        </p:spPr>
      </p:pic>
      <p:pic>
        <p:nvPicPr>
          <p:cNvPr id="442" name="Image 437" descr="preencoded.png"/>
          <p:cNvPicPr>
            <a:picLocks noChangeAspect="1"/>
          </p:cNvPicPr>
          <p:nvPr/>
        </p:nvPicPr>
        <p:blipFill>
          <a:blip r:embed="rId72"/>
          <a:srcRect/>
          <a:stretch/>
        </p:blipFill>
        <p:spPr>
          <a:xfrm>
            <a:off x="6503882" y="672351"/>
            <a:ext cx="1991" cy="1957"/>
          </a:xfrm>
          <a:prstGeom prst="rect">
            <a:avLst/>
          </a:prstGeom>
        </p:spPr>
      </p:pic>
      <p:pic>
        <p:nvPicPr>
          <p:cNvPr id="443" name="Image 438" descr="preencoded.png"/>
          <p:cNvPicPr>
            <a:picLocks noChangeAspect="1"/>
          </p:cNvPicPr>
          <p:nvPr/>
        </p:nvPicPr>
        <p:blipFill>
          <a:blip r:embed="rId49"/>
          <a:srcRect/>
          <a:stretch/>
        </p:blipFill>
        <p:spPr>
          <a:xfrm>
            <a:off x="6505222" y="673330"/>
            <a:ext cx="3293" cy="2964"/>
          </a:xfrm>
          <a:prstGeom prst="rect">
            <a:avLst/>
          </a:prstGeom>
        </p:spPr>
      </p:pic>
      <p:pic>
        <p:nvPicPr>
          <p:cNvPr id="444" name="Image 439" descr="preencoded.png"/>
          <p:cNvPicPr>
            <a:picLocks noChangeAspect="1"/>
          </p:cNvPicPr>
          <p:nvPr/>
        </p:nvPicPr>
        <p:blipFill>
          <a:blip r:embed="rId49"/>
          <a:srcRect/>
          <a:stretch/>
        </p:blipFill>
        <p:spPr>
          <a:xfrm>
            <a:off x="6501315" y="670614"/>
            <a:ext cx="2995" cy="2496"/>
          </a:xfrm>
          <a:prstGeom prst="rect">
            <a:avLst/>
          </a:prstGeom>
        </p:spPr>
      </p:pic>
      <p:pic>
        <p:nvPicPr>
          <p:cNvPr id="445" name="Image 440" descr="preencoded.png"/>
          <p:cNvPicPr>
            <a:picLocks noChangeAspect="1"/>
          </p:cNvPicPr>
          <p:nvPr/>
        </p:nvPicPr>
        <p:blipFill>
          <a:blip r:embed="rId72"/>
          <a:srcRect/>
          <a:stretch/>
        </p:blipFill>
        <p:spPr>
          <a:xfrm>
            <a:off x="6499696" y="669680"/>
            <a:ext cx="1972" cy="1936"/>
          </a:xfrm>
          <a:prstGeom prst="rect">
            <a:avLst/>
          </a:prstGeom>
        </p:spPr>
      </p:pic>
      <p:pic>
        <p:nvPicPr>
          <p:cNvPr id="446" name="Image 441" descr="preencoded.png"/>
          <p:cNvPicPr>
            <a:picLocks noChangeAspect="1"/>
          </p:cNvPicPr>
          <p:nvPr/>
        </p:nvPicPr>
        <p:blipFill>
          <a:blip r:embed="rId49"/>
          <a:srcRect/>
          <a:stretch/>
        </p:blipFill>
        <p:spPr>
          <a:xfrm>
            <a:off x="6507807" y="675537"/>
            <a:ext cx="1991" cy="1954"/>
          </a:xfrm>
          <a:prstGeom prst="rect">
            <a:avLst/>
          </a:prstGeom>
        </p:spPr>
      </p:pic>
      <p:pic>
        <p:nvPicPr>
          <p:cNvPr id="447" name="Image 442" descr="preencoded.png"/>
          <p:cNvPicPr>
            <a:picLocks noChangeAspect="1"/>
          </p:cNvPicPr>
          <p:nvPr/>
        </p:nvPicPr>
        <p:blipFill>
          <a:blip r:embed="rId49"/>
          <a:srcRect/>
          <a:stretch/>
        </p:blipFill>
        <p:spPr>
          <a:xfrm>
            <a:off x="6509221" y="676799"/>
            <a:ext cx="2753" cy="2784"/>
          </a:xfrm>
          <a:prstGeom prst="rect">
            <a:avLst/>
          </a:prstGeom>
        </p:spPr>
      </p:pic>
      <p:pic>
        <p:nvPicPr>
          <p:cNvPr id="448" name="Image 443" descr="preencoded.png"/>
          <p:cNvPicPr>
            <a:picLocks noChangeAspect="1"/>
          </p:cNvPicPr>
          <p:nvPr/>
        </p:nvPicPr>
        <p:blipFill>
          <a:blip r:embed="rId49"/>
          <a:srcRect/>
          <a:stretch/>
        </p:blipFill>
        <p:spPr>
          <a:xfrm>
            <a:off x="6511286" y="679071"/>
            <a:ext cx="1991" cy="1955"/>
          </a:xfrm>
          <a:prstGeom prst="rect">
            <a:avLst/>
          </a:prstGeom>
        </p:spPr>
      </p:pic>
      <p:pic>
        <p:nvPicPr>
          <p:cNvPr id="449" name="Image 444" descr="preencoded.png"/>
          <p:cNvPicPr>
            <a:picLocks noChangeAspect="1"/>
          </p:cNvPicPr>
          <p:nvPr/>
        </p:nvPicPr>
        <p:blipFill>
          <a:blip r:embed="rId56"/>
          <a:srcRect/>
          <a:stretch/>
        </p:blipFill>
        <p:spPr>
          <a:xfrm>
            <a:off x="6504050" y="665126"/>
            <a:ext cx="3609" cy="3691"/>
          </a:xfrm>
          <a:prstGeom prst="rect">
            <a:avLst/>
          </a:prstGeom>
        </p:spPr>
      </p:pic>
      <p:pic>
        <p:nvPicPr>
          <p:cNvPr id="450" name="Image 445" descr="preencoded.png"/>
          <p:cNvPicPr>
            <a:picLocks noChangeAspect="1"/>
          </p:cNvPicPr>
          <p:nvPr/>
        </p:nvPicPr>
        <p:blipFill>
          <a:blip r:embed="rId49"/>
          <a:srcRect/>
          <a:stretch/>
        </p:blipFill>
        <p:spPr>
          <a:xfrm>
            <a:off x="6501985" y="665626"/>
            <a:ext cx="3665" cy="3642"/>
          </a:xfrm>
          <a:prstGeom prst="rect">
            <a:avLst/>
          </a:prstGeom>
        </p:spPr>
      </p:pic>
      <p:pic>
        <p:nvPicPr>
          <p:cNvPr id="451" name="Image 446" descr="preencoded.png"/>
          <p:cNvPicPr>
            <a:picLocks noChangeAspect="1"/>
          </p:cNvPicPr>
          <p:nvPr/>
        </p:nvPicPr>
        <p:blipFill>
          <a:blip r:embed="rId56"/>
          <a:srcRect/>
          <a:stretch/>
        </p:blipFill>
        <p:spPr>
          <a:xfrm>
            <a:off x="6503975" y="667315"/>
            <a:ext cx="3721" cy="3653"/>
          </a:xfrm>
          <a:prstGeom prst="rect">
            <a:avLst/>
          </a:prstGeom>
        </p:spPr>
      </p:pic>
      <p:pic>
        <p:nvPicPr>
          <p:cNvPr id="452" name="Image 447" descr="preencoded.png"/>
          <p:cNvPicPr>
            <a:picLocks noChangeAspect="1"/>
          </p:cNvPicPr>
          <p:nvPr/>
        </p:nvPicPr>
        <p:blipFill>
          <a:blip r:embed="rId49"/>
          <a:srcRect/>
          <a:stretch/>
        </p:blipFill>
        <p:spPr>
          <a:xfrm>
            <a:off x="6503547" y="666943"/>
            <a:ext cx="2493" cy="2498"/>
          </a:xfrm>
          <a:prstGeom prst="rect">
            <a:avLst/>
          </a:prstGeom>
        </p:spPr>
      </p:pic>
      <p:pic>
        <p:nvPicPr>
          <p:cNvPr id="453" name="Image 448" descr="preencoded.png"/>
          <p:cNvPicPr>
            <a:picLocks noChangeAspect="1"/>
          </p:cNvPicPr>
          <p:nvPr/>
        </p:nvPicPr>
        <p:blipFill>
          <a:blip r:embed="rId49"/>
          <a:srcRect/>
          <a:stretch/>
        </p:blipFill>
        <p:spPr>
          <a:xfrm>
            <a:off x="6497241" y="662123"/>
            <a:ext cx="3665" cy="4100"/>
          </a:xfrm>
          <a:prstGeom prst="rect">
            <a:avLst/>
          </a:prstGeom>
        </p:spPr>
      </p:pic>
      <p:pic>
        <p:nvPicPr>
          <p:cNvPr id="454" name="Image 449" descr="preencoded.png"/>
          <p:cNvPicPr>
            <a:picLocks noChangeAspect="1"/>
          </p:cNvPicPr>
          <p:nvPr/>
        </p:nvPicPr>
        <p:blipFill>
          <a:blip r:embed="rId56"/>
          <a:srcRect/>
          <a:stretch/>
        </p:blipFill>
        <p:spPr>
          <a:xfrm>
            <a:off x="6498580" y="664580"/>
            <a:ext cx="3981" cy="3626"/>
          </a:xfrm>
          <a:prstGeom prst="rect">
            <a:avLst/>
          </a:prstGeom>
        </p:spPr>
      </p:pic>
      <p:pic>
        <p:nvPicPr>
          <p:cNvPr id="455" name="Image 450" descr="preencoded.png"/>
          <p:cNvPicPr>
            <a:picLocks noChangeAspect="1"/>
          </p:cNvPicPr>
          <p:nvPr/>
        </p:nvPicPr>
        <p:blipFill>
          <a:blip r:embed="rId49"/>
          <a:srcRect/>
          <a:stretch/>
        </p:blipFill>
        <p:spPr>
          <a:xfrm>
            <a:off x="6498394" y="664448"/>
            <a:ext cx="2177" cy="2518"/>
          </a:xfrm>
          <a:prstGeom prst="rect">
            <a:avLst/>
          </a:prstGeom>
        </p:spPr>
      </p:pic>
      <p:pic>
        <p:nvPicPr>
          <p:cNvPr id="456" name="Image 451" descr="preencoded.png"/>
          <p:cNvPicPr>
            <a:picLocks noChangeAspect="1"/>
          </p:cNvPicPr>
          <p:nvPr/>
        </p:nvPicPr>
        <p:blipFill>
          <a:blip r:embed="rId56"/>
          <a:srcRect/>
          <a:stretch/>
        </p:blipFill>
        <p:spPr>
          <a:xfrm>
            <a:off x="6508998" y="668382"/>
            <a:ext cx="3683" cy="3683"/>
          </a:xfrm>
          <a:prstGeom prst="rect">
            <a:avLst/>
          </a:prstGeom>
        </p:spPr>
      </p:pic>
      <p:pic>
        <p:nvPicPr>
          <p:cNvPr id="457" name="Image 452" descr="preencoded.png"/>
          <p:cNvPicPr>
            <a:picLocks noChangeAspect="1"/>
          </p:cNvPicPr>
          <p:nvPr/>
        </p:nvPicPr>
        <p:blipFill>
          <a:blip r:embed="rId49"/>
          <a:srcRect/>
          <a:stretch/>
        </p:blipFill>
        <p:spPr>
          <a:xfrm>
            <a:off x="6506859" y="668680"/>
            <a:ext cx="3721" cy="3733"/>
          </a:xfrm>
          <a:prstGeom prst="rect">
            <a:avLst/>
          </a:prstGeom>
        </p:spPr>
      </p:pic>
      <p:pic>
        <p:nvPicPr>
          <p:cNvPr id="458" name="Image 453" descr="preencoded.png"/>
          <p:cNvPicPr>
            <a:picLocks noChangeAspect="1"/>
          </p:cNvPicPr>
          <p:nvPr/>
        </p:nvPicPr>
        <p:blipFill>
          <a:blip r:embed="rId56"/>
          <a:srcRect/>
          <a:stretch/>
        </p:blipFill>
        <p:spPr>
          <a:xfrm>
            <a:off x="6508868" y="670525"/>
            <a:ext cx="3721" cy="3737"/>
          </a:xfrm>
          <a:prstGeom prst="rect">
            <a:avLst/>
          </a:prstGeom>
        </p:spPr>
      </p:pic>
      <p:pic>
        <p:nvPicPr>
          <p:cNvPr id="459" name="Image 454" descr="preencoded.png"/>
          <p:cNvPicPr>
            <a:picLocks noChangeAspect="1"/>
          </p:cNvPicPr>
          <p:nvPr/>
        </p:nvPicPr>
        <p:blipFill>
          <a:blip r:embed="rId49"/>
          <a:srcRect/>
          <a:stretch/>
        </p:blipFill>
        <p:spPr>
          <a:xfrm>
            <a:off x="6508403" y="670137"/>
            <a:ext cx="2493" cy="3347"/>
          </a:xfrm>
          <a:prstGeom prst="rect">
            <a:avLst/>
          </a:prstGeom>
        </p:spPr>
      </p:pic>
      <p:pic>
        <p:nvPicPr>
          <p:cNvPr id="460" name="Image 455" descr="preencoded.png"/>
          <p:cNvPicPr>
            <a:picLocks noChangeAspect="1"/>
          </p:cNvPicPr>
          <p:nvPr/>
        </p:nvPicPr>
        <p:blipFill>
          <a:blip r:embed="rId56"/>
          <a:srcRect/>
          <a:stretch/>
        </p:blipFill>
        <p:spPr>
          <a:xfrm>
            <a:off x="6513258" y="672653"/>
            <a:ext cx="3702" cy="3716"/>
          </a:xfrm>
          <a:prstGeom prst="rect">
            <a:avLst/>
          </a:prstGeom>
        </p:spPr>
      </p:pic>
      <p:pic>
        <p:nvPicPr>
          <p:cNvPr id="461" name="Image 456" descr="preencoded.png"/>
          <p:cNvPicPr>
            <a:picLocks noChangeAspect="1"/>
          </p:cNvPicPr>
          <p:nvPr/>
        </p:nvPicPr>
        <p:blipFill>
          <a:blip r:embed="rId186"/>
          <a:srcRect/>
          <a:stretch/>
        </p:blipFill>
        <p:spPr>
          <a:xfrm>
            <a:off x="6513072" y="674737"/>
            <a:ext cx="3758" cy="3730"/>
          </a:xfrm>
          <a:prstGeom prst="rect">
            <a:avLst/>
          </a:prstGeom>
        </p:spPr>
      </p:pic>
      <p:pic>
        <p:nvPicPr>
          <p:cNvPr id="462" name="Image 457" descr="preencoded.png"/>
          <p:cNvPicPr>
            <a:picLocks noChangeAspect="1"/>
          </p:cNvPicPr>
          <p:nvPr/>
        </p:nvPicPr>
        <p:blipFill>
          <a:blip r:embed="rId49"/>
          <a:srcRect/>
          <a:stretch/>
        </p:blipFill>
        <p:spPr>
          <a:xfrm>
            <a:off x="6511175" y="672788"/>
            <a:ext cx="3721" cy="3739"/>
          </a:xfrm>
          <a:prstGeom prst="rect">
            <a:avLst/>
          </a:prstGeom>
        </p:spPr>
      </p:pic>
      <p:pic>
        <p:nvPicPr>
          <p:cNvPr id="463" name="Image 458" descr="preencoded.png"/>
          <p:cNvPicPr>
            <a:picLocks noChangeAspect="1"/>
          </p:cNvPicPr>
          <p:nvPr/>
        </p:nvPicPr>
        <p:blipFill>
          <a:blip r:embed="rId49"/>
          <a:srcRect/>
          <a:stretch/>
        </p:blipFill>
        <p:spPr>
          <a:xfrm>
            <a:off x="6512626" y="674311"/>
            <a:ext cx="2493" cy="2503"/>
          </a:xfrm>
          <a:prstGeom prst="rect">
            <a:avLst/>
          </a:prstGeom>
        </p:spPr>
      </p:pic>
      <p:pic>
        <p:nvPicPr>
          <p:cNvPr id="464" name="Image 459" descr="preencoded.png"/>
          <p:cNvPicPr>
            <a:picLocks noChangeAspect="1"/>
          </p:cNvPicPr>
          <p:nvPr/>
        </p:nvPicPr>
        <p:blipFill>
          <a:blip r:embed="rId56"/>
          <a:srcRect/>
          <a:stretch/>
        </p:blipFill>
        <p:spPr>
          <a:xfrm>
            <a:off x="6516886" y="678570"/>
            <a:ext cx="4297" cy="3461"/>
          </a:xfrm>
          <a:prstGeom prst="rect">
            <a:avLst/>
          </a:prstGeom>
        </p:spPr>
      </p:pic>
      <p:pic>
        <p:nvPicPr>
          <p:cNvPr id="465" name="Image 460" descr="preencoded.png"/>
          <p:cNvPicPr>
            <a:picLocks noChangeAspect="1"/>
          </p:cNvPicPr>
          <p:nvPr/>
        </p:nvPicPr>
        <p:blipFill>
          <a:blip r:embed="rId49"/>
          <a:srcRect/>
          <a:stretch/>
        </p:blipFill>
        <p:spPr>
          <a:xfrm>
            <a:off x="6514988" y="677582"/>
            <a:ext cx="3683" cy="3817"/>
          </a:xfrm>
          <a:prstGeom prst="rect">
            <a:avLst/>
          </a:prstGeom>
        </p:spPr>
      </p:pic>
      <p:pic>
        <p:nvPicPr>
          <p:cNvPr id="466" name="Image 461" descr="preencoded.png"/>
          <p:cNvPicPr>
            <a:picLocks noChangeAspect="1"/>
          </p:cNvPicPr>
          <p:nvPr/>
        </p:nvPicPr>
        <p:blipFill>
          <a:blip r:embed="rId49"/>
          <a:srcRect/>
          <a:stretch/>
        </p:blipFill>
        <p:spPr>
          <a:xfrm>
            <a:off x="6516216" y="679113"/>
            <a:ext cx="2437" cy="2250"/>
          </a:xfrm>
          <a:prstGeom prst="rect">
            <a:avLst/>
          </a:prstGeom>
        </p:spPr>
      </p:pic>
      <p:pic>
        <p:nvPicPr>
          <p:cNvPr id="467" name="Image 462" descr="preencoded.png"/>
          <p:cNvPicPr>
            <a:picLocks noChangeAspect="1"/>
          </p:cNvPicPr>
          <p:nvPr/>
        </p:nvPicPr>
        <p:blipFill>
          <a:blip r:embed="rId187"/>
          <a:srcRect/>
          <a:stretch/>
        </p:blipFill>
        <p:spPr>
          <a:xfrm>
            <a:off x="7543800" y="476250"/>
            <a:ext cx="957263" cy="476250"/>
          </a:xfrm>
          <a:prstGeom prst="rect">
            <a:avLst/>
          </a:prstGeom>
        </p:spPr>
      </p:pic>
      <p:pic>
        <p:nvPicPr>
          <p:cNvPr id="468" name="Image 463" descr="preencoded.png"/>
          <p:cNvPicPr>
            <a:picLocks noChangeAspect="1"/>
          </p:cNvPicPr>
          <p:nvPr/>
        </p:nvPicPr>
        <p:blipFill>
          <a:blip r:embed="rId188"/>
          <a:srcRect/>
          <a:stretch/>
        </p:blipFill>
        <p:spPr>
          <a:xfrm>
            <a:off x="4572000" y="1485900"/>
            <a:ext cx="952500" cy="476250"/>
          </a:xfrm>
          <a:prstGeom prst="rect">
            <a:avLst/>
          </a:prstGeom>
        </p:spPr>
      </p:pic>
      <p:sp>
        <p:nvSpPr>
          <p:cNvPr id="469" name="Shape 3"/>
          <p:cNvSpPr/>
          <p:nvPr/>
        </p:nvSpPr>
        <p:spPr>
          <a:xfrm>
            <a:off x="6210300" y="1485900"/>
            <a:ext cx="952500" cy="476250"/>
          </a:xfrm>
          <a:prstGeom prst="rect">
            <a:avLst/>
          </a:prstGeom>
          <a:noFill/>
          <a:ln/>
        </p:spPr>
        <p:txBody>
          <a:bodyPr/>
          <a:lstStyle/>
          <a:p>
            <a:endParaRPr lang="en-IT"/>
          </a:p>
        </p:txBody>
      </p:sp>
      <p:pic>
        <p:nvPicPr>
          <p:cNvPr id="470" name="Image 464" descr="preencoded.png"/>
          <p:cNvPicPr>
            <a:picLocks noChangeAspect="1"/>
          </p:cNvPicPr>
          <p:nvPr/>
        </p:nvPicPr>
        <p:blipFill>
          <a:blip r:embed="rId189"/>
          <a:srcRect r="1"/>
          <a:stretch/>
        </p:blipFill>
        <p:spPr>
          <a:xfrm>
            <a:off x="6513984" y="1564523"/>
            <a:ext cx="236990" cy="220844"/>
          </a:xfrm>
          <a:prstGeom prst="rect">
            <a:avLst/>
          </a:prstGeom>
        </p:spPr>
      </p:pic>
      <p:pic>
        <p:nvPicPr>
          <p:cNvPr id="471" name="Image 465" descr="preencoded.png"/>
          <p:cNvPicPr>
            <a:picLocks noChangeAspect="1"/>
          </p:cNvPicPr>
          <p:nvPr/>
        </p:nvPicPr>
        <p:blipFill>
          <a:blip r:embed="rId190"/>
          <a:srcRect r="-3"/>
          <a:stretch/>
        </p:blipFill>
        <p:spPr>
          <a:xfrm>
            <a:off x="6769280" y="1564449"/>
            <a:ext cx="211299" cy="221002"/>
          </a:xfrm>
          <a:prstGeom prst="rect">
            <a:avLst/>
          </a:prstGeom>
        </p:spPr>
      </p:pic>
      <p:pic>
        <p:nvPicPr>
          <p:cNvPr id="472" name="Image 466" descr="preencoded.png"/>
          <p:cNvPicPr>
            <a:picLocks noChangeAspect="1"/>
          </p:cNvPicPr>
          <p:nvPr/>
        </p:nvPicPr>
        <p:blipFill>
          <a:blip r:embed="rId191"/>
          <a:srcRect/>
          <a:stretch/>
        </p:blipFill>
        <p:spPr>
          <a:xfrm>
            <a:off x="6392521" y="1564426"/>
            <a:ext cx="96906" cy="221058"/>
          </a:xfrm>
          <a:prstGeom prst="rect">
            <a:avLst/>
          </a:prstGeom>
        </p:spPr>
      </p:pic>
      <p:pic>
        <p:nvPicPr>
          <p:cNvPr id="473" name="Image 467" descr="preencoded.png"/>
          <p:cNvPicPr>
            <a:picLocks noChangeAspect="1"/>
          </p:cNvPicPr>
          <p:nvPr/>
        </p:nvPicPr>
        <p:blipFill>
          <a:blip r:embed="rId192"/>
          <a:srcRect r="6"/>
          <a:stretch/>
        </p:blipFill>
        <p:spPr>
          <a:xfrm>
            <a:off x="6872176" y="1846901"/>
            <a:ext cx="33226" cy="51750"/>
          </a:xfrm>
          <a:prstGeom prst="rect">
            <a:avLst/>
          </a:prstGeom>
        </p:spPr>
      </p:pic>
      <p:pic>
        <p:nvPicPr>
          <p:cNvPr id="474" name="Image 468" descr="preencoded.png"/>
          <p:cNvPicPr>
            <a:picLocks noChangeAspect="1"/>
          </p:cNvPicPr>
          <p:nvPr/>
        </p:nvPicPr>
        <p:blipFill>
          <a:blip r:embed="rId193"/>
          <a:srcRect/>
          <a:stretch/>
        </p:blipFill>
        <p:spPr>
          <a:xfrm>
            <a:off x="6392707" y="1564472"/>
            <a:ext cx="56090" cy="54573"/>
          </a:xfrm>
          <a:prstGeom prst="rect">
            <a:avLst/>
          </a:prstGeom>
        </p:spPr>
      </p:pic>
      <p:pic>
        <p:nvPicPr>
          <p:cNvPr id="475" name="Image 469" descr="preencoded.png"/>
          <p:cNvPicPr>
            <a:picLocks noChangeAspect="1"/>
          </p:cNvPicPr>
          <p:nvPr/>
        </p:nvPicPr>
        <p:blipFill>
          <a:blip r:embed="rId194"/>
          <a:srcRect r="-6"/>
          <a:stretch/>
        </p:blipFill>
        <p:spPr>
          <a:xfrm>
            <a:off x="6461838" y="1847898"/>
            <a:ext cx="50620" cy="36060"/>
          </a:xfrm>
          <a:prstGeom prst="rect">
            <a:avLst/>
          </a:prstGeom>
        </p:spPr>
      </p:pic>
      <p:pic>
        <p:nvPicPr>
          <p:cNvPr id="476" name="Image 470" descr="preencoded.png"/>
          <p:cNvPicPr>
            <a:picLocks noChangeAspect="1"/>
          </p:cNvPicPr>
          <p:nvPr/>
        </p:nvPicPr>
        <p:blipFill>
          <a:blip r:embed="rId195"/>
          <a:srcRect r="-3"/>
          <a:stretch/>
        </p:blipFill>
        <p:spPr>
          <a:xfrm>
            <a:off x="6514040" y="1846901"/>
            <a:ext cx="33375" cy="37888"/>
          </a:xfrm>
          <a:prstGeom prst="rect">
            <a:avLst/>
          </a:prstGeom>
        </p:spPr>
      </p:pic>
      <p:pic>
        <p:nvPicPr>
          <p:cNvPr id="477" name="Image 471" descr="preencoded.png"/>
          <p:cNvPicPr>
            <a:picLocks noChangeAspect="1"/>
          </p:cNvPicPr>
          <p:nvPr/>
        </p:nvPicPr>
        <p:blipFill>
          <a:blip r:embed="rId195"/>
          <a:srcRect r="-6"/>
          <a:stretch/>
        </p:blipFill>
        <p:spPr>
          <a:xfrm>
            <a:off x="6796162" y="1846932"/>
            <a:ext cx="33375" cy="37876"/>
          </a:xfrm>
          <a:prstGeom prst="rect">
            <a:avLst/>
          </a:prstGeom>
        </p:spPr>
      </p:pic>
      <p:pic>
        <p:nvPicPr>
          <p:cNvPr id="478" name="Image 472" descr="preencoded.png"/>
          <p:cNvPicPr>
            <a:picLocks noChangeAspect="1"/>
          </p:cNvPicPr>
          <p:nvPr/>
        </p:nvPicPr>
        <p:blipFill>
          <a:blip r:embed="rId196"/>
          <a:srcRect r="10"/>
          <a:stretch/>
        </p:blipFill>
        <p:spPr>
          <a:xfrm>
            <a:off x="6939297" y="1834119"/>
            <a:ext cx="30063" cy="49914"/>
          </a:xfrm>
          <a:prstGeom prst="rect">
            <a:avLst/>
          </a:prstGeom>
        </p:spPr>
      </p:pic>
      <p:pic>
        <p:nvPicPr>
          <p:cNvPr id="479" name="Image 473" descr="preencoded.png"/>
          <p:cNvPicPr>
            <a:picLocks noChangeAspect="1"/>
          </p:cNvPicPr>
          <p:nvPr/>
        </p:nvPicPr>
        <p:blipFill>
          <a:blip r:embed="rId197"/>
          <a:srcRect r="6" b="-3"/>
          <a:stretch/>
        </p:blipFill>
        <p:spPr>
          <a:xfrm>
            <a:off x="6425096" y="1846928"/>
            <a:ext cx="35142" cy="37831"/>
          </a:xfrm>
          <a:prstGeom prst="rect">
            <a:avLst/>
          </a:prstGeom>
        </p:spPr>
      </p:pic>
      <p:pic>
        <p:nvPicPr>
          <p:cNvPr id="480" name="Image 474" descr="preencoded.png"/>
          <p:cNvPicPr>
            <a:picLocks noChangeAspect="1"/>
          </p:cNvPicPr>
          <p:nvPr/>
        </p:nvPicPr>
        <p:blipFill>
          <a:blip r:embed="rId197"/>
          <a:srcRect r="25"/>
          <a:stretch/>
        </p:blipFill>
        <p:spPr>
          <a:xfrm>
            <a:off x="6632600" y="1846933"/>
            <a:ext cx="35402" cy="37854"/>
          </a:xfrm>
          <a:prstGeom prst="rect">
            <a:avLst/>
          </a:prstGeom>
        </p:spPr>
      </p:pic>
      <p:pic>
        <p:nvPicPr>
          <p:cNvPr id="481" name="Image 475" descr="preencoded.png"/>
          <p:cNvPicPr>
            <a:picLocks noChangeAspect="1"/>
          </p:cNvPicPr>
          <p:nvPr/>
        </p:nvPicPr>
        <p:blipFill>
          <a:blip r:embed="rId198"/>
          <a:srcRect r="-3"/>
          <a:stretch/>
        </p:blipFill>
        <p:spPr>
          <a:xfrm>
            <a:off x="6575822" y="1846967"/>
            <a:ext cx="30770" cy="37870"/>
          </a:xfrm>
          <a:prstGeom prst="rect">
            <a:avLst/>
          </a:prstGeom>
        </p:spPr>
      </p:pic>
      <p:pic>
        <p:nvPicPr>
          <p:cNvPr id="482" name="Image 476" descr="preencoded.png"/>
          <p:cNvPicPr>
            <a:picLocks noChangeAspect="1"/>
          </p:cNvPicPr>
          <p:nvPr/>
        </p:nvPicPr>
        <p:blipFill>
          <a:blip r:embed="rId199"/>
          <a:srcRect r="10"/>
          <a:stretch/>
        </p:blipFill>
        <p:spPr>
          <a:xfrm>
            <a:off x="6715441" y="1846960"/>
            <a:ext cx="30659" cy="37877"/>
          </a:xfrm>
          <a:prstGeom prst="rect">
            <a:avLst/>
          </a:prstGeom>
        </p:spPr>
      </p:pic>
      <p:pic>
        <p:nvPicPr>
          <p:cNvPr id="483" name="Image 477" descr="preencoded.png"/>
          <p:cNvPicPr>
            <a:picLocks noChangeAspect="1"/>
          </p:cNvPicPr>
          <p:nvPr/>
        </p:nvPicPr>
        <p:blipFill>
          <a:blip r:embed="rId200"/>
          <a:srcRect r="18"/>
          <a:stretch/>
        </p:blipFill>
        <p:spPr>
          <a:xfrm>
            <a:off x="6392670" y="1834092"/>
            <a:ext cx="39700" cy="49847"/>
          </a:xfrm>
          <a:prstGeom prst="rect">
            <a:avLst/>
          </a:prstGeom>
        </p:spPr>
      </p:pic>
      <p:pic>
        <p:nvPicPr>
          <p:cNvPr id="484" name="Image 478" descr="preencoded.png"/>
          <p:cNvPicPr>
            <a:picLocks noChangeAspect="1"/>
          </p:cNvPicPr>
          <p:nvPr/>
        </p:nvPicPr>
        <p:blipFill>
          <a:blip r:embed="rId201"/>
          <a:srcRect/>
          <a:stretch/>
        </p:blipFill>
        <p:spPr>
          <a:xfrm>
            <a:off x="6835527" y="1846944"/>
            <a:ext cx="29914" cy="36997"/>
          </a:xfrm>
          <a:prstGeom prst="rect">
            <a:avLst/>
          </a:prstGeom>
        </p:spPr>
      </p:pic>
      <p:pic>
        <p:nvPicPr>
          <p:cNvPr id="485" name="Image 479" descr="preencoded.png"/>
          <p:cNvPicPr>
            <a:picLocks noChangeAspect="1"/>
          </p:cNvPicPr>
          <p:nvPr/>
        </p:nvPicPr>
        <p:blipFill>
          <a:blip r:embed="rId202"/>
          <a:srcRect r="30"/>
          <a:stretch/>
        </p:blipFill>
        <p:spPr>
          <a:xfrm>
            <a:off x="6670532" y="1833386"/>
            <a:ext cx="19683" cy="50549"/>
          </a:xfrm>
          <a:prstGeom prst="rect">
            <a:avLst/>
          </a:prstGeom>
        </p:spPr>
      </p:pic>
      <p:pic>
        <p:nvPicPr>
          <p:cNvPr id="486" name="Image 480" descr="preencoded.png"/>
          <p:cNvPicPr>
            <a:picLocks noChangeAspect="1"/>
          </p:cNvPicPr>
          <p:nvPr/>
        </p:nvPicPr>
        <p:blipFill>
          <a:blip r:embed="rId203"/>
          <a:srcRect r="32"/>
          <a:stretch/>
        </p:blipFill>
        <p:spPr>
          <a:xfrm>
            <a:off x="6748128" y="1837064"/>
            <a:ext cx="19013" cy="46970"/>
          </a:xfrm>
          <a:prstGeom prst="rect">
            <a:avLst/>
          </a:prstGeom>
        </p:spPr>
      </p:pic>
      <p:pic>
        <p:nvPicPr>
          <p:cNvPr id="487" name="Image 481" descr="preencoded.png"/>
          <p:cNvPicPr>
            <a:picLocks noChangeAspect="1"/>
          </p:cNvPicPr>
          <p:nvPr/>
        </p:nvPicPr>
        <p:blipFill>
          <a:blip r:embed="rId204"/>
          <a:srcRect r="-26"/>
          <a:stretch/>
        </p:blipFill>
        <p:spPr>
          <a:xfrm>
            <a:off x="6911262" y="1837041"/>
            <a:ext cx="19329" cy="46987"/>
          </a:xfrm>
          <a:prstGeom prst="rect">
            <a:avLst/>
          </a:prstGeom>
        </p:spPr>
      </p:pic>
      <p:pic>
        <p:nvPicPr>
          <p:cNvPr id="488" name="Image 482" descr="preencoded.png"/>
          <p:cNvPicPr>
            <a:picLocks noChangeAspect="1"/>
          </p:cNvPicPr>
          <p:nvPr/>
        </p:nvPicPr>
        <p:blipFill>
          <a:blip r:embed="rId205"/>
          <a:srcRect/>
          <a:stretch/>
        </p:blipFill>
        <p:spPr>
          <a:xfrm>
            <a:off x="6552660" y="1846940"/>
            <a:ext cx="18845" cy="37094"/>
          </a:xfrm>
          <a:prstGeom prst="rect">
            <a:avLst/>
          </a:prstGeom>
        </p:spPr>
      </p:pic>
      <p:pic>
        <p:nvPicPr>
          <p:cNvPr id="489" name="Image 483" descr="preencoded.png"/>
          <p:cNvPicPr>
            <a:picLocks noChangeAspect="1"/>
          </p:cNvPicPr>
          <p:nvPr/>
        </p:nvPicPr>
        <p:blipFill>
          <a:blip r:embed="rId205"/>
          <a:srcRect r="11"/>
          <a:stretch/>
        </p:blipFill>
        <p:spPr>
          <a:xfrm>
            <a:off x="6774861" y="1846797"/>
            <a:ext cx="18920" cy="37217"/>
          </a:xfrm>
          <a:prstGeom prst="rect">
            <a:avLst/>
          </a:prstGeom>
        </p:spPr>
      </p:pic>
      <p:pic>
        <p:nvPicPr>
          <p:cNvPr id="490" name="Image 484" descr="preencoded.png"/>
          <p:cNvPicPr>
            <a:picLocks noChangeAspect="1"/>
          </p:cNvPicPr>
          <p:nvPr/>
        </p:nvPicPr>
        <p:blipFill>
          <a:blip r:embed="rId206"/>
          <a:srcRect r="17"/>
          <a:stretch/>
        </p:blipFill>
        <p:spPr>
          <a:xfrm>
            <a:off x="6392819" y="1564604"/>
            <a:ext cx="17580" cy="15114"/>
          </a:xfrm>
          <a:prstGeom prst="rect">
            <a:avLst/>
          </a:prstGeom>
        </p:spPr>
      </p:pic>
      <p:sp>
        <p:nvSpPr>
          <p:cNvPr id="491" name="Shape 4"/>
          <p:cNvSpPr/>
          <p:nvPr/>
        </p:nvSpPr>
        <p:spPr>
          <a:xfrm>
            <a:off x="7543800" y="1485900"/>
            <a:ext cx="952500" cy="476250"/>
          </a:xfrm>
          <a:prstGeom prst="rect">
            <a:avLst/>
          </a:prstGeom>
          <a:noFill/>
          <a:ln/>
        </p:spPr>
        <p:txBody>
          <a:bodyPr/>
          <a:lstStyle/>
          <a:p>
            <a:endParaRPr lang="en-IT"/>
          </a:p>
        </p:txBody>
      </p:sp>
      <p:pic>
        <p:nvPicPr>
          <p:cNvPr id="492" name="Image 485" descr="preencoded.png"/>
          <p:cNvPicPr>
            <a:picLocks noChangeAspect="1"/>
          </p:cNvPicPr>
          <p:nvPr/>
        </p:nvPicPr>
        <p:blipFill>
          <a:blip r:embed="rId207"/>
          <a:srcRect/>
          <a:stretch/>
        </p:blipFill>
        <p:spPr>
          <a:xfrm>
            <a:off x="7551744" y="1549400"/>
            <a:ext cx="627069" cy="357188"/>
          </a:xfrm>
          <a:prstGeom prst="rect">
            <a:avLst/>
          </a:prstGeom>
        </p:spPr>
      </p:pic>
      <p:sp>
        <p:nvSpPr>
          <p:cNvPr id="493" name="Shape 5"/>
          <p:cNvSpPr/>
          <p:nvPr/>
        </p:nvSpPr>
        <p:spPr>
          <a:xfrm>
            <a:off x="4572000" y="2343150"/>
            <a:ext cx="952500" cy="476250"/>
          </a:xfrm>
          <a:prstGeom prst="rect">
            <a:avLst/>
          </a:prstGeom>
          <a:noFill/>
          <a:ln/>
        </p:spPr>
        <p:txBody>
          <a:bodyPr/>
          <a:lstStyle/>
          <a:p>
            <a:endParaRPr lang="en-IT"/>
          </a:p>
        </p:txBody>
      </p:sp>
      <p:pic>
        <p:nvPicPr>
          <p:cNvPr id="494" name="Image 486" descr="preencoded.png"/>
          <p:cNvPicPr>
            <a:picLocks noChangeAspect="1"/>
          </p:cNvPicPr>
          <p:nvPr/>
        </p:nvPicPr>
        <p:blipFill>
          <a:blip r:embed="rId208"/>
          <a:srcRect r="3"/>
          <a:stretch/>
        </p:blipFill>
        <p:spPr>
          <a:xfrm>
            <a:off x="4579944" y="2398712"/>
            <a:ext cx="230702" cy="234816"/>
          </a:xfrm>
          <a:prstGeom prst="rect">
            <a:avLst/>
          </a:prstGeom>
        </p:spPr>
      </p:pic>
      <p:pic>
        <p:nvPicPr>
          <p:cNvPr id="495" name="Image 487" descr="preencoded.png"/>
          <p:cNvPicPr>
            <a:picLocks noChangeAspect="1"/>
          </p:cNvPicPr>
          <p:nvPr/>
        </p:nvPicPr>
        <p:blipFill>
          <a:blip r:embed="rId209"/>
          <a:srcRect/>
          <a:stretch/>
        </p:blipFill>
        <p:spPr>
          <a:xfrm>
            <a:off x="4660385" y="2620114"/>
            <a:ext cx="128104" cy="143040"/>
          </a:xfrm>
          <a:prstGeom prst="rect">
            <a:avLst/>
          </a:prstGeom>
        </p:spPr>
      </p:pic>
      <p:pic>
        <p:nvPicPr>
          <p:cNvPr id="496" name="Image 488" descr="preencoded.png"/>
          <p:cNvPicPr>
            <a:picLocks noChangeAspect="1"/>
          </p:cNvPicPr>
          <p:nvPr/>
        </p:nvPicPr>
        <p:blipFill>
          <a:blip r:embed="rId210"/>
          <a:srcRect r="1"/>
          <a:stretch/>
        </p:blipFill>
        <p:spPr>
          <a:xfrm>
            <a:off x="4787429" y="2451472"/>
            <a:ext cx="677075" cy="277465"/>
          </a:xfrm>
          <a:prstGeom prst="rect">
            <a:avLst/>
          </a:prstGeom>
        </p:spPr>
      </p:pic>
      <p:pic>
        <p:nvPicPr>
          <p:cNvPr id="497" name="Image 489" descr="preencoded.png"/>
          <p:cNvPicPr>
            <a:picLocks noChangeAspect="1"/>
          </p:cNvPicPr>
          <p:nvPr/>
        </p:nvPicPr>
        <p:blipFill>
          <a:blip r:embed="rId211"/>
          <a:srcRect r="-2"/>
          <a:stretch/>
        </p:blipFill>
        <p:spPr>
          <a:xfrm>
            <a:off x="5070556" y="2477320"/>
            <a:ext cx="429611" cy="211657"/>
          </a:xfrm>
          <a:prstGeom prst="rect">
            <a:avLst/>
          </a:prstGeom>
        </p:spPr>
      </p:pic>
      <p:sp>
        <p:nvSpPr>
          <p:cNvPr id="498" name="Shape 6"/>
          <p:cNvSpPr/>
          <p:nvPr/>
        </p:nvSpPr>
        <p:spPr>
          <a:xfrm>
            <a:off x="6210300" y="2343150"/>
            <a:ext cx="952500" cy="476250"/>
          </a:xfrm>
          <a:prstGeom prst="rect">
            <a:avLst/>
          </a:prstGeom>
          <a:noFill/>
          <a:ln/>
        </p:spPr>
        <p:txBody>
          <a:bodyPr/>
          <a:lstStyle/>
          <a:p>
            <a:endParaRPr lang="en-IT"/>
          </a:p>
        </p:txBody>
      </p:sp>
      <p:pic>
        <p:nvPicPr>
          <p:cNvPr id="499" name="Image 490" descr="preencoded.png"/>
          <p:cNvPicPr>
            <a:picLocks noChangeAspect="1"/>
          </p:cNvPicPr>
          <p:nvPr/>
        </p:nvPicPr>
        <p:blipFill>
          <a:blip r:embed="rId212"/>
          <a:srcRect/>
          <a:stretch/>
        </p:blipFill>
        <p:spPr>
          <a:xfrm>
            <a:off x="6575599" y="2356478"/>
            <a:ext cx="221977" cy="112758"/>
          </a:xfrm>
          <a:prstGeom prst="rect">
            <a:avLst/>
          </a:prstGeom>
        </p:spPr>
      </p:pic>
      <p:pic>
        <p:nvPicPr>
          <p:cNvPr id="500" name="Image 491" descr="preencoded.png"/>
          <p:cNvPicPr>
            <a:picLocks noChangeAspect="1"/>
          </p:cNvPicPr>
          <p:nvPr/>
        </p:nvPicPr>
        <p:blipFill>
          <a:blip r:embed="rId213"/>
          <a:srcRect/>
          <a:stretch/>
        </p:blipFill>
        <p:spPr>
          <a:xfrm>
            <a:off x="6575599" y="2450016"/>
            <a:ext cx="221977" cy="112757"/>
          </a:xfrm>
          <a:prstGeom prst="rect">
            <a:avLst/>
          </a:prstGeom>
        </p:spPr>
      </p:pic>
      <p:pic>
        <p:nvPicPr>
          <p:cNvPr id="501" name="Image 492" descr="preencoded.png"/>
          <p:cNvPicPr>
            <a:picLocks noChangeAspect="1"/>
          </p:cNvPicPr>
          <p:nvPr/>
        </p:nvPicPr>
        <p:blipFill>
          <a:blip r:embed="rId213"/>
          <a:srcRect/>
          <a:stretch/>
        </p:blipFill>
        <p:spPr>
          <a:xfrm>
            <a:off x="6575599" y="2543611"/>
            <a:ext cx="221977" cy="112757"/>
          </a:xfrm>
          <a:prstGeom prst="rect">
            <a:avLst/>
          </a:prstGeom>
        </p:spPr>
      </p:pic>
      <p:pic>
        <p:nvPicPr>
          <p:cNvPr id="502" name="Image 493" descr="preencoded.png"/>
          <p:cNvPicPr>
            <a:picLocks noChangeAspect="1"/>
          </p:cNvPicPr>
          <p:nvPr/>
        </p:nvPicPr>
        <p:blipFill>
          <a:blip r:embed="rId214"/>
          <a:srcRect r="-2"/>
          <a:stretch/>
        </p:blipFill>
        <p:spPr>
          <a:xfrm>
            <a:off x="6431682" y="2729014"/>
            <a:ext cx="56201" cy="72686"/>
          </a:xfrm>
          <a:prstGeom prst="rect">
            <a:avLst/>
          </a:prstGeom>
        </p:spPr>
      </p:pic>
      <p:pic>
        <p:nvPicPr>
          <p:cNvPr id="503" name="Image 494" descr="preencoded.png"/>
          <p:cNvPicPr>
            <a:picLocks noChangeAspect="1"/>
          </p:cNvPicPr>
          <p:nvPr/>
        </p:nvPicPr>
        <p:blipFill>
          <a:blip r:embed="rId215"/>
          <a:srcRect r="-5"/>
          <a:stretch/>
        </p:blipFill>
        <p:spPr>
          <a:xfrm>
            <a:off x="6573571" y="2729014"/>
            <a:ext cx="19776" cy="72686"/>
          </a:xfrm>
          <a:prstGeom prst="rect">
            <a:avLst/>
          </a:prstGeom>
        </p:spPr>
      </p:pic>
      <p:pic>
        <p:nvPicPr>
          <p:cNvPr id="504" name="Image 495" descr="preencoded.png"/>
          <p:cNvPicPr>
            <a:picLocks noChangeAspect="1"/>
          </p:cNvPicPr>
          <p:nvPr/>
        </p:nvPicPr>
        <p:blipFill>
          <a:blip r:embed="rId216"/>
          <a:srcRect r="8"/>
          <a:stretch/>
        </p:blipFill>
        <p:spPr>
          <a:xfrm>
            <a:off x="6602853" y="2727285"/>
            <a:ext cx="62843" cy="76124"/>
          </a:xfrm>
          <a:prstGeom prst="rect">
            <a:avLst/>
          </a:prstGeom>
        </p:spPr>
      </p:pic>
      <p:pic>
        <p:nvPicPr>
          <p:cNvPr id="505" name="Image 496" descr="preencoded.png"/>
          <p:cNvPicPr>
            <a:picLocks noChangeAspect="1"/>
          </p:cNvPicPr>
          <p:nvPr/>
        </p:nvPicPr>
        <p:blipFill>
          <a:blip r:embed="rId217"/>
          <a:srcRect/>
          <a:stretch/>
        </p:blipFill>
        <p:spPr>
          <a:xfrm>
            <a:off x="6673304" y="2727243"/>
            <a:ext cx="53801" cy="76283"/>
          </a:xfrm>
          <a:prstGeom prst="rect">
            <a:avLst/>
          </a:prstGeom>
        </p:spPr>
      </p:pic>
      <p:pic>
        <p:nvPicPr>
          <p:cNvPr id="506" name="Image 497" descr="preencoded.png"/>
          <p:cNvPicPr>
            <a:picLocks noChangeAspect="1"/>
          </p:cNvPicPr>
          <p:nvPr/>
        </p:nvPicPr>
        <p:blipFill>
          <a:blip r:embed="rId218"/>
          <a:srcRect r="6"/>
          <a:stretch/>
        </p:blipFill>
        <p:spPr>
          <a:xfrm>
            <a:off x="6733040" y="2727243"/>
            <a:ext cx="53746" cy="76283"/>
          </a:xfrm>
          <a:prstGeom prst="rect">
            <a:avLst/>
          </a:prstGeom>
        </p:spPr>
      </p:pic>
      <p:pic>
        <p:nvPicPr>
          <p:cNvPr id="507" name="Image 498" descr="preencoded.png"/>
          <p:cNvPicPr>
            <a:picLocks noChangeAspect="1"/>
          </p:cNvPicPr>
          <p:nvPr/>
        </p:nvPicPr>
        <p:blipFill>
          <a:blip r:embed="rId219"/>
          <a:srcRect r="-1"/>
          <a:stretch/>
        </p:blipFill>
        <p:spPr>
          <a:xfrm>
            <a:off x="6874241" y="2729014"/>
            <a:ext cx="67159" cy="72686"/>
          </a:xfrm>
          <a:prstGeom prst="rect">
            <a:avLst/>
          </a:prstGeom>
        </p:spPr>
      </p:pic>
      <p:pic>
        <p:nvPicPr>
          <p:cNvPr id="508" name="Image 499" descr="preencoded.png"/>
          <p:cNvPicPr>
            <a:picLocks noChangeAspect="1"/>
          </p:cNvPicPr>
          <p:nvPr/>
        </p:nvPicPr>
        <p:blipFill>
          <a:blip r:embed="rId220"/>
          <a:srcRect r="10"/>
          <a:stretch/>
        </p:blipFill>
        <p:spPr>
          <a:xfrm>
            <a:off x="6792627" y="2727277"/>
            <a:ext cx="72219" cy="76208"/>
          </a:xfrm>
          <a:prstGeom prst="rect">
            <a:avLst/>
          </a:prstGeom>
        </p:spPr>
      </p:pic>
      <p:pic>
        <p:nvPicPr>
          <p:cNvPr id="509" name="Image 500" descr="preencoded.png"/>
          <p:cNvPicPr>
            <a:picLocks noChangeAspect="1"/>
          </p:cNvPicPr>
          <p:nvPr/>
        </p:nvPicPr>
        <p:blipFill>
          <a:blip r:embed="rId221"/>
          <a:srcRect/>
          <a:stretch/>
        </p:blipFill>
        <p:spPr>
          <a:xfrm>
            <a:off x="6501612" y="2729014"/>
            <a:ext cx="62861" cy="72696"/>
          </a:xfrm>
          <a:prstGeom prst="rect">
            <a:avLst/>
          </a:prstGeom>
        </p:spPr>
      </p:pic>
      <p:sp>
        <p:nvSpPr>
          <p:cNvPr id="510" name="Shape 7"/>
          <p:cNvSpPr/>
          <p:nvPr/>
        </p:nvSpPr>
        <p:spPr>
          <a:xfrm>
            <a:off x="7543800" y="2343150"/>
            <a:ext cx="952500" cy="476250"/>
          </a:xfrm>
          <a:prstGeom prst="rect">
            <a:avLst/>
          </a:prstGeom>
          <a:noFill/>
          <a:ln/>
        </p:spPr>
        <p:txBody>
          <a:bodyPr/>
          <a:lstStyle/>
          <a:p>
            <a:endParaRPr lang="en-IT"/>
          </a:p>
        </p:txBody>
      </p:sp>
      <p:pic>
        <p:nvPicPr>
          <p:cNvPr id="511" name="Image 501" descr="preencoded.png"/>
          <p:cNvPicPr>
            <a:picLocks noChangeAspect="1"/>
          </p:cNvPicPr>
          <p:nvPr/>
        </p:nvPicPr>
        <p:blipFill>
          <a:blip r:embed="rId222"/>
          <a:srcRect r="168"/>
          <a:stretch/>
        </p:blipFill>
        <p:spPr>
          <a:xfrm>
            <a:off x="7545400" y="2414588"/>
            <a:ext cx="950900" cy="328613"/>
          </a:xfrm>
          <a:prstGeom prst="rect">
            <a:avLst/>
          </a:prstGeom>
        </p:spPr>
      </p:pic>
      <p:pic>
        <p:nvPicPr>
          <p:cNvPr id="512" name="Image 502" descr="preencoded.png"/>
          <p:cNvPicPr>
            <a:picLocks noChangeAspect="1"/>
          </p:cNvPicPr>
          <p:nvPr/>
        </p:nvPicPr>
        <p:blipFill>
          <a:blip r:embed="rId223"/>
          <a:srcRect/>
          <a:stretch/>
        </p:blipFill>
        <p:spPr>
          <a:xfrm>
            <a:off x="4572000" y="3200400"/>
            <a:ext cx="952500" cy="476250"/>
          </a:xfrm>
          <a:prstGeom prst="rect">
            <a:avLst/>
          </a:prstGeom>
        </p:spPr>
      </p:pic>
      <p:sp>
        <p:nvSpPr>
          <p:cNvPr id="513" name="Shape 8"/>
          <p:cNvSpPr/>
          <p:nvPr/>
        </p:nvSpPr>
        <p:spPr>
          <a:xfrm>
            <a:off x="6210300" y="3200400"/>
            <a:ext cx="952500" cy="476250"/>
          </a:xfrm>
          <a:prstGeom prst="rect">
            <a:avLst/>
          </a:prstGeom>
          <a:noFill/>
          <a:ln/>
        </p:spPr>
        <p:txBody>
          <a:bodyPr/>
          <a:lstStyle/>
          <a:p>
            <a:endParaRPr lang="en-IT"/>
          </a:p>
        </p:txBody>
      </p:sp>
      <p:sp>
        <p:nvSpPr>
          <p:cNvPr id="514" name="Shape 9"/>
          <p:cNvSpPr/>
          <p:nvPr/>
        </p:nvSpPr>
        <p:spPr>
          <a:xfrm>
            <a:off x="6380150" y="3205163"/>
            <a:ext cx="614363" cy="461963"/>
          </a:xfrm>
          <a:prstGeom prst="rect">
            <a:avLst/>
          </a:prstGeom>
          <a:noFill/>
          <a:ln/>
        </p:spPr>
        <p:txBody>
          <a:bodyPr/>
          <a:lstStyle/>
          <a:p>
            <a:endParaRPr lang="en-IT"/>
          </a:p>
        </p:txBody>
      </p:sp>
      <p:pic>
        <p:nvPicPr>
          <p:cNvPr id="515" name="Image 503" descr="preencoded.png"/>
          <p:cNvPicPr>
            <a:picLocks noChangeAspect="1"/>
          </p:cNvPicPr>
          <p:nvPr/>
        </p:nvPicPr>
        <p:blipFill>
          <a:blip r:embed="rId224"/>
          <a:srcRect/>
          <a:stretch/>
        </p:blipFill>
        <p:spPr>
          <a:xfrm>
            <a:off x="6380150" y="3205163"/>
            <a:ext cx="614065" cy="461963"/>
          </a:xfrm>
          <a:prstGeom prst="rect">
            <a:avLst/>
          </a:prstGeom>
        </p:spPr>
      </p:pic>
      <p:sp>
        <p:nvSpPr>
          <p:cNvPr id="516" name="Shape 10"/>
          <p:cNvSpPr/>
          <p:nvPr/>
        </p:nvSpPr>
        <p:spPr>
          <a:xfrm>
            <a:off x="7543800" y="3200400"/>
            <a:ext cx="952500" cy="452438"/>
          </a:xfrm>
          <a:prstGeom prst="rect">
            <a:avLst/>
          </a:prstGeom>
          <a:noFill/>
          <a:ln/>
        </p:spPr>
        <p:txBody>
          <a:bodyPr/>
          <a:lstStyle/>
          <a:p>
            <a:endParaRPr lang="en-IT"/>
          </a:p>
        </p:txBody>
      </p:sp>
      <p:pic>
        <p:nvPicPr>
          <p:cNvPr id="517" name="Image 504" descr="preencoded.png"/>
          <p:cNvPicPr>
            <a:picLocks noChangeAspect="1"/>
          </p:cNvPicPr>
          <p:nvPr/>
        </p:nvPicPr>
        <p:blipFill>
          <a:blip r:embed="rId225"/>
          <a:srcRect r="-5"/>
          <a:stretch/>
        </p:blipFill>
        <p:spPr>
          <a:xfrm>
            <a:off x="7685243" y="3545457"/>
            <a:ext cx="103026" cy="107380"/>
          </a:xfrm>
          <a:prstGeom prst="rect">
            <a:avLst/>
          </a:prstGeom>
        </p:spPr>
      </p:pic>
      <p:pic>
        <p:nvPicPr>
          <p:cNvPr id="518" name="Image 505" descr="preencoded.png"/>
          <p:cNvPicPr>
            <a:picLocks noChangeAspect="1"/>
          </p:cNvPicPr>
          <p:nvPr/>
        </p:nvPicPr>
        <p:blipFill>
          <a:blip r:embed="rId226"/>
          <a:srcRect r="-10"/>
          <a:stretch/>
        </p:blipFill>
        <p:spPr>
          <a:xfrm>
            <a:off x="7543800" y="3549828"/>
            <a:ext cx="86525" cy="95646"/>
          </a:xfrm>
          <a:prstGeom prst="rect">
            <a:avLst/>
          </a:prstGeom>
        </p:spPr>
      </p:pic>
      <p:pic>
        <p:nvPicPr>
          <p:cNvPr id="519" name="Image 506" descr="preencoded.png"/>
          <p:cNvPicPr>
            <a:picLocks noChangeAspect="1"/>
          </p:cNvPicPr>
          <p:nvPr/>
        </p:nvPicPr>
        <p:blipFill>
          <a:blip r:embed="rId227"/>
          <a:srcRect r="-1"/>
          <a:stretch/>
        </p:blipFill>
        <p:spPr>
          <a:xfrm>
            <a:off x="7830387" y="3200399"/>
            <a:ext cx="395288" cy="254703"/>
          </a:xfrm>
          <a:prstGeom prst="rect">
            <a:avLst/>
          </a:prstGeom>
        </p:spPr>
      </p:pic>
      <p:pic>
        <p:nvPicPr>
          <p:cNvPr id="520" name="Image 507" descr="preencoded.png"/>
          <p:cNvPicPr>
            <a:picLocks noChangeAspect="1"/>
          </p:cNvPicPr>
          <p:nvPr/>
        </p:nvPicPr>
        <p:blipFill>
          <a:blip r:embed="rId228"/>
          <a:srcRect r="2" b="-1"/>
          <a:stretch/>
        </p:blipFill>
        <p:spPr>
          <a:xfrm>
            <a:off x="8118649" y="3548605"/>
            <a:ext cx="96738" cy="96869"/>
          </a:xfrm>
          <a:prstGeom prst="rect">
            <a:avLst/>
          </a:prstGeom>
        </p:spPr>
      </p:pic>
      <p:pic>
        <p:nvPicPr>
          <p:cNvPr id="521" name="Image 508" descr="preencoded.png"/>
          <p:cNvPicPr>
            <a:picLocks noChangeAspect="1"/>
          </p:cNvPicPr>
          <p:nvPr/>
        </p:nvPicPr>
        <p:blipFill>
          <a:blip r:embed="rId229"/>
          <a:srcRect/>
          <a:stretch/>
        </p:blipFill>
        <p:spPr>
          <a:xfrm>
            <a:off x="8381888" y="3548906"/>
            <a:ext cx="114412" cy="96568"/>
          </a:xfrm>
          <a:prstGeom prst="rect">
            <a:avLst/>
          </a:prstGeom>
        </p:spPr>
      </p:pic>
      <p:pic>
        <p:nvPicPr>
          <p:cNvPr id="522" name="Image 509" descr="preencoded.png"/>
          <p:cNvPicPr>
            <a:picLocks noChangeAspect="1"/>
          </p:cNvPicPr>
          <p:nvPr/>
        </p:nvPicPr>
        <p:blipFill>
          <a:blip r:embed="rId230"/>
          <a:srcRect/>
          <a:stretch/>
        </p:blipFill>
        <p:spPr>
          <a:xfrm>
            <a:off x="7859130" y="3549819"/>
            <a:ext cx="82786" cy="98643"/>
          </a:xfrm>
          <a:prstGeom prst="rect">
            <a:avLst/>
          </a:prstGeom>
        </p:spPr>
      </p:pic>
      <p:pic>
        <p:nvPicPr>
          <p:cNvPr id="523" name="Image 510" descr="preencoded.png"/>
          <p:cNvPicPr>
            <a:picLocks noChangeAspect="1"/>
          </p:cNvPicPr>
          <p:nvPr/>
        </p:nvPicPr>
        <p:blipFill>
          <a:blip r:embed="rId231"/>
          <a:srcRect r="29"/>
          <a:stretch/>
        </p:blipFill>
        <p:spPr>
          <a:xfrm>
            <a:off x="8300033" y="3549828"/>
            <a:ext cx="13953" cy="95646"/>
          </a:xfrm>
          <a:prstGeom prst="rect">
            <a:avLst/>
          </a:prstGeom>
        </p:spPr>
      </p:pic>
      <p:pic>
        <p:nvPicPr>
          <p:cNvPr id="524" name="Image 511" descr="preencoded.png"/>
          <p:cNvPicPr>
            <a:picLocks noChangeAspect="1"/>
          </p:cNvPicPr>
          <p:nvPr/>
        </p:nvPicPr>
        <p:blipFill>
          <a:blip r:embed="rId232"/>
          <a:srcRect r="31"/>
          <a:stretch/>
        </p:blipFill>
        <p:spPr>
          <a:xfrm>
            <a:off x="8020980" y="3549828"/>
            <a:ext cx="13022" cy="95646"/>
          </a:xfrm>
          <a:prstGeom prst="rect">
            <a:avLst/>
          </a:prstGeom>
        </p:spPr>
      </p:pic>
      <p:pic>
        <p:nvPicPr>
          <p:cNvPr id="525" name="Image 512" descr="preencoded.png"/>
          <p:cNvPicPr>
            <a:picLocks noChangeAspect="1"/>
          </p:cNvPicPr>
          <p:nvPr/>
        </p:nvPicPr>
        <p:blipFill>
          <a:blip r:embed="rId233"/>
          <a:srcRect r="6"/>
          <a:stretch/>
        </p:blipFill>
        <p:spPr>
          <a:xfrm>
            <a:off x="8252706" y="3342608"/>
            <a:ext cx="46620" cy="46839"/>
          </a:xfrm>
          <a:prstGeom prst="rect">
            <a:avLst/>
          </a:prstGeom>
        </p:spPr>
      </p:pic>
      <p:pic>
        <p:nvPicPr>
          <p:cNvPr id="526" name="Image 513" descr="preencoded.png"/>
          <p:cNvPicPr>
            <a:picLocks noChangeAspect="1"/>
          </p:cNvPicPr>
          <p:nvPr/>
        </p:nvPicPr>
        <p:blipFill>
          <a:blip r:embed="rId234"/>
          <a:srcRect/>
          <a:stretch/>
        </p:blipFill>
        <p:spPr>
          <a:xfrm>
            <a:off x="8266547" y="3352352"/>
            <a:ext cx="23292" cy="25803"/>
          </a:xfrm>
          <a:prstGeom prst="rect">
            <a:avLst/>
          </a:prstGeom>
        </p:spPr>
      </p:pic>
      <p:sp>
        <p:nvSpPr>
          <p:cNvPr id="527" name="Shape 11"/>
          <p:cNvSpPr/>
          <p:nvPr/>
        </p:nvSpPr>
        <p:spPr>
          <a:xfrm>
            <a:off x="4572000" y="4057650"/>
            <a:ext cx="952500" cy="476250"/>
          </a:xfrm>
          <a:prstGeom prst="rect">
            <a:avLst/>
          </a:prstGeom>
          <a:noFill/>
          <a:ln/>
        </p:spPr>
        <p:txBody>
          <a:bodyPr/>
          <a:lstStyle/>
          <a:p>
            <a:endParaRPr lang="en-IT"/>
          </a:p>
        </p:txBody>
      </p:sp>
      <p:pic>
        <p:nvPicPr>
          <p:cNvPr id="528" name="Image 514" descr="preencoded.png"/>
          <p:cNvPicPr>
            <a:picLocks noChangeAspect="1"/>
          </p:cNvPicPr>
          <p:nvPr/>
        </p:nvPicPr>
        <p:blipFill>
          <a:blip r:embed="rId235"/>
          <a:srcRect/>
          <a:stretch/>
        </p:blipFill>
        <p:spPr>
          <a:xfrm>
            <a:off x="4572000" y="4138613"/>
            <a:ext cx="952500" cy="314325"/>
          </a:xfrm>
          <a:prstGeom prst="rect">
            <a:avLst/>
          </a:prstGeom>
        </p:spPr>
      </p:pic>
      <p:sp>
        <p:nvSpPr>
          <p:cNvPr id="529" name="Shape 12"/>
          <p:cNvSpPr/>
          <p:nvPr/>
        </p:nvSpPr>
        <p:spPr>
          <a:xfrm>
            <a:off x="6210300" y="4057650"/>
            <a:ext cx="952500" cy="433388"/>
          </a:xfrm>
          <a:prstGeom prst="rect">
            <a:avLst/>
          </a:prstGeom>
          <a:noFill/>
          <a:ln/>
        </p:spPr>
        <p:txBody>
          <a:bodyPr/>
          <a:lstStyle/>
          <a:p>
            <a:endParaRPr lang="en-IT"/>
          </a:p>
        </p:txBody>
      </p:sp>
      <p:pic>
        <p:nvPicPr>
          <p:cNvPr id="530" name="Image 515" descr="preencoded.png"/>
          <p:cNvPicPr>
            <a:picLocks noChangeAspect="1"/>
          </p:cNvPicPr>
          <p:nvPr/>
        </p:nvPicPr>
        <p:blipFill>
          <a:blip r:embed="rId236"/>
          <a:srcRect/>
          <a:stretch/>
        </p:blipFill>
        <p:spPr>
          <a:xfrm>
            <a:off x="6210300" y="4057650"/>
            <a:ext cx="952500" cy="433388"/>
          </a:xfrm>
          <a:prstGeom prst="rect">
            <a:avLst/>
          </a:prstGeom>
        </p:spPr>
      </p:pic>
      <p:sp>
        <p:nvSpPr>
          <p:cNvPr id="531" name="Text 13"/>
          <p:cNvSpPr/>
          <p:nvPr/>
        </p:nvSpPr>
        <p:spPr>
          <a:xfrm>
            <a:off x="476250" y="476250"/>
            <a:ext cx="36957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Our</a:t>
            </a:r>
            <a:endParaRPr lang="en-US" sz="5130" dirty="0"/>
          </a:p>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partners</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31"/>
                                        </p:tgtEl>
                                        <p:attrNameLst>
                                          <p:attrName>style.visibility</p:attrName>
                                        </p:attrNameLst>
                                      </p:cBhvr>
                                      <p:to>
                                        <p:strVal val="visible"/>
                                      </p:to>
                                    </p:set>
                                    <p:animEffect transition="in" filter="fade">
                                      <p:cBhvr>
                                        <p:cTn id="7" dur="5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76250" y="4276725"/>
            <a:ext cx="8191500" cy="361950"/>
          </a:xfrm>
          <a:prstGeom prst="rect">
            <a:avLst/>
          </a:prstGeom>
          <a:noFill/>
          <a:ln/>
        </p:spPr>
        <p:txBody>
          <a:bodyPr/>
          <a:lstStyle/>
          <a:p>
            <a:endParaRPr lang="en-IT"/>
          </a:p>
        </p:txBody>
      </p:sp>
      <p:sp>
        <p:nvSpPr>
          <p:cNvPr id="3" name="Text 1"/>
          <p:cNvSpPr/>
          <p:nvPr/>
        </p:nvSpPr>
        <p:spPr>
          <a:xfrm>
            <a:off x="4762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Website</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4" name="Text 2"/>
          <p:cNvSpPr/>
          <p:nvPr/>
        </p:nvSpPr>
        <p:spPr>
          <a:xfrm>
            <a:off x="21526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Email</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info@giga.global</a:t>
            </a:r>
            <a:endParaRPr lang="en-US" sz="855" dirty="0"/>
          </a:p>
        </p:txBody>
      </p:sp>
      <p:sp>
        <p:nvSpPr>
          <p:cNvPr id="5" name="Text 3"/>
          <p:cNvSpPr/>
          <p:nvPr/>
        </p:nvSpPr>
        <p:spPr>
          <a:xfrm>
            <a:off x="38290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Instagram</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@giga_global</a:t>
            </a:r>
            <a:endParaRPr lang="en-US" sz="855" dirty="0"/>
          </a:p>
        </p:txBody>
      </p:sp>
      <p:sp>
        <p:nvSpPr>
          <p:cNvPr id="6" name="Text 4"/>
          <p:cNvSpPr/>
          <p:nvPr/>
        </p:nvSpPr>
        <p:spPr>
          <a:xfrm>
            <a:off x="55054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X</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7" name="Text 5"/>
          <p:cNvSpPr/>
          <p:nvPr/>
        </p:nvSpPr>
        <p:spPr>
          <a:xfrm>
            <a:off x="71818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Linkedin</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8" name="Text 6"/>
          <p:cNvSpPr/>
          <p:nvPr/>
        </p:nvSpPr>
        <p:spPr>
          <a:xfrm>
            <a:off x="476250" y="476250"/>
            <a:ext cx="8191500" cy="6858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Thank you!</a:t>
            </a:r>
            <a:endParaRPr lang="en-US" sz="5130" dirty="0"/>
          </a:p>
        </p:txBody>
      </p:sp>
      <p:sp>
        <p:nvSpPr>
          <p:cNvPr id="9" name="Text 7"/>
          <p:cNvSpPr/>
          <p:nvPr/>
        </p:nvSpPr>
        <p:spPr>
          <a:xfrm>
            <a:off x="4762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0" name="Text 8"/>
          <p:cNvSpPr/>
          <p:nvPr/>
        </p:nvSpPr>
        <p:spPr>
          <a:xfrm>
            <a:off x="40195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1" name="Text 9"/>
          <p:cNvSpPr/>
          <p:nvPr/>
        </p:nvSpPr>
        <p:spPr>
          <a:xfrm>
            <a:off x="4762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Christopher Fabian  </a:t>
            </a:r>
            <a:endParaRPr lang="en-US" sz="1710" dirty="0">
              <a:latin typeface="Manrope" pitchFamily="2" charset="0"/>
            </a:endParaRPr>
          </a:p>
        </p:txBody>
      </p:sp>
      <p:sp>
        <p:nvSpPr>
          <p:cNvPr id="12" name="Text 10"/>
          <p:cNvSpPr/>
          <p:nvPr/>
        </p:nvSpPr>
        <p:spPr>
          <a:xfrm>
            <a:off x="40195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Name Surname</a:t>
            </a:r>
            <a:endParaRPr lang="en-US" sz="171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 giga" id="{D101DC1C-5471-0049-9B18-2A5725709A10}" vid="{DE5324F7-5D70-144F-BDBD-79020F46847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2386</TotalTime>
  <Words>910</Words>
  <Application>Microsoft Macintosh PowerPoint</Application>
  <PresentationFormat>On-screen Show (16:9)</PresentationFormat>
  <Paragraphs>198</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Inter</vt:lpstr>
      <vt:lpstr>Manrope</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Del Prete</cp:lastModifiedBy>
  <cp:revision>15</cp:revision>
  <dcterms:created xsi:type="dcterms:W3CDTF">2026-03-16T15:59:46Z</dcterms:created>
  <dcterms:modified xsi:type="dcterms:W3CDTF">2026-03-19T13:26:11Z</dcterms:modified>
</cp:coreProperties>
</file>