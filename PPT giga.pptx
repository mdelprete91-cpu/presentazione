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p:scale>
          <a:sx n="156" d="100"/>
          <a:sy n="156" d="100"/>
        </p:scale>
        <p:origin x="144"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png"/><Relationship Id="rId7" Type="http://schemas.openxmlformats.org/officeDocument/2006/relationships/image" Target="../media/image1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310.png"/><Relationship Id="rId4" Type="http://schemas.microsoft.com/office/2014/relationships/chartEx" Target="../charts/chartEx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17" Type="http://schemas.openxmlformats.org/officeDocument/2006/relationships/image" Target="../media/image133.png"/><Relationship Id="rId21" Type="http://schemas.openxmlformats.org/officeDocument/2006/relationships/image" Target="../media/image37.png"/><Relationship Id="rId42" Type="http://schemas.openxmlformats.org/officeDocument/2006/relationships/image" Target="../media/image58.png"/><Relationship Id="rId63" Type="http://schemas.openxmlformats.org/officeDocument/2006/relationships/image" Target="../media/image79.png"/><Relationship Id="rId84" Type="http://schemas.openxmlformats.org/officeDocument/2006/relationships/image" Target="../media/image100.png"/><Relationship Id="rId138" Type="http://schemas.openxmlformats.org/officeDocument/2006/relationships/image" Target="../media/image154.png"/><Relationship Id="rId159" Type="http://schemas.openxmlformats.org/officeDocument/2006/relationships/image" Target="../media/image175.png"/><Relationship Id="rId170" Type="http://schemas.openxmlformats.org/officeDocument/2006/relationships/image" Target="../media/image186.png"/><Relationship Id="rId191" Type="http://schemas.openxmlformats.org/officeDocument/2006/relationships/image" Target="../media/image207.png"/><Relationship Id="rId205" Type="http://schemas.openxmlformats.org/officeDocument/2006/relationships/image" Target="../media/image221.png"/><Relationship Id="rId226" Type="http://schemas.openxmlformats.org/officeDocument/2006/relationships/image" Target="../media/image242.png"/><Relationship Id="rId107" Type="http://schemas.openxmlformats.org/officeDocument/2006/relationships/image" Target="../media/image123.png"/><Relationship Id="rId11" Type="http://schemas.openxmlformats.org/officeDocument/2006/relationships/image" Target="../media/image27.png"/><Relationship Id="rId32" Type="http://schemas.openxmlformats.org/officeDocument/2006/relationships/image" Target="../media/image48.png"/><Relationship Id="rId53" Type="http://schemas.openxmlformats.org/officeDocument/2006/relationships/image" Target="../media/image69.png"/><Relationship Id="rId74" Type="http://schemas.openxmlformats.org/officeDocument/2006/relationships/image" Target="../media/image90.png"/><Relationship Id="rId128" Type="http://schemas.openxmlformats.org/officeDocument/2006/relationships/image" Target="../media/image144.png"/><Relationship Id="rId149" Type="http://schemas.openxmlformats.org/officeDocument/2006/relationships/image" Target="../media/image165.png"/><Relationship Id="rId5" Type="http://schemas.openxmlformats.org/officeDocument/2006/relationships/image" Target="../media/image21.png"/><Relationship Id="rId95" Type="http://schemas.openxmlformats.org/officeDocument/2006/relationships/image" Target="../media/image111.png"/><Relationship Id="rId160" Type="http://schemas.openxmlformats.org/officeDocument/2006/relationships/image" Target="../media/image176.png"/><Relationship Id="rId181" Type="http://schemas.openxmlformats.org/officeDocument/2006/relationships/image" Target="../media/image197.png"/><Relationship Id="rId216" Type="http://schemas.openxmlformats.org/officeDocument/2006/relationships/image" Target="../media/image232.png"/><Relationship Id="rId22" Type="http://schemas.openxmlformats.org/officeDocument/2006/relationships/image" Target="../media/image38.png"/><Relationship Id="rId43" Type="http://schemas.openxmlformats.org/officeDocument/2006/relationships/image" Target="../media/image59.png"/><Relationship Id="rId64" Type="http://schemas.openxmlformats.org/officeDocument/2006/relationships/image" Target="../media/image80.png"/><Relationship Id="rId118" Type="http://schemas.openxmlformats.org/officeDocument/2006/relationships/image" Target="../media/image134.png"/><Relationship Id="rId139" Type="http://schemas.openxmlformats.org/officeDocument/2006/relationships/image" Target="../media/image155.png"/><Relationship Id="rId85" Type="http://schemas.openxmlformats.org/officeDocument/2006/relationships/image" Target="../media/image101.png"/><Relationship Id="rId150" Type="http://schemas.openxmlformats.org/officeDocument/2006/relationships/image" Target="../media/image166.png"/><Relationship Id="rId171" Type="http://schemas.openxmlformats.org/officeDocument/2006/relationships/image" Target="../media/image187.png"/><Relationship Id="rId192" Type="http://schemas.openxmlformats.org/officeDocument/2006/relationships/image" Target="../media/image208.png"/><Relationship Id="rId206" Type="http://schemas.openxmlformats.org/officeDocument/2006/relationships/image" Target="../media/image222.png"/><Relationship Id="rId227" Type="http://schemas.openxmlformats.org/officeDocument/2006/relationships/image" Target="../media/image243.png"/><Relationship Id="rId12" Type="http://schemas.openxmlformats.org/officeDocument/2006/relationships/image" Target="../media/image28.png"/><Relationship Id="rId33" Type="http://schemas.openxmlformats.org/officeDocument/2006/relationships/image" Target="../media/image49.png"/><Relationship Id="rId108" Type="http://schemas.openxmlformats.org/officeDocument/2006/relationships/image" Target="../media/image124.png"/><Relationship Id="rId129" Type="http://schemas.openxmlformats.org/officeDocument/2006/relationships/image" Target="../media/image145.png"/><Relationship Id="rId54" Type="http://schemas.openxmlformats.org/officeDocument/2006/relationships/image" Target="../media/image70.png"/><Relationship Id="rId75" Type="http://schemas.openxmlformats.org/officeDocument/2006/relationships/image" Target="../media/image91.png"/><Relationship Id="rId96" Type="http://schemas.openxmlformats.org/officeDocument/2006/relationships/image" Target="../media/image112.png"/><Relationship Id="rId140" Type="http://schemas.openxmlformats.org/officeDocument/2006/relationships/image" Target="../media/image156.png"/><Relationship Id="rId161" Type="http://schemas.openxmlformats.org/officeDocument/2006/relationships/image" Target="../media/image177.png"/><Relationship Id="rId182" Type="http://schemas.openxmlformats.org/officeDocument/2006/relationships/image" Target="../media/image198.png"/><Relationship Id="rId217" Type="http://schemas.openxmlformats.org/officeDocument/2006/relationships/image" Target="../media/image233.png"/><Relationship Id="rId6" Type="http://schemas.openxmlformats.org/officeDocument/2006/relationships/image" Target="../media/image22.png"/><Relationship Id="rId23" Type="http://schemas.openxmlformats.org/officeDocument/2006/relationships/image" Target="../media/image39.png"/><Relationship Id="rId119" Type="http://schemas.openxmlformats.org/officeDocument/2006/relationships/image" Target="../media/image135.png"/><Relationship Id="rId44" Type="http://schemas.openxmlformats.org/officeDocument/2006/relationships/image" Target="../media/image60.png"/><Relationship Id="rId65" Type="http://schemas.openxmlformats.org/officeDocument/2006/relationships/image" Target="../media/image81.png"/><Relationship Id="rId86" Type="http://schemas.openxmlformats.org/officeDocument/2006/relationships/image" Target="../media/image102.png"/><Relationship Id="rId130" Type="http://schemas.openxmlformats.org/officeDocument/2006/relationships/image" Target="../media/image146.png"/><Relationship Id="rId151" Type="http://schemas.openxmlformats.org/officeDocument/2006/relationships/image" Target="../media/image167.png"/><Relationship Id="rId172" Type="http://schemas.openxmlformats.org/officeDocument/2006/relationships/image" Target="../media/image188.png"/><Relationship Id="rId193" Type="http://schemas.openxmlformats.org/officeDocument/2006/relationships/image" Target="../media/image209.png"/><Relationship Id="rId207" Type="http://schemas.openxmlformats.org/officeDocument/2006/relationships/image" Target="../media/image223.png"/><Relationship Id="rId228" Type="http://schemas.openxmlformats.org/officeDocument/2006/relationships/image" Target="../media/image244.png"/><Relationship Id="rId13" Type="http://schemas.openxmlformats.org/officeDocument/2006/relationships/image" Target="../media/image29.png"/><Relationship Id="rId109" Type="http://schemas.openxmlformats.org/officeDocument/2006/relationships/image" Target="../media/image125.png"/><Relationship Id="rId34" Type="http://schemas.openxmlformats.org/officeDocument/2006/relationships/image" Target="../media/image50.png"/><Relationship Id="rId55" Type="http://schemas.openxmlformats.org/officeDocument/2006/relationships/image" Target="../media/image71.png"/><Relationship Id="rId76" Type="http://schemas.openxmlformats.org/officeDocument/2006/relationships/image" Target="../media/image92.png"/><Relationship Id="rId97" Type="http://schemas.openxmlformats.org/officeDocument/2006/relationships/image" Target="../media/image113.png"/><Relationship Id="rId120" Type="http://schemas.openxmlformats.org/officeDocument/2006/relationships/image" Target="../media/image136.png"/><Relationship Id="rId141" Type="http://schemas.openxmlformats.org/officeDocument/2006/relationships/image" Target="../media/image157.png"/><Relationship Id="rId7" Type="http://schemas.openxmlformats.org/officeDocument/2006/relationships/image" Target="../media/image23.png"/><Relationship Id="rId162" Type="http://schemas.openxmlformats.org/officeDocument/2006/relationships/image" Target="../media/image178.png"/><Relationship Id="rId183" Type="http://schemas.openxmlformats.org/officeDocument/2006/relationships/image" Target="../media/image199.png"/><Relationship Id="rId218" Type="http://schemas.openxmlformats.org/officeDocument/2006/relationships/image" Target="../media/image234.png"/><Relationship Id="rId24" Type="http://schemas.openxmlformats.org/officeDocument/2006/relationships/image" Target="../media/image40.png"/><Relationship Id="rId45" Type="http://schemas.openxmlformats.org/officeDocument/2006/relationships/image" Target="../media/image61.png"/><Relationship Id="rId66" Type="http://schemas.openxmlformats.org/officeDocument/2006/relationships/image" Target="../media/image82.png"/><Relationship Id="rId87" Type="http://schemas.openxmlformats.org/officeDocument/2006/relationships/image" Target="../media/image103.png"/><Relationship Id="rId110" Type="http://schemas.openxmlformats.org/officeDocument/2006/relationships/image" Target="../media/image126.png"/><Relationship Id="rId131" Type="http://schemas.openxmlformats.org/officeDocument/2006/relationships/image" Target="../media/image147.png"/><Relationship Id="rId152" Type="http://schemas.openxmlformats.org/officeDocument/2006/relationships/image" Target="../media/image168.png"/><Relationship Id="rId173" Type="http://schemas.openxmlformats.org/officeDocument/2006/relationships/image" Target="../media/image189.png"/><Relationship Id="rId194" Type="http://schemas.openxmlformats.org/officeDocument/2006/relationships/image" Target="../media/image210.png"/><Relationship Id="rId208" Type="http://schemas.openxmlformats.org/officeDocument/2006/relationships/image" Target="../media/image224.png"/><Relationship Id="rId229" Type="http://schemas.openxmlformats.org/officeDocument/2006/relationships/image" Target="../media/image245.png"/><Relationship Id="rId14" Type="http://schemas.openxmlformats.org/officeDocument/2006/relationships/image" Target="../media/image30.png"/><Relationship Id="rId35" Type="http://schemas.openxmlformats.org/officeDocument/2006/relationships/image" Target="../media/image51.png"/><Relationship Id="rId56" Type="http://schemas.openxmlformats.org/officeDocument/2006/relationships/image" Target="../media/image72.png"/><Relationship Id="rId77" Type="http://schemas.openxmlformats.org/officeDocument/2006/relationships/image" Target="../media/image93.png"/><Relationship Id="rId100" Type="http://schemas.openxmlformats.org/officeDocument/2006/relationships/image" Target="../media/image116.png"/><Relationship Id="rId8" Type="http://schemas.openxmlformats.org/officeDocument/2006/relationships/image" Target="../media/image24.png"/><Relationship Id="rId98" Type="http://schemas.openxmlformats.org/officeDocument/2006/relationships/image" Target="../media/image114.png"/><Relationship Id="rId121" Type="http://schemas.openxmlformats.org/officeDocument/2006/relationships/image" Target="../media/image137.png"/><Relationship Id="rId142" Type="http://schemas.openxmlformats.org/officeDocument/2006/relationships/image" Target="../media/image158.png"/><Relationship Id="rId163" Type="http://schemas.openxmlformats.org/officeDocument/2006/relationships/image" Target="../media/image179.png"/><Relationship Id="rId184" Type="http://schemas.openxmlformats.org/officeDocument/2006/relationships/image" Target="../media/image200.png"/><Relationship Id="rId219" Type="http://schemas.openxmlformats.org/officeDocument/2006/relationships/image" Target="../media/image235.png"/><Relationship Id="rId230" Type="http://schemas.openxmlformats.org/officeDocument/2006/relationships/image" Target="../media/image246.png"/><Relationship Id="rId25" Type="http://schemas.openxmlformats.org/officeDocument/2006/relationships/image" Target="../media/image41.png"/><Relationship Id="rId46" Type="http://schemas.openxmlformats.org/officeDocument/2006/relationships/image" Target="../media/image62.png"/><Relationship Id="rId67" Type="http://schemas.openxmlformats.org/officeDocument/2006/relationships/image" Target="../media/image83.png"/><Relationship Id="rId20" Type="http://schemas.openxmlformats.org/officeDocument/2006/relationships/image" Target="../media/image36.png"/><Relationship Id="rId41" Type="http://schemas.openxmlformats.org/officeDocument/2006/relationships/image" Target="../media/image57.png"/><Relationship Id="rId62" Type="http://schemas.openxmlformats.org/officeDocument/2006/relationships/image" Target="../media/image78.png"/><Relationship Id="rId83" Type="http://schemas.openxmlformats.org/officeDocument/2006/relationships/image" Target="../media/image99.png"/><Relationship Id="rId88" Type="http://schemas.openxmlformats.org/officeDocument/2006/relationships/image" Target="../media/image104.png"/><Relationship Id="rId111" Type="http://schemas.openxmlformats.org/officeDocument/2006/relationships/image" Target="../media/image127.png"/><Relationship Id="rId132" Type="http://schemas.openxmlformats.org/officeDocument/2006/relationships/image" Target="../media/image148.png"/><Relationship Id="rId153" Type="http://schemas.openxmlformats.org/officeDocument/2006/relationships/image" Target="../media/image169.png"/><Relationship Id="rId174" Type="http://schemas.openxmlformats.org/officeDocument/2006/relationships/image" Target="../media/image190.png"/><Relationship Id="rId179" Type="http://schemas.openxmlformats.org/officeDocument/2006/relationships/image" Target="../media/image195.png"/><Relationship Id="rId195" Type="http://schemas.openxmlformats.org/officeDocument/2006/relationships/image" Target="../media/image211.png"/><Relationship Id="rId209" Type="http://schemas.openxmlformats.org/officeDocument/2006/relationships/image" Target="../media/image225.png"/><Relationship Id="rId190" Type="http://schemas.openxmlformats.org/officeDocument/2006/relationships/image" Target="../media/image206.png"/><Relationship Id="rId204" Type="http://schemas.openxmlformats.org/officeDocument/2006/relationships/image" Target="../media/image220.png"/><Relationship Id="rId220" Type="http://schemas.openxmlformats.org/officeDocument/2006/relationships/image" Target="../media/image236.png"/><Relationship Id="rId225" Type="http://schemas.openxmlformats.org/officeDocument/2006/relationships/image" Target="../media/image241.png"/><Relationship Id="rId15" Type="http://schemas.openxmlformats.org/officeDocument/2006/relationships/image" Target="../media/image31.png"/><Relationship Id="rId36" Type="http://schemas.openxmlformats.org/officeDocument/2006/relationships/image" Target="../media/image52.png"/><Relationship Id="rId57" Type="http://schemas.openxmlformats.org/officeDocument/2006/relationships/image" Target="../media/image73.png"/><Relationship Id="rId106" Type="http://schemas.openxmlformats.org/officeDocument/2006/relationships/image" Target="../media/image122.png"/><Relationship Id="rId127" Type="http://schemas.openxmlformats.org/officeDocument/2006/relationships/image" Target="../media/image143.png"/><Relationship Id="rId10" Type="http://schemas.openxmlformats.org/officeDocument/2006/relationships/image" Target="../media/image26.png"/><Relationship Id="rId31" Type="http://schemas.openxmlformats.org/officeDocument/2006/relationships/image" Target="../media/image47.png"/><Relationship Id="rId52" Type="http://schemas.openxmlformats.org/officeDocument/2006/relationships/image" Target="../media/image68.png"/><Relationship Id="rId73" Type="http://schemas.openxmlformats.org/officeDocument/2006/relationships/image" Target="../media/image89.png"/><Relationship Id="rId78" Type="http://schemas.openxmlformats.org/officeDocument/2006/relationships/image" Target="../media/image94.png"/><Relationship Id="rId94" Type="http://schemas.openxmlformats.org/officeDocument/2006/relationships/image" Target="../media/image110.png"/><Relationship Id="rId99" Type="http://schemas.openxmlformats.org/officeDocument/2006/relationships/image" Target="../media/image115.png"/><Relationship Id="rId101" Type="http://schemas.openxmlformats.org/officeDocument/2006/relationships/image" Target="../media/image117.png"/><Relationship Id="rId122" Type="http://schemas.openxmlformats.org/officeDocument/2006/relationships/image" Target="../media/image138.png"/><Relationship Id="rId143" Type="http://schemas.openxmlformats.org/officeDocument/2006/relationships/image" Target="../media/image159.png"/><Relationship Id="rId148" Type="http://schemas.openxmlformats.org/officeDocument/2006/relationships/image" Target="../media/image164.png"/><Relationship Id="rId164" Type="http://schemas.openxmlformats.org/officeDocument/2006/relationships/image" Target="../media/image180.png"/><Relationship Id="rId169" Type="http://schemas.openxmlformats.org/officeDocument/2006/relationships/image" Target="../media/image185.png"/><Relationship Id="rId185" Type="http://schemas.openxmlformats.org/officeDocument/2006/relationships/image" Target="../media/image201.png"/><Relationship Id="rId4" Type="http://schemas.openxmlformats.org/officeDocument/2006/relationships/image" Target="../media/image20.png"/><Relationship Id="rId9" Type="http://schemas.openxmlformats.org/officeDocument/2006/relationships/image" Target="../media/image25.png"/><Relationship Id="rId180" Type="http://schemas.openxmlformats.org/officeDocument/2006/relationships/image" Target="../media/image196.png"/><Relationship Id="rId210" Type="http://schemas.openxmlformats.org/officeDocument/2006/relationships/image" Target="../media/image226.png"/><Relationship Id="rId215" Type="http://schemas.openxmlformats.org/officeDocument/2006/relationships/image" Target="../media/image231.png"/><Relationship Id="rId236" Type="http://schemas.openxmlformats.org/officeDocument/2006/relationships/image" Target="../media/image252.png"/><Relationship Id="rId26" Type="http://schemas.openxmlformats.org/officeDocument/2006/relationships/image" Target="../media/image42.png"/><Relationship Id="rId231" Type="http://schemas.openxmlformats.org/officeDocument/2006/relationships/image" Target="../media/image247.png"/><Relationship Id="rId47" Type="http://schemas.openxmlformats.org/officeDocument/2006/relationships/image" Target="../media/image63.png"/><Relationship Id="rId68" Type="http://schemas.openxmlformats.org/officeDocument/2006/relationships/image" Target="../media/image84.png"/><Relationship Id="rId89" Type="http://schemas.openxmlformats.org/officeDocument/2006/relationships/image" Target="../media/image105.png"/><Relationship Id="rId112" Type="http://schemas.openxmlformats.org/officeDocument/2006/relationships/image" Target="../media/image128.png"/><Relationship Id="rId133" Type="http://schemas.openxmlformats.org/officeDocument/2006/relationships/image" Target="../media/image149.png"/><Relationship Id="rId154" Type="http://schemas.openxmlformats.org/officeDocument/2006/relationships/image" Target="../media/image170.png"/><Relationship Id="rId175" Type="http://schemas.openxmlformats.org/officeDocument/2006/relationships/image" Target="../media/image191.png"/><Relationship Id="rId196" Type="http://schemas.openxmlformats.org/officeDocument/2006/relationships/image" Target="../media/image212.png"/><Relationship Id="rId200" Type="http://schemas.openxmlformats.org/officeDocument/2006/relationships/image" Target="../media/image216.png"/><Relationship Id="rId16" Type="http://schemas.openxmlformats.org/officeDocument/2006/relationships/image" Target="../media/image32.png"/><Relationship Id="rId221" Type="http://schemas.openxmlformats.org/officeDocument/2006/relationships/image" Target="../media/image237.png"/><Relationship Id="rId37" Type="http://schemas.openxmlformats.org/officeDocument/2006/relationships/image" Target="../media/image53.png"/><Relationship Id="rId58" Type="http://schemas.openxmlformats.org/officeDocument/2006/relationships/image" Target="../media/image74.png"/><Relationship Id="rId79" Type="http://schemas.openxmlformats.org/officeDocument/2006/relationships/image" Target="../media/image95.png"/><Relationship Id="rId102" Type="http://schemas.openxmlformats.org/officeDocument/2006/relationships/image" Target="../media/image118.png"/><Relationship Id="rId123" Type="http://schemas.openxmlformats.org/officeDocument/2006/relationships/image" Target="../media/image139.png"/><Relationship Id="rId144" Type="http://schemas.openxmlformats.org/officeDocument/2006/relationships/image" Target="../media/image160.png"/><Relationship Id="rId90" Type="http://schemas.openxmlformats.org/officeDocument/2006/relationships/image" Target="../media/image106.png"/><Relationship Id="rId165" Type="http://schemas.openxmlformats.org/officeDocument/2006/relationships/image" Target="../media/image181.png"/><Relationship Id="rId186" Type="http://schemas.openxmlformats.org/officeDocument/2006/relationships/image" Target="../media/image202.png"/><Relationship Id="rId211" Type="http://schemas.openxmlformats.org/officeDocument/2006/relationships/image" Target="../media/image227.png"/><Relationship Id="rId232" Type="http://schemas.openxmlformats.org/officeDocument/2006/relationships/image" Target="../media/image248.png"/><Relationship Id="rId27" Type="http://schemas.openxmlformats.org/officeDocument/2006/relationships/image" Target="../media/image43.png"/><Relationship Id="rId48" Type="http://schemas.openxmlformats.org/officeDocument/2006/relationships/image" Target="../media/image64.png"/><Relationship Id="rId69" Type="http://schemas.openxmlformats.org/officeDocument/2006/relationships/image" Target="../media/image85.png"/><Relationship Id="rId113" Type="http://schemas.openxmlformats.org/officeDocument/2006/relationships/image" Target="../media/image129.png"/><Relationship Id="rId134" Type="http://schemas.openxmlformats.org/officeDocument/2006/relationships/image" Target="../media/image150.png"/><Relationship Id="rId80" Type="http://schemas.openxmlformats.org/officeDocument/2006/relationships/image" Target="../media/image96.png"/><Relationship Id="rId155" Type="http://schemas.openxmlformats.org/officeDocument/2006/relationships/image" Target="../media/image171.png"/><Relationship Id="rId176" Type="http://schemas.openxmlformats.org/officeDocument/2006/relationships/image" Target="../media/image192.png"/><Relationship Id="rId197" Type="http://schemas.openxmlformats.org/officeDocument/2006/relationships/image" Target="../media/image213.png"/><Relationship Id="rId201" Type="http://schemas.openxmlformats.org/officeDocument/2006/relationships/image" Target="../media/image217.png"/><Relationship Id="rId222" Type="http://schemas.openxmlformats.org/officeDocument/2006/relationships/image" Target="../media/image238.png"/><Relationship Id="rId17" Type="http://schemas.openxmlformats.org/officeDocument/2006/relationships/image" Target="../media/image33.png"/><Relationship Id="rId38" Type="http://schemas.openxmlformats.org/officeDocument/2006/relationships/image" Target="../media/image54.png"/><Relationship Id="rId59" Type="http://schemas.openxmlformats.org/officeDocument/2006/relationships/image" Target="../media/image75.png"/><Relationship Id="rId103" Type="http://schemas.openxmlformats.org/officeDocument/2006/relationships/image" Target="../media/image119.png"/><Relationship Id="rId124" Type="http://schemas.openxmlformats.org/officeDocument/2006/relationships/image" Target="../media/image140.png"/><Relationship Id="rId70" Type="http://schemas.openxmlformats.org/officeDocument/2006/relationships/image" Target="../media/image86.png"/><Relationship Id="rId91" Type="http://schemas.openxmlformats.org/officeDocument/2006/relationships/image" Target="../media/image107.png"/><Relationship Id="rId145" Type="http://schemas.openxmlformats.org/officeDocument/2006/relationships/image" Target="../media/image161.png"/><Relationship Id="rId166" Type="http://schemas.openxmlformats.org/officeDocument/2006/relationships/image" Target="../media/image182.png"/><Relationship Id="rId187" Type="http://schemas.openxmlformats.org/officeDocument/2006/relationships/image" Target="../media/image203.png"/><Relationship Id="rId1" Type="http://schemas.openxmlformats.org/officeDocument/2006/relationships/slideLayout" Target="../slideLayouts/slideLayout1.xml"/><Relationship Id="rId212" Type="http://schemas.openxmlformats.org/officeDocument/2006/relationships/image" Target="../media/image228.png"/><Relationship Id="rId233" Type="http://schemas.openxmlformats.org/officeDocument/2006/relationships/image" Target="../media/image249.png"/><Relationship Id="rId28" Type="http://schemas.openxmlformats.org/officeDocument/2006/relationships/image" Target="../media/image44.png"/><Relationship Id="rId49" Type="http://schemas.openxmlformats.org/officeDocument/2006/relationships/image" Target="../media/image65.png"/><Relationship Id="rId114" Type="http://schemas.openxmlformats.org/officeDocument/2006/relationships/image" Target="../media/image130.png"/><Relationship Id="rId60" Type="http://schemas.openxmlformats.org/officeDocument/2006/relationships/image" Target="../media/image76.png"/><Relationship Id="rId81" Type="http://schemas.openxmlformats.org/officeDocument/2006/relationships/image" Target="../media/image97.png"/><Relationship Id="rId135" Type="http://schemas.openxmlformats.org/officeDocument/2006/relationships/image" Target="../media/image151.png"/><Relationship Id="rId156" Type="http://schemas.openxmlformats.org/officeDocument/2006/relationships/image" Target="../media/image172.png"/><Relationship Id="rId177" Type="http://schemas.openxmlformats.org/officeDocument/2006/relationships/image" Target="../media/image193.png"/><Relationship Id="rId198" Type="http://schemas.openxmlformats.org/officeDocument/2006/relationships/image" Target="../media/image214.png"/><Relationship Id="rId202" Type="http://schemas.openxmlformats.org/officeDocument/2006/relationships/image" Target="../media/image218.png"/><Relationship Id="rId223" Type="http://schemas.openxmlformats.org/officeDocument/2006/relationships/image" Target="../media/image239.png"/><Relationship Id="rId18" Type="http://schemas.openxmlformats.org/officeDocument/2006/relationships/image" Target="../media/image34.png"/><Relationship Id="rId39" Type="http://schemas.openxmlformats.org/officeDocument/2006/relationships/image" Target="../media/image55.png"/><Relationship Id="rId50" Type="http://schemas.openxmlformats.org/officeDocument/2006/relationships/image" Target="../media/image66.png"/><Relationship Id="rId104" Type="http://schemas.openxmlformats.org/officeDocument/2006/relationships/image" Target="../media/image120.png"/><Relationship Id="rId125" Type="http://schemas.openxmlformats.org/officeDocument/2006/relationships/image" Target="../media/image141.png"/><Relationship Id="rId146" Type="http://schemas.openxmlformats.org/officeDocument/2006/relationships/image" Target="../media/image162.png"/><Relationship Id="rId167" Type="http://schemas.openxmlformats.org/officeDocument/2006/relationships/image" Target="../media/image183.png"/><Relationship Id="rId188" Type="http://schemas.openxmlformats.org/officeDocument/2006/relationships/image" Target="../media/image204.png"/><Relationship Id="rId71" Type="http://schemas.openxmlformats.org/officeDocument/2006/relationships/image" Target="../media/image87.png"/><Relationship Id="rId92" Type="http://schemas.openxmlformats.org/officeDocument/2006/relationships/image" Target="../media/image108.png"/><Relationship Id="rId213" Type="http://schemas.openxmlformats.org/officeDocument/2006/relationships/image" Target="../media/image229.png"/><Relationship Id="rId234" Type="http://schemas.openxmlformats.org/officeDocument/2006/relationships/image" Target="../media/image250.png"/><Relationship Id="rId2" Type="http://schemas.openxmlformats.org/officeDocument/2006/relationships/notesSlide" Target="../notesSlides/notesSlide19.xml"/><Relationship Id="rId29" Type="http://schemas.openxmlformats.org/officeDocument/2006/relationships/image" Target="../media/image45.png"/><Relationship Id="rId40" Type="http://schemas.openxmlformats.org/officeDocument/2006/relationships/image" Target="../media/image56.png"/><Relationship Id="rId115" Type="http://schemas.openxmlformats.org/officeDocument/2006/relationships/image" Target="../media/image131.png"/><Relationship Id="rId136" Type="http://schemas.openxmlformats.org/officeDocument/2006/relationships/image" Target="../media/image152.png"/><Relationship Id="rId157" Type="http://schemas.openxmlformats.org/officeDocument/2006/relationships/image" Target="../media/image173.png"/><Relationship Id="rId178" Type="http://schemas.openxmlformats.org/officeDocument/2006/relationships/image" Target="../media/image194.png"/><Relationship Id="rId61" Type="http://schemas.openxmlformats.org/officeDocument/2006/relationships/image" Target="../media/image77.png"/><Relationship Id="rId82" Type="http://schemas.openxmlformats.org/officeDocument/2006/relationships/image" Target="../media/image98.png"/><Relationship Id="rId199" Type="http://schemas.openxmlformats.org/officeDocument/2006/relationships/image" Target="../media/image215.png"/><Relationship Id="rId203" Type="http://schemas.openxmlformats.org/officeDocument/2006/relationships/image" Target="../media/image219.png"/><Relationship Id="rId19" Type="http://schemas.openxmlformats.org/officeDocument/2006/relationships/image" Target="../media/image35.png"/><Relationship Id="rId224" Type="http://schemas.openxmlformats.org/officeDocument/2006/relationships/image" Target="../media/image240.png"/><Relationship Id="rId30" Type="http://schemas.openxmlformats.org/officeDocument/2006/relationships/image" Target="../media/image46.png"/><Relationship Id="rId105" Type="http://schemas.openxmlformats.org/officeDocument/2006/relationships/image" Target="../media/image121.png"/><Relationship Id="rId126" Type="http://schemas.openxmlformats.org/officeDocument/2006/relationships/image" Target="../media/image142.png"/><Relationship Id="rId147" Type="http://schemas.openxmlformats.org/officeDocument/2006/relationships/image" Target="../media/image163.png"/><Relationship Id="rId168" Type="http://schemas.openxmlformats.org/officeDocument/2006/relationships/image" Target="../media/image184.png"/><Relationship Id="rId51" Type="http://schemas.openxmlformats.org/officeDocument/2006/relationships/image" Target="../media/image67.png"/><Relationship Id="rId72" Type="http://schemas.openxmlformats.org/officeDocument/2006/relationships/image" Target="../media/image88.png"/><Relationship Id="rId93" Type="http://schemas.openxmlformats.org/officeDocument/2006/relationships/image" Target="../media/image109.png"/><Relationship Id="rId189" Type="http://schemas.openxmlformats.org/officeDocument/2006/relationships/image" Target="../media/image205.png"/><Relationship Id="rId3" Type="http://schemas.openxmlformats.org/officeDocument/2006/relationships/image" Target="../media/image19.png"/><Relationship Id="rId214" Type="http://schemas.openxmlformats.org/officeDocument/2006/relationships/image" Target="../media/image230.png"/><Relationship Id="rId235" Type="http://schemas.openxmlformats.org/officeDocument/2006/relationships/image" Target="../media/image251.png"/><Relationship Id="rId116" Type="http://schemas.openxmlformats.org/officeDocument/2006/relationships/image" Target="../media/image132.png"/><Relationship Id="rId137" Type="http://schemas.openxmlformats.org/officeDocument/2006/relationships/image" Target="../media/image153.png"/><Relationship Id="rId158" Type="http://schemas.openxmlformats.org/officeDocument/2006/relationships/image" Target="../media/image174.png"/></Relationships>
</file>

<file path=ppt/slides/_rels/slide20.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000000">
                    <a:alpha val="99000"/>
                  </a:srgbClr>
                </a:solidFill>
                <a:latin typeface="Manrope" pitchFamily="34" charset="0"/>
                <a:ea typeface="Manrope" pitchFamily="34" charset="-122"/>
                <a:cs typeface="Manrope" pitchFamily="34" charset="-120"/>
              </a:rPr>
              <a:t>Simple, Actionable, One-Slide Format​.</a:t>
            </a:r>
            <a:endParaRPr lang="en-US" sz="1710" dirty="0"/>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381500" y="476250"/>
            <a:ext cx="4405313" cy="347663"/>
          </a:xfrm>
          <a:prstGeom prst="rect">
            <a:avLst/>
          </a:prstGeom>
          <a:noFill/>
          <a:ln/>
        </p:spPr>
        <p:txBody>
          <a:bodyPr/>
          <a:lstStyle/>
          <a:p>
            <a:endParaRPr lang="en-IT"/>
          </a:p>
        </p:txBody>
      </p:sp>
      <p:sp>
        <p:nvSpPr>
          <p:cNvPr id="3" name="Text 1"/>
          <p:cNvSpPr/>
          <p:nvPr/>
        </p:nvSpPr>
        <p:spPr>
          <a:xfrm>
            <a:off x="4429125" y="523875"/>
            <a:ext cx="1728788"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4" name="Shape 2"/>
          <p:cNvSpPr/>
          <p:nvPr/>
        </p:nvSpPr>
        <p:spPr>
          <a:xfrm>
            <a:off x="4381500" y="862013"/>
            <a:ext cx="4405313" cy="347663"/>
          </a:xfrm>
          <a:prstGeom prst="rect">
            <a:avLst/>
          </a:prstGeom>
          <a:noFill/>
          <a:ln/>
        </p:spPr>
        <p:txBody>
          <a:bodyPr/>
          <a:lstStyle/>
          <a:p>
            <a:endParaRPr lang="en-IT"/>
          </a:p>
        </p:txBody>
      </p:sp>
      <p:sp>
        <p:nvSpPr>
          <p:cNvPr id="5" name="Text 3"/>
          <p:cNvSpPr/>
          <p:nvPr/>
        </p:nvSpPr>
        <p:spPr>
          <a:xfrm>
            <a:off x="4429125" y="909638"/>
            <a:ext cx="2185988"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6" name="Shape 4"/>
          <p:cNvSpPr/>
          <p:nvPr/>
        </p:nvSpPr>
        <p:spPr>
          <a:xfrm>
            <a:off x="4381500" y="1247775"/>
            <a:ext cx="4405313" cy="347663"/>
          </a:xfrm>
          <a:prstGeom prst="rect">
            <a:avLst/>
          </a:prstGeom>
          <a:noFill/>
          <a:ln/>
        </p:spPr>
        <p:txBody>
          <a:bodyPr/>
          <a:lstStyle/>
          <a:p>
            <a:endParaRPr lang="en-IT"/>
          </a:p>
        </p:txBody>
      </p:sp>
      <p:sp>
        <p:nvSpPr>
          <p:cNvPr id="7" name="Text 5"/>
          <p:cNvSpPr/>
          <p:nvPr/>
        </p:nvSpPr>
        <p:spPr>
          <a:xfrm>
            <a:off x="4429125" y="1295400"/>
            <a:ext cx="1433513"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8" name="Shape 6"/>
          <p:cNvSpPr/>
          <p:nvPr/>
        </p:nvSpPr>
        <p:spPr>
          <a:xfrm>
            <a:off x="4381500" y="1633538"/>
            <a:ext cx="4405313" cy="347663"/>
          </a:xfrm>
          <a:prstGeom prst="rect">
            <a:avLst/>
          </a:prstGeom>
          <a:noFill/>
          <a:ln/>
        </p:spPr>
        <p:txBody>
          <a:bodyPr/>
          <a:lstStyle/>
          <a:p>
            <a:endParaRPr lang="en-IT"/>
          </a:p>
        </p:txBody>
      </p:sp>
      <p:sp>
        <p:nvSpPr>
          <p:cNvPr id="9" name="Text 7"/>
          <p:cNvSpPr/>
          <p:nvPr/>
        </p:nvSpPr>
        <p:spPr>
          <a:xfrm>
            <a:off x="4429125" y="1681163"/>
            <a:ext cx="2919413"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0" name="Shape 8"/>
          <p:cNvSpPr/>
          <p:nvPr/>
        </p:nvSpPr>
        <p:spPr>
          <a:xfrm>
            <a:off x="4381500" y="2019300"/>
            <a:ext cx="4405313" cy="347663"/>
          </a:xfrm>
          <a:prstGeom prst="rect">
            <a:avLst/>
          </a:prstGeom>
          <a:noFill/>
          <a:ln/>
        </p:spPr>
        <p:txBody>
          <a:bodyPr/>
          <a:lstStyle/>
          <a:p>
            <a:endParaRPr lang="en-IT"/>
          </a:p>
        </p:txBody>
      </p:sp>
      <p:sp>
        <p:nvSpPr>
          <p:cNvPr id="11" name="Text 9"/>
          <p:cNvSpPr/>
          <p:nvPr/>
        </p:nvSpPr>
        <p:spPr>
          <a:xfrm>
            <a:off x="4429125" y="2066925"/>
            <a:ext cx="35909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2" name="Shape 10"/>
          <p:cNvSpPr/>
          <p:nvPr/>
        </p:nvSpPr>
        <p:spPr>
          <a:xfrm>
            <a:off x="4381500" y="2405063"/>
            <a:ext cx="4405313" cy="347663"/>
          </a:xfrm>
          <a:prstGeom prst="rect">
            <a:avLst/>
          </a:prstGeom>
          <a:noFill/>
          <a:ln/>
        </p:spPr>
        <p:txBody>
          <a:bodyPr/>
          <a:lstStyle/>
          <a:p>
            <a:endParaRPr lang="en-IT"/>
          </a:p>
        </p:txBody>
      </p:sp>
      <p:sp>
        <p:nvSpPr>
          <p:cNvPr id="13" name="Text 11"/>
          <p:cNvSpPr/>
          <p:nvPr/>
        </p:nvSpPr>
        <p:spPr>
          <a:xfrm>
            <a:off x="4429125" y="2452688"/>
            <a:ext cx="1162050"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b="1"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50"/>
            <a:ext cx="3048000"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non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p>
        </p:txBody>
      </p:sp>
      <p:sp>
        <p:nvSpPr>
          <p:cNvPr id="9" name="Text 6"/>
          <p:cNvSpPr/>
          <p:nvPr/>
        </p:nvSpPr>
        <p:spPr>
          <a:xfrm>
            <a:off x="47625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57816"/>
          </a:xfrm>
          <a:prstGeom prst="rect">
            <a:avLst/>
          </a:prstGeom>
          <a:noFill/>
          <a:ln/>
        </p:spPr>
        <p:txBody>
          <a:bodyPr wrap="none" lIns="0" tIns="0" rIns="0" bIns="0" rtlCol="0" anchor="t">
            <a:noAutofit/>
          </a:bodyP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Text 1"/>
          <p:cNvSpPr/>
          <p:nvPr/>
        </p:nvSpPr>
        <p:spPr>
          <a:xfrm>
            <a:off x="476250" y="476250"/>
            <a:ext cx="8191500" cy="3429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t"/>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pic>
        <p:nvPicPr>
          <p:cNvPr id="26" name="Graphic 25">
            <a:extLst>
              <a:ext uri="{FF2B5EF4-FFF2-40B4-BE49-F238E27FC236}">
                <a16:creationId xmlns:a16="http://schemas.microsoft.com/office/drawing/2014/main" id="{7C155289-BB85-548D-302C-75C533B1CA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9750" y="1640260"/>
            <a:ext cx="582978" cy="586839"/>
          </a:xfrm>
          <a:prstGeom prst="rect">
            <a:avLst/>
          </a:prstGeom>
        </p:spPr>
      </p:pic>
      <p:pic>
        <p:nvPicPr>
          <p:cNvPr id="37" name="Graphic 36">
            <a:extLst>
              <a:ext uri="{FF2B5EF4-FFF2-40B4-BE49-F238E27FC236}">
                <a16:creationId xmlns:a16="http://schemas.microsoft.com/office/drawing/2014/main" id="{132D71BF-906D-3314-E860-B86ADCECEC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762662" y="1704385"/>
            <a:ext cx="581616" cy="581616"/>
          </a:xfrm>
          <a:prstGeom prst="rect">
            <a:avLst/>
          </a:prstGeom>
        </p:spPr>
      </p:pic>
      <p:pic>
        <p:nvPicPr>
          <p:cNvPr id="40" name="Graphic 39">
            <a:extLst>
              <a:ext uri="{FF2B5EF4-FFF2-40B4-BE49-F238E27FC236}">
                <a16:creationId xmlns:a16="http://schemas.microsoft.com/office/drawing/2014/main" id="{CE182398-52D7-A37A-2427-5FF82A0E60C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3355" y="1741619"/>
            <a:ext cx="570848" cy="574628"/>
          </a:xfrm>
          <a:prstGeom prst="rect">
            <a:avLst/>
          </a:prstGeom>
        </p:spPr>
      </p:pic>
      <p:pic>
        <p:nvPicPr>
          <p:cNvPr id="43" name="Graphic 42">
            <a:extLst>
              <a:ext uri="{FF2B5EF4-FFF2-40B4-BE49-F238E27FC236}">
                <a16:creationId xmlns:a16="http://schemas.microsoft.com/office/drawing/2014/main" id="{82E34B89-98C4-8E6F-0F4A-9B5F8C9C49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39222" y="1700281"/>
            <a:ext cx="585719" cy="5857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34671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49"/>
            <a:ext cx="3162300" cy="287927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7"/>
            <a:ext cx="2657475" cy="1705655"/>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49"/>
            <a:ext cx="2657475" cy="1450521"/>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49"/>
            <a:ext cx="3057525" cy="3099707"/>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3147332" cy="28956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xmlns:cx1="http://schemas.microsoft.com/office/drawing/2015/9/8/chartex">
        <mc:Choice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xmlns="">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843337" cy="13335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4" y="3011294"/>
            <a:ext cx="187642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333751"/>
            <a:ext cx="1885950"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25582"/>
            <a:ext cx="18145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348039"/>
            <a:ext cx="1814513"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987231"/>
            <a:ext cx="16668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309689"/>
            <a:ext cx="16668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987231"/>
            <a:ext cx="1666874"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309689"/>
            <a:ext cx="17049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49" y="2993572"/>
            <a:ext cx="1386057"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2993572"/>
            <a:ext cx="121158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893310"/>
            <a:ext cx="137636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332701"/>
            <a:ext cx="4286250" cy="22534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780501"/>
            <a:ext cx="4286250" cy="22663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719966"/>
            <a:ext cx="4286250" cy="8053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167088"/>
            <a:ext cx="4286250" cy="805938"/>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Christopher Fabian  </a:t>
            </a:r>
            <a:endParaRPr lang="en-US" sz="1710" dirty="0">
              <a:latin typeface="Manrope" pitchFamily="2" charset="0"/>
            </a:endParaRPr>
          </a:p>
        </p:txBody>
      </p:sp>
      <p:sp>
        <p:nvSpPr>
          <p:cNvPr id="12" name="Text 10"/>
          <p:cNvSpPr/>
          <p:nvPr/>
        </p:nvSpPr>
        <p:spPr>
          <a:xfrm>
            <a:off x="40195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Name Surname</a:t>
            </a:r>
            <a:endParaRPr lang="en-US" sz="171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giga" id="{D101DC1C-5471-0049-9B18-2A5725709A10}" vid="{DE5324F7-5D70-144F-BDBD-79020F46847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2249</TotalTime>
  <Words>902</Words>
  <Application>Microsoft Macintosh PowerPoint</Application>
  <PresentationFormat>On-screen Show (16:9)</PresentationFormat>
  <Paragraphs>196</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13</cp:revision>
  <dcterms:created xsi:type="dcterms:W3CDTF">2026-03-16T15:59:46Z</dcterms:created>
  <dcterms:modified xsi:type="dcterms:W3CDTF">2026-03-19T11:09:10Z</dcterms:modified>
</cp:coreProperties>
</file>