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5.xml" ContentType="application/vnd.openxmlformats-officedocument.presentationml.notesSlide+xml"/>
  <Override PartName="/ppt/charts/chartEx1.xml" ContentType="application/vnd.ms-office.chartex+xml"/>
  <Override PartName="/ppt/charts/style2.xml" ContentType="application/vnd.ms-office.chartstyle+xml"/>
  <Override PartName="/ppt/charts/colors2.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6" r:id="rId14"/>
    <p:sldId id="268" r:id="rId15"/>
    <p:sldId id="269" r:id="rId16"/>
    <p:sldId id="270" r:id="rId17"/>
    <p:sldId id="271" r:id="rId18"/>
    <p:sldId id="272" r:id="rId19"/>
    <p:sldId id="273" r:id="rId20"/>
    <p:sldId id="274" r:id="rId21"/>
    <p:sldId id="275"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7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p:scale>
          <a:sx n="156" d="100"/>
          <a:sy n="156" d="100"/>
        </p:scale>
        <p:origin x="-744"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9739472929061209"/>
          <c:y val="7.8125E-2"/>
          <c:w val="0.79535093342977237"/>
          <c:h val="0.85718946850393707"/>
        </c:manualLayout>
      </c:layout>
      <c:doughnutChart>
        <c:varyColors val="0"/>
        <c:ser>
          <c:idx val="0"/>
          <c:order val="0"/>
          <c:tx>
            <c:strRef>
              <c:f>Sheet1!$B$1</c:f>
              <c:strCache>
                <c:ptCount val="1"/>
                <c:pt idx="0">
                  <c:v>Sales</c:v>
                </c:pt>
              </c:strCache>
            </c:strRef>
          </c:tx>
          <c:spPr>
            <a:solidFill>
              <a:schemeClr val="accent1">
                <a:lumMod val="75000"/>
              </a:schemeClr>
            </a:solidFill>
            <a:ln w="19050">
              <a:solidFill>
                <a:schemeClr val="lt1"/>
              </a:solidFill>
            </a:ln>
            <a:effectLst/>
          </c:spPr>
          <c:dPt>
            <c:idx val="0"/>
            <c:bubble3D val="0"/>
            <c:spPr>
              <a:solidFill>
                <a:srgbClr val="277AFF">
                  <a:alpha val="78946"/>
                </a:srgbClr>
              </a:solidFill>
              <a:ln w="19050">
                <a:solidFill>
                  <a:schemeClr val="lt1"/>
                </a:solidFill>
              </a:ln>
              <a:effectLst/>
            </c:spPr>
            <c:extLst>
              <c:ext xmlns:c16="http://schemas.microsoft.com/office/drawing/2014/chart" uri="{C3380CC4-5D6E-409C-BE32-E72D297353CC}">
                <c16:uniqueId val="{00000001-028B-B044-8CB1-5B066C31A86C}"/>
              </c:ext>
            </c:extLst>
          </c:dPt>
          <c:dPt>
            <c:idx val="1"/>
            <c:bubble3D val="0"/>
            <c:spPr>
              <a:solidFill>
                <a:srgbClr val="277AFF">
                  <a:alpha val="99000"/>
                </a:srgbClr>
              </a:solidFill>
              <a:ln w="19050">
                <a:solidFill>
                  <a:schemeClr val="lt1"/>
                </a:solidFill>
              </a:ln>
              <a:effectLst/>
            </c:spPr>
            <c:extLst>
              <c:ext xmlns:c16="http://schemas.microsoft.com/office/drawing/2014/chart" uri="{C3380CC4-5D6E-409C-BE32-E72D297353CC}">
                <c16:uniqueId val="{00000003-028B-B044-8CB1-5B066C31A86C}"/>
              </c:ext>
            </c:extLst>
          </c:dPt>
          <c:cat>
            <c:strRef>
              <c:f>Sheet1!$A$2:$A$5</c:f>
              <c:strCache>
                <c:ptCount val="2"/>
                <c:pt idx="0">
                  <c:v>1st Qtr</c:v>
                </c:pt>
                <c:pt idx="1">
                  <c:v>2nd Qtr</c:v>
                </c:pt>
              </c:strCache>
            </c:strRef>
          </c:cat>
          <c:val>
            <c:numRef>
              <c:f>Sheet1!$B$2:$B$5</c:f>
              <c:numCache>
                <c:formatCode>General</c:formatCode>
                <c:ptCount val="4"/>
                <c:pt idx="0">
                  <c:v>8.1999999999999993</c:v>
                </c:pt>
                <c:pt idx="1">
                  <c:v>3.2</c:v>
                </c:pt>
              </c:numCache>
            </c:numRef>
          </c:val>
          <c:extLst>
            <c:ext xmlns:c16="http://schemas.microsoft.com/office/drawing/2014/chart" uri="{C3380CC4-5D6E-409C-BE32-E72D297353CC}">
              <c16:uniqueId val="{00000004-028B-B044-8CB1-5B066C31A86C}"/>
            </c:ext>
          </c:extLst>
        </c:ser>
        <c:dLbls>
          <c:showLegendKey val="0"/>
          <c:showVal val="0"/>
          <c:showCatName val="0"/>
          <c:showSerName val="0"/>
          <c:showPercent val="0"/>
          <c:showBubbleSize val="0"/>
          <c:showLeaderLines val="1"/>
        </c:dLbls>
        <c:firstSliceAng val="29"/>
        <c:holeSize val="49"/>
      </c:doughnutChart>
      <c:spPr>
        <a:noFill/>
        <a:ln>
          <a:noFill/>
        </a:ln>
        <a:effectLst/>
      </c:spPr>
    </c:plotArea>
    <c:legend>
      <c:legendPos val="l"/>
      <c:overlay val="0"/>
      <c:spPr>
        <a:noFill/>
        <a:ln>
          <a:noFill/>
        </a:ln>
        <a:effectLst/>
      </c:spPr>
      <c:txPr>
        <a:bodyPr rot="0" spcFirstLastPara="1" vertOverflow="ellipsis" vert="horz" wrap="square" anchor="b" anchorCtr="1"/>
        <a:lstStyle/>
        <a:p>
          <a:pPr>
            <a:defRPr sz="1197" b="0" i="0" u="none" strike="noStrike" kern="1200" baseline="0">
              <a:solidFill>
                <a:schemeClr val="tx1">
                  <a:lumMod val="65000"/>
                  <a:lumOff val="35000"/>
                </a:schemeClr>
              </a:solidFill>
              <a:latin typeface="+mn-lt"/>
              <a:ea typeface="+mn-ea"/>
              <a:cs typeface="+mn-cs"/>
            </a:defRPr>
          </a:pPr>
          <a:endParaRPr lang="en-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IT"/>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Sheet1!$A$2:$A$77</cx:f>
        <cx:lvl ptCount="76" formatCode="Standard">
          <cx:pt idx="0">1</cx:pt>
          <cx:pt idx="1">3</cx:pt>
          <cx:pt idx="2">3</cx:pt>
          <cx:pt idx="3">3</cx:pt>
          <cx:pt idx="4">5</cx:pt>
          <cx:pt idx="5">6</cx:pt>
          <cx:pt idx="6">6</cx:pt>
          <cx:pt idx="7">6</cx:pt>
          <cx:pt idx="8">7</cx:pt>
          <cx:pt idx="9">8</cx:pt>
          <cx:pt idx="10">8</cx:pt>
          <cx:pt idx="11">9</cx:pt>
          <cx:pt idx="12">9</cx:pt>
          <cx:pt idx="13">9</cx:pt>
          <cx:pt idx="14">9</cx:pt>
          <cx:pt idx="15">9</cx:pt>
          <cx:pt idx="16">10</cx:pt>
          <cx:pt idx="17">10</cx:pt>
          <cx:pt idx="18">10</cx:pt>
          <cx:pt idx="19">10</cx:pt>
          <cx:pt idx="20">10</cx:pt>
          <cx:pt idx="21">10</cx:pt>
          <cx:pt idx="22">11</cx:pt>
          <cx:pt idx="23">11</cx:pt>
          <cx:pt idx="24">11</cx:pt>
          <cx:pt idx="25">11</cx:pt>
          <cx:pt idx="26">11</cx:pt>
          <cx:pt idx="27">11</cx:pt>
          <cx:pt idx="28">12</cx:pt>
          <cx:pt idx="29">12</cx:pt>
          <cx:pt idx="30">12</cx:pt>
          <cx:pt idx="31">12</cx:pt>
          <cx:pt idx="32">12</cx:pt>
          <cx:pt idx="33">12</cx:pt>
          <cx:pt idx="34">13</cx:pt>
          <cx:pt idx="35">13</cx:pt>
          <cx:pt idx="36">13</cx:pt>
          <cx:pt idx="37">13</cx:pt>
          <cx:pt idx="38">13</cx:pt>
          <cx:pt idx="39">14</cx:pt>
          <cx:pt idx="40">14</cx:pt>
          <cx:pt idx="41">14</cx:pt>
          <cx:pt idx="42">14</cx:pt>
          <cx:pt idx="43">14</cx:pt>
          <cx:pt idx="44">14</cx:pt>
          <cx:pt idx="45">15</cx:pt>
          <cx:pt idx="46">15</cx:pt>
          <cx:pt idx="47">15</cx:pt>
          <cx:pt idx="48">15</cx:pt>
          <cx:pt idx="49">15</cx:pt>
          <cx:pt idx="50">15</cx:pt>
          <cx:pt idx="51">15</cx:pt>
          <cx:pt idx="52">15</cx:pt>
          <cx:pt idx="53">16</cx:pt>
          <cx:pt idx="54">16</cx:pt>
          <cx:pt idx="55">16</cx:pt>
          <cx:pt idx="56">16</cx:pt>
          <cx:pt idx="57">17</cx:pt>
          <cx:pt idx="58">17</cx:pt>
          <cx:pt idx="59">17</cx:pt>
          <cx:pt idx="60">17</cx:pt>
          <cx:pt idx="61">17</cx:pt>
          <cx:pt idx="62">17</cx:pt>
          <cx:pt idx="63">18</cx:pt>
          <cx:pt idx="64">18</cx:pt>
          <cx:pt idx="65">18</cx:pt>
          <cx:pt idx="66">18</cx:pt>
          <cx:pt idx="67">19</cx:pt>
          <cx:pt idx="68">19</cx:pt>
          <cx:pt idx="69">19</cx:pt>
          <cx:pt idx="70">20</cx:pt>
          <cx:pt idx="71">21</cx:pt>
          <cx:pt idx="72">22</cx:pt>
          <cx:pt idx="73">22</cx:pt>
          <cx:pt idx="74">24</cx:pt>
          <cx:pt idx="75">24</cx:pt>
        </cx:lvl>
      </cx:numDim>
    </cx:data>
  </cx:chartData>
  <cx:chart>
    <cx:plotArea>
      <cx:plotAreaRegion>
        <cx:plotSurface>
          <cx:spPr>
            <a:noFill/>
            <a:ln>
              <a:noFill/>
            </a:ln>
          </cx:spPr>
        </cx:plotSurface>
        <cx:series layoutId="clusteredColumn" uniqueId="{B7834010-775E-6846-9D71-A91A6E8A381D}">
          <cx:tx>
            <cx:txData>
              <cx:f>Sheet1!$A$1</cx:f>
              <cx:v>Series1</cx:v>
            </cx:txData>
          </cx:tx>
          <cx:spPr>
            <a:solidFill>
              <a:srgbClr val="277AFF"/>
            </a:solidFill>
          </cx:spPr>
          <cx:dataPt idx="0">
            <cx:spPr>
              <a:solidFill>
                <a:srgbClr val="277AFF">
                  <a:alpha val="90000"/>
                </a:srgbClr>
              </a:solidFill>
            </cx:spPr>
          </cx:dataPt>
          <cx:dataPt idx="1">
            <cx:spPr>
              <a:solidFill>
                <a:srgbClr val="277AFF">
                  <a:alpha val="80000"/>
                </a:srgbClr>
              </a:solidFill>
            </cx:spPr>
          </cx:dataPt>
          <cx:dataPt idx="2">
            <cx:spPr>
              <a:solidFill>
                <a:srgbClr val="277AFF">
                  <a:alpha val="70000"/>
                </a:srgbClr>
              </a:solidFill>
            </cx:spPr>
          </cx:dataPt>
          <cx:dataPt idx="3">
            <cx:spPr>
              <a:solidFill>
                <a:srgbClr val="277AFF">
                  <a:alpha val="60000"/>
                </a:srgbClr>
              </a:solidFill>
            </cx:spPr>
          </cx:dataPt>
          <cx:dataPt idx="4">
            <cx:spPr>
              <a:solidFill>
                <a:srgbClr val="277AFF">
                  <a:alpha val="50000"/>
                </a:srgbClr>
              </a:solidFill>
            </cx:spPr>
          </cx:dataPt>
          <cx:dataPt idx="5">
            <cx:spPr>
              <a:solidFill>
                <a:srgbClr val="277AFF">
                  <a:alpha val="40000"/>
                </a:srgbClr>
              </a:solidFill>
            </cx:spPr>
          </cx:dataPt>
          <cx:dataId val="0"/>
          <cx:layoutPr>
            <cx:binning intervalClosed="r"/>
          </cx:layoutPr>
        </cx:series>
      </cx:plotAreaRegion>
      <cx:axis id="0">
        <cx:catScaling gapWidth="0"/>
        <cx:tickLabels/>
      </cx:axis>
      <cx:axis id="1">
        <cx:valScaling/>
        <cx:majorGridlines>
          <cx:spPr>
            <a:ln>
              <a:noFill/>
            </a:ln>
          </cx:spPr>
        </cx:majorGridlines>
        <cx:tickLabels/>
      </cx:axis>
    </cx:plotArea>
  </cx:chart>
  <cx:spPr>
    <a:ln>
      <a:noFill/>
      <a:prstDash val="sysDot"/>
    </a:ln>
  </cx:spPr>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0667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19658-4DDC-696F-A77B-2C3D532E9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DE44A-A045-D865-F9BC-F541978B0E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0385A-03F6-2DE6-6E1F-1C0C516DA7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9C9A1B-2E92-4DE3-E423-627ED139B9D7}"/>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484479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2.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310.png"/><Relationship Id="rId4" Type="http://schemas.microsoft.com/office/2014/relationships/chartEx" Target="../charts/chartEx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17" Type="http://schemas.openxmlformats.org/officeDocument/2006/relationships/image" Target="../media/image134.png"/><Relationship Id="rId21" Type="http://schemas.openxmlformats.org/officeDocument/2006/relationships/image" Target="../media/image38.png"/><Relationship Id="rId42" Type="http://schemas.openxmlformats.org/officeDocument/2006/relationships/image" Target="../media/image59.png"/><Relationship Id="rId63" Type="http://schemas.openxmlformats.org/officeDocument/2006/relationships/image" Target="../media/image80.png"/><Relationship Id="rId84" Type="http://schemas.openxmlformats.org/officeDocument/2006/relationships/image" Target="../media/image101.png"/><Relationship Id="rId138" Type="http://schemas.openxmlformats.org/officeDocument/2006/relationships/image" Target="../media/image155.png"/><Relationship Id="rId159" Type="http://schemas.openxmlformats.org/officeDocument/2006/relationships/image" Target="../media/image176.png"/><Relationship Id="rId170" Type="http://schemas.openxmlformats.org/officeDocument/2006/relationships/image" Target="../media/image187.png"/><Relationship Id="rId191" Type="http://schemas.openxmlformats.org/officeDocument/2006/relationships/image" Target="../media/image208.png"/><Relationship Id="rId205" Type="http://schemas.openxmlformats.org/officeDocument/2006/relationships/image" Target="../media/image222.png"/><Relationship Id="rId226" Type="http://schemas.openxmlformats.org/officeDocument/2006/relationships/image" Target="../media/image243.png"/><Relationship Id="rId107" Type="http://schemas.openxmlformats.org/officeDocument/2006/relationships/image" Target="../media/image124.png"/><Relationship Id="rId11" Type="http://schemas.openxmlformats.org/officeDocument/2006/relationships/image" Target="../media/image28.png"/><Relationship Id="rId32" Type="http://schemas.openxmlformats.org/officeDocument/2006/relationships/image" Target="../media/image49.png"/><Relationship Id="rId53" Type="http://schemas.openxmlformats.org/officeDocument/2006/relationships/image" Target="../media/image70.png"/><Relationship Id="rId74" Type="http://schemas.openxmlformats.org/officeDocument/2006/relationships/image" Target="../media/image91.png"/><Relationship Id="rId128" Type="http://schemas.openxmlformats.org/officeDocument/2006/relationships/image" Target="../media/image145.png"/><Relationship Id="rId149" Type="http://schemas.openxmlformats.org/officeDocument/2006/relationships/image" Target="../media/image166.png"/><Relationship Id="rId5" Type="http://schemas.openxmlformats.org/officeDocument/2006/relationships/image" Target="../media/image22.png"/><Relationship Id="rId95" Type="http://schemas.openxmlformats.org/officeDocument/2006/relationships/image" Target="../media/image112.png"/><Relationship Id="rId160" Type="http://schemas.openxmlformats.org/officeDocument/2006/relationships/image" Target="../media/image177.png"/><Relationship Id="rId181" Type="http://schemas.openxmlformats.org/officeDocument/2006/relationships/image" Target="../media/image198.png"/><Relationship Id="rId216" Type="http://schemas.openxmlformats.org/officeDocument/2006/relationships/image" Target="../media/image233.png"/><Relationship Id="rId22" Type="http://schemas.openxmlformats.org/officeDocument/2006/relationships/image" Target="../media/image39.png"/><Relationship Id="rId43" Type="http://schemas.openxmlformats.org/officeDocument/2006/relationships/image" Target="../media/image60.png"/><Relationship Id="rId64" Type="http://schemas.openxmlformats.org/officeDocument/2006/relationships/image" Target="../media/image81.png"/><Relationship Id="rId118" Type="http://schemas.openxmlformats.org/officeDocument/2006/relationships/image" Target="../media/image135.png"/><Relationship Id="rId139" Type="http://schemas.openxmlformats.org/officeDocument/2006/relationships/image" Target="../media/image156.png"/><Relationship Id="rId85" Type="http://schemas.openxmlformats.org/officeDocument/2006/relationships/image" Target="../media/image102.png"/><Relationship Id="rId150" Type="http://schemas.openxmlformats.org/officeDocument/2006/relationships/image" Target="../media/image167.png"/><Relationship Id="rId171" Type="http://schemas.openxmlformats.org/officeDocument/2006/relationships/image" Target="../media/image188.png"/><Relationship Id="rId192" Type="http://schemas.openxmlformats.org/officeDocument/2006/relationships/image" Target="../media/image209.png"/><Relationship Id="rId206" Type="http://schemas.openxmlformats.org/officeDocument/2006/relationships/image" Target="../media/image223.png"/><Relationship Id="rId227" Type="http://schemas.openxmlformats.org/officeDocument/2006/relationships/image" Target="../media/image244.png"/><Relationship Id="rId12" Type="http://schemas.openxmlformats.org/officeDocument/2006/relationships/image" Target="../media/image29.png"/><Relationship Id="rId33" Type="http://schemas.openxmlformats.org/officeDocument/2006/relationships/image" Target="../media/image50.png"/><Relationship Id="rId108" Type="http://schemas.openxmlformats.org/officeDocument/2006/relationships/image" Target="../media/image125.png"/><Relationship Id="rId129" Type="http://schemas.openxmlformats.org/officeDocument/2006/relationships/image" Target="../media/image146.png"/><Relationship Id="rId54" Type="http://schemas.openxmlformats.org/officeDocument/2006/relationships/image" Target="../media/image71.png"/><Relationship Id="rId75" Type="http://schemas.openxmlformats.org/officeDocument/2006/relationships/image" Target="../media/image92.png"/><Relationship Id="rId96" Type="http://schemas.openxmlformats.org/officeDocument/2006/relationships/image" Target="../media/image113.png"/><Relationship Id="rId140" Type="http://schemas.openxmlformats.org/officeDocument/2006/relationships/image" Target="../media/image157.png"/><Relationship Id="rId161" Type="http://schemas.openxmlformats.org/officeDocument/2006/relationships/image" Target="../media/image178.png"/><Relationship Id="rId182" Type="http://schemas.openxmlformats.org/officeDocument/2006/relationships/image" Target="../media/image199.png"/><Relationship Id="rId217" Type="http://schemas.openxmlformats.org/officeDocument/2006/relationships/image" Target="../media/image234.png"/><Relationship Id="rId6" Type="http://schemas.openxmlformats.org/officeDocument/2006/relationships/image" Target="../media/image23.png"/><Relationship Id="rId23" Type="http://schemas.openxmlformats.org/officeDocument/2006/relationships/image" Target="../media/image40.png"/><Relationship Id="rId119" Type="http://schemas.openxmlformats.org/officeDocument/2006/relationships/image" Target="../media/image136.png"/><Relationship Id="rId44" Type="http://schemas.openxmlformats.org/officeDocument/2006/relationships/image" Target="../media/image61.png"/><Relationship Id="rId65" Type="http://schemas.openxmlformats.org/officeDocument/2006/relationships/image" Target="../media/image82.png"/><Relationship Id="rId86" Type="http://schemas.openxmlformats.org/officeDocument/2006/relationships/image" Target="../media/image103.png"/><Relationship Id="rId130" Type="http://schemas.openxmlformats.org/officeDocument/2006/relationships/image" Target="../media/image147.png"/><Relationship Id="rId151" Type="http://schemas.openxmlformats.org/officeDocument/2006/relationships/image" Target="../media/image168.png"/><Relationship Id="rId172" Type="http://schemas.openxmlformats.org/officeDocument/2006/relationships/image" Target="../media/image189.png"/><Relationship Id="rId193" Type="http://schemas.openxmlformats.org/officeDocument/2006/relationships/image" Target="../media/image210.png"/><Relationship Id="rId207" Type="http://schemas.openxmlformats.org/officeDocument/2006/relationships/image" Target="../media/image224.png"/><Relationship Id="rId228" Type="http://schemas.openxmlformats.org/officeDocument/2006/relationships/image" Target="../media/image245.png"/><Relationship Id="rId13" Type="http://schemas.openxmlformats.org/officeDocument/2006/relationships/image" Target="../media/image30.png"/><Relationship Id="rId109" Type="http://schemas.openxmlformats.org/officeDocument/2006/relationships/image" Target="../media/image126.png"/><Relationship Id="rId34" Type="http://schemas.openxmlformats.org/officeDocument/2006/relationships/image" Target="../media/image51.png"/><Relationship Id="rId55" Type="http://schemas.openxmlformats.org/officeDocument/2006/relationships/image" Target="../media/image72.png"/><Relationship Id="rId76" Type="http://schemas.openxmlformats.org/officeDocument/2006/relationships/image" Target="../media/image93.png"/><Relationship Id="rId97" Type="http://schemas.openxmlformats.org/officeDocument/2006/relationships/image" Target="../media/image114.png"/><Relationship Id="rId120" Type="http://schemas.openxmlformats.org/officeDocument/2006/relationships/image" Target="../media/image137.png"/><Relationship Id="rId141" Type="http://schemas.openxmlformats.org/officeDocument/2006/relationships/image" Target="../media/image158.png"/><Relationship Id="rId7" Type="http://schemas.openxmlformats.org/officeDocument/2006/relationships/image" Target="../media/image24.png"/><Relationship Id="rId162" Type="http://schemas.openxmlformats.org/officeDocument/2006/relationships/image" Target="../media/image179.png"/><Relationship Id="rId183" Type="http://schemas.openxmlformats.org/officeDocument/2006/relationships/image" Target="../media/image200.png"/><Relationship Id="rId218" Type="http://schemas.openxmlformats.org/officeDocument/2006/relationships/image" Target="../media/image235.png"/><Relationship Id="rId24" Type="http://schemas.openxmlformats.org/officeDocument/2006/relationships/image" Target="../media/image41.png"/><Relationship Id="rId45" Type="http://schemas.openxmlformats.org/officeDocument/2006/relationships/image" Target="../media/image62.png"/><Relationship Id="rId66" Type="http://schemas.openxmlformats.org/officeDocument/2006/relationships/image" Target="../media/image83.png"/><Relationship Id="rId87" Type="http://schemas.openxmlformats.org/officeDocument/2006/relationships/image" Target="../media/image104.png"/><Relationship Id="rId110" Type="http://schemas.openxmlformats.org/officeDocument/2006/relationships/image" Target="../media/image127.png"/><Relationship Id="rId131" Type="http://schemas.openxmlformats.org/officeDocument/2006/relationships/image" Target="../media/image148.png"/><Relationship Id="rId152" Type="http://schemas.openxmlformats.org/officeDocument/2006/relationships/image" Target="../media/image169.png"/><Relationship Id="rId173" Type="http://schemas.openxmlformats.org/officeDocument/2006/relationships/image" Target="../media/image190.png"/><Relationship Id="rId194" Type="http://schemas.openxmlformats.org/officeDocument/2006/relationships/image" Target="../media/image211.png"/><Relationship Id="rId208" Type="http://schemas.openxmlformats.org/officeDocument/2006/relationships/image" Target="../media/image225.png"/><Relationship Id="rId229" Type="http://schemas.openxmlformats.org/officeDocument/2006/relationships/image" Target="../media/image246.png"/><Relationship Id="rId14" Type="http://schemas.openxmlformats.org/officeDocument/2006/relationships/image" Target="../media/image31.png"/><Relationship Id="rId35" Type="http://schemas.openxmlformats.org/officeDocument/2006/relationships/image" Target="../media/image52.png"/><Relationship Id="rId56" Type="http://schemas.openxmlformats.org/officeDocument/2006/relationships/image" Target="../media/image73.png"/><Relationship Id="rId77" Type="http://schemas.openxmlformats.org/officeDocument/2006/relationships/image" Target="../media/image94.png"/><Relationship Id="rId100" Type="http://schemas.openxmlformats.org/officeDocument/2006/relationships/image" Target="../media/image117.png"/><Relationship Id="rId8" Type="http://schemas.openxmlformats.org/officeDocument/2006/relationships/image" Target="../media/image25.png"/><Relationship Id="rId98" Type="http://schemas.openxmlformats.org/officeDocument/2006/relationships/image" Target="../media/image115.png"/><Relationship Id="rId121" Type="http://schemas.openxmlformats.org/officeDocument/2006/relationships/image" Target="../media/image138.png"/><Relationship Id="rId142" Type="http://schemas.openxmlformats.org/officeDocument/2006/relationships/image" Target="../media/image159.png"/><Relationship Id="rId163" Type="http://schemas.openxmlformats.org/officeDocument/2006/relationships/image" Target="../media/image180.png"/><Relationship Id="rId184" Type="http://schemas.openxmlformats.org/officeDocument/2006/relationships/image" Target="../media/image201.png"/><Relationship Id="rId219" Type="http://schemas.openxmlformats.org/officeDocument/2006/relationships/image" Target="../media/image236.png"/><Relationship Id="rId230" Type="http://schemas.openxmlformats.org/officeDocument/2006/relationships/image" Target="../media/image247.png"/><Relationship Id="rId25" Type="http://schemas.openxmlformats.org/officeDocument/2006/relationships/image" Target="../media/image42.png"/><Relationship Id="rId46" Type="http://schemas.openxmlformats.org/officeDocument/2006/relationships/image" Target="../media/image63.png"/><Relationship Id="rId67" Type="http://schemas.openxmlformats.org/officeDocument/2006/relationships/image" Target="../media/image84.png"/><Relationship Id="rId20" Type="http://schemas.openxmlformats.org/officeDocument/2006/relationships/image" Target="../media/image37.png"/><Relationship Id="rId41" Type="http://schemas.openxmlformats.org/officeDocument/2006/relationships/image" Target="../media/image58.png"/><Relationship Id="rId62" Type="http://schemas.openxmlformats.org/officeDocument/2006/relationships/image" Target="../media/image79.png"/><Relationship Id="rId83" Type="http://schemas.openxmlformats.org/officeDocument/2006/relationships/image" Target="../media/image100.png"/><Relationship Id="rId88" Type="http://schemas.openxmlformats.org/officeDocument/2006/relationships/image" Target="../media/image105.png"/><Relationship Id="rId111" Type="http://schemas.openxmlformats.org/officeDocument/2006/relationships/image" Target="../media/image128.png"/><Relationship Id="rId132" Type="http://schemas.openxmlformats.org/officeDocument/2006/relationships/image" Target="../media/image149.png"/><Relationship Id="rId153" Type="http://schemas.openxmlformats.org/officeDocument/2006/relationships/image" Target="../media/image170.png"/><Relationship Id="rId174" Type="http://schemas.openxmlformats.org/officeDocument/2006/relationships/image" Target="../media/image191.png"/><Relationship Id="rId179" Type="http://schemas.openxmlformats.org/officeDocument/2006/relationships/image" Target="../media/image196.png"/><Relationship Id="rId195" Type="http://schemas.openxmlformats.org/officeDocument/2006/relationships/image" Target="../media/image212.png"/><Relationship Id="rId209" Type="http://schemas.openxmlformats.org/officeDocument/2006/relationships/image" Target="../media/image226.png"/><Relationship Id="rId190" Type="http://schemas.openxmlformats.org/officeDocument/2006/relationships/image" Target="../media/image207.png"/><Relationship Id="rId204" Type="http://schemas.openxmlformats.org/officeDocument/2006/relationships/image" Target="../media/image221.png"/><Relationship Id="rId220" Type="http://schemas.openxmlformats.org/officeDocument/2006/relationships/image" Target="../media/image237.png"/><Relationship Id="rId225" Type="http://schemas.openxmlformats.org/officeDocument/2006/relationships/image" Target="../media/image242.png"/><Relationship Id="rId15" Type="http://schemas.openxmlformats.org/officeDocument/2006/relationships/image" Target="../media/image32.png"/><Relationship Id="rId36" Type="http://schemas.openxmlformats.org/officeDocument/2006/relationships/image" Target="../media/image53.png"/><Relationship Id="rId57" Type="http://schemas.openxmlformats.org/officeDocument/2006/relationships/image" Target="../media/image74.png"/><Relationship Id="rId106" Type="http://schemas.openxmlformats.org/officeDocument/2006/relationships/image" Target="../media/image123.png"/><Relationship Id="rId127" Type="http://schemas.openxmlformats.org/officeDocument/2006/relationships/image" Target="../media/image144.png"/><Relationship Id="rId10" Type="http://schemas.openxmlformats.org/officeDocument/2006/relationships/image" Target="../media/image27.png"/><Relationship Id="rId31" Type="http://schemas.openxmlformats.org/officeDocument/2006/relationships/image" Target="../media/image48.png"/><Relationship Id="rId52" Type="http://schemas.openxmlformats.org/officeDocument/2006/relationships/image" Target="../media/image69.png"/><Relationship Id="rId73" Type="http://schemas.openxmlformats.org/officeDocument/2006/relationships/image" Target="../media/image90.png"/><Relationship Id="rId78" Type="http://schemas.openxmlformats.org/officeDocument/2006/relationships/image" Target="../media/image95.png"/><Relationship Id="rId94" Type="http://schemas.openxmlformats.org/officeDocument/2006/relationships/image" Target="../media/image111.png"/><Relationship Id="rId99" Type="http://schemas.openxmlformats.org/officeDocument/2006/relationships/image" Target="../media/image116.png"/><Relationship Id="rId101" Type="http://schemas.openxmlformats.org/officeDocument/2006/relationships/image" Target="../media/image118.png"/><Relationship Id="rId122" Type="http://schemas.openxmlformats.org/officeDocument/2006/relationships/image" Target="../media/image139.png"/><Relationship Id="rId143" Type="http://schemas.openxmlformats.org/officeDocument/2006/relationships/image" Target="../media/image160.png"/><Relationship Id="rId148" Type="http://schemas.openxmlformats.org/officeDocument/2006/relationships/image" Target="../media/image165.png"/><Relationship Id="rId164" Type="http://schemas.openxmlformats.org/officeDocument/2006/relationships/image" Target="../media/image181.png"/><Relationship Id="rId169" Type="http://schemas.openxmlformats.org/officeDocument/2006/relationships/image" Target="../media/image186.png"/><Relationship Id="rId185" Type="http://schemas.openxmlformats.org/officeDocument/2006/relationships/image" Target="../media/image202.png"/><Relationship Id="rId4" Type="http://schemas.openxmlformats.org/officeDocument/2006/relationships/image" Target="../media/image21.png"/><Relationship Id="rId9" Type="http://schemas.openxmlformats.org/officeDocument/2006/relationships/image" Target="../media/image26.png"/><Relationship Id="rId180" Type="http://schemas.openxmlformats.org/officeDocument/2006/relationships/image" Target="../media/image197.png"/><Relationship Id="rId210" Type="http://schemas.openxmlformats.org/officeDocument/2006/relationships/image" Target="../media/image227.png"/><Relationship Id="rId215" Type="http://schemas.openxmlformats.org/officeDocument/2006/relationships/image" Target="../media/image232.png"/><Relationship Id="rId236" Type="http://schemas.openxmlformats.org/officeDocument/2006/relationships/image" Target="../media/image253.png"/><Relationship Id="rId26" Type="http://schemas.openxmlformats.org/officeDocument/2006/relationships/image" Target="../media/image43.png"/><Relationship Id="rId231" Type="http://schemas.openxmlformats.org/officeDocument/2006/relationships/image" Target="../media/image248.png"/><Relationship Id="rId47" Type="http://schemas.openxmlformats.org/officeDocument/2006/relationships/image" Target="../media/image64.png"/><Relationship Id="rId68" Type="http://schemas.openxmlformats.org/officeDocument/2006/relationships/image" Target="../media/image85.png"/><Relationship Id="rId89" Type="http://schemas.openxmlformats.org/officeDocument/2006/relationships/image" Target="../media/image106.png"/><Relationship Id="rId112" Type="http://schemas.openxmlformats.org/officeDocument/2006/relationships/image" Target="../media/image129.png"/><Relationship Id="rId133" Type="http://schemas.openxmlformats.org/officeDocument/2006/relationships/image" Target="../media/image150.png"/><Relationship Id="rId154" Type="http://schemas.openxmlformats.org/officeDocument/2006/relationships/image" Target="../media/image171.png"/><Relationship Id="rId175" Type="http://schemas.openxmlformats.org/officeDocument/2006/relationships/image" Target="../media/image192.png"/><Relationship Id="rId196" Type="http://schemas.openxmlformats.org/officeDocument/2006/relationships/image" Target="../media/image213.png"/><Relationship Id="rId200" Type="http://schemas.openxmlformats.org/officeDocument/2006/relationships/image" Target="../media/image217.png"/><Relationship Id="rId16" Type="http://schemas.openxmlformats.org/officeDocument/2006/relationships/image" Target="../media/image33.png"/><Relationship Id="rId221" Type="http://schemas.openxmlformats.org/officeDocument/2006/relationships/image" Target="../media/image238.png"/><Relationship Id="rId37" Type="http://schemas.openxmlformats.org/officeDocument/2006/relationships/image" Target="../media/image54.png"/><Relationship Id="rId58" Type="http://schemas.openxmlformats.org/officeDocument/2006/relationships/image" Target="../media/image75.png"/><Relationship Id="rId79" Type="http://schemas.openxmlformats.org/officeDocument/2006/relationships/image" Target="../media/image96.png"/><Relationship Id="rId102" Type="http://schemas.openxmlformats.org/officeDocument/2006/relationships/image" Target="../media/image119.png"/><Relationship Id="rId123" Type="http://schemas.openxmlformats.org/officeDocument/2006/relationships/image" Target="../media/image140.png"/><Relationship Id="rId144" Type="http://schemas.openxmlformats.org/officeDocument/2006/relationships/image" Target="../media/image161.png"/><Relationship Id="rId90" Type="http://schemas.openxmlformats.org/officeDocument/2006/relationships/image" Target="../media/image107.png"/><Relationship Id="rId165" Type="http://schemas.openxmlformats.org/officeDocument/2006/relationships/image" Target="../media/image182.png"/><Relationship Id="rId186" Type="http://schemas.openxmlformats.org/officeDocument/2006/relationships/image" Target="../media/image203.png"/><Relationship Id="rId211" Type="http://schemas.openxmlformats.org/officeDocument/2006/relationships/image" Target="../media/image228.png"/><Relationship Id="rId232" Type="http://schemas.openxmlformats.org/officeDocument/2006/relationships/image" Target="../media/image249.png"/><Relationship Id="rId27" Type="http://schemas.openxmlformats.org/officeDocument/2006/relationships/image" Target="../media/image44.png"/><Relationship Id="rId48" Type="http://schemas.openxmlformats.org/officeDocument/2006/relationships/image" Target="../media/image65.png"/><Relationship Id="rId69" Type="http://schemas.openxmlformats.org/officeDocument/2006/relationships/image" Target="../media/image86.png"/><Relationship Id="rId113" Type="http://schemas.openxmlformats.org/officeDocument/2006/relationships/image" Target="../media/image130.png"/><Relationship Id="rId134" Type="http://schemas.openxmlformats.org/officeDocument/2006/relationships/image" Target="../media/image151.png"/><Relationship Id="rId80" Type="http://schemas.openxmlformats.org/officeDocument/2006/relationships/image" Target="../media/image97.png"/><Relationship Id="rId155" Type="http://schemas.openxmlformats.org/officeDocument/2006/relationships/image" Target="../media/image172.png"/><Relationship Id="rId176" Type="http://schemas.openxmlformats.org/officeDocument/2006/relationships/image" Target="../media/image193.png"/><Relationship Id="rId197" Type="http://schemas.openxmlformats.org/officeDocument/2006/relationships/image" Target="../media/image214.png"/><Relationship Id="rId201" Type="http://schemas.openxmlformats.org/officeDocument/2006/relationships/image" Target="../media/image218.png"/><Relationship Id="rId222" Type="http://schemas.openxmlformats.org/officeDocument/2006/relationships/image" Target="../media/image239.png"/><Relationship Id="rId17" Type="http://schemas.openxmlformats.org/officeDocument/2006/relationships/image" Target="../media/image34.png"/><Relationship Id="rId38" Type="http://schemas.openxmlformats.org/officeDocument/2006/relationships/image" Target="../media/image55.png"/><Relationship Id="rId59" Type="http://schemas.openxmlformats.org/officeDocument/2006/relationships/image" Target="../media/image76.png"/><Relationship Id="rId103" Type="http://schemas.openxmlformats.org/officeDocument/2006/relationships/image" Target="../media/image120.png"/><Relationship Id="rId124" Type="http://schemas.openxmlformats.org/officeDocument/2006/relationships/image" Target="../media/image141.png"/><Relationship Id="rId70" Type="http://schemas.openxmlformats.org/officeDocument/2006/relationships/image" Target="../media/image87.png"/><Relationship Id="rId91" Type="http://schemas.openxmlformats.org/officeDocument/2006/relationships/image" Target="../media/image108.png"/><Relationship Id="rId145" Type="http://schemas.openxmlformats.org/officeDocument/2006/relationships/image" Target="../media/image162.png"/><Relationship Id="rId166" Type="http://schemas.openxmlformats.org/officeDocument/2006/relationships/image" Target="../media/image183.png"/><Relationship Id="rId187" Type="http://schemas.openxmlformats.org/officeDocument/2006/relationships/image" Target="../media/image204.png"/><Relationship Id="rId1" Type="http://schemas.openxmlformats.org/officeDocument/2006/relationships/slideLayout" Target="../slideLayouts/slideLayout1.xml"/><Relationship Id="rId212" Type="http://schemas.openxmlformats.org/officeDocument/2006/relationships/image" Target="../media/image229.png"/><Relationship Id="rId233" Type="http://schemas.openxmlformats.org/officeDocument/2006/relationships/image" Target="../media/image250.png"/><Relationship Id="rId28" Type="http://schemas.openxmlformats.org/officeDocument/2006/relationships/image" Target="../media/image45.png"/><Relationship Id="rId49" Type="http://schemas.openxmlformats.org/officeDocument/2006/relationships/image" Target="../media/image66.png"/><Relationship Id="rId114" Type="http://schemas.openxmlformats.org/officeDocument/2006/relationships/image" Target="../media/image131.png"/><Relationship Id="rId60" Type="http://schemas.openxmlformats.org/officeDocument/2006/relationships/image" Target="../media/image77.png"/><Relationship Id="rId81" Type="http://schemas.openxmlformats.org/officeDocument/2006/relationships/image" Target="../media/image98.png"/><Relationship Id="rId135" Type="http://schemas.openxmlformats.org/officeDocument/2006/relationships/image" Target="../media/image152.png"/><Relationship Id="rId156" Type="http://schemas.openxmlformats.org/officeDocument/2006/relationships/image" Target="../media/image173.png"/><Relationship Id="rId177" Type="http://schemas.openxmlformats.org/officeDocument/2006/relationships/image" Target="../media/image194.png"/><Relationship Id="rId198" Type="http://schemas.openxmlformats.org/officeDocument/2006/relationships/image" Target="../media/image215.png"/><Relationship Id="rId202" Type="http://schemas.openxmlformats.org/officeDocument/2006/relationships/image" Target="../media/image219.png"/><Relationship Id="rId223" Type="http://schemas.openxmlformats.org/officeDocument/2006/relationships/image" Target="../media/image240.png"/><Relationship Id="rId18" Type="http://schemas.openxmlformats.org/officeDocument/2006/relationships/image" Target="../media/image35.png"/><Relationship Id="rId39" Type="http://schemas.openxmlformats.org/officeDocument/2006/relationships/image" Target="../media/image56.png"/><Relationship Id="rId50" Type="http://schemas.openxmlformats.org/officeDocument/2006/relationships/image" Target="../media/image67.png"/><Relationship Id="rId104" Type="http://schemas.openxmlformats.org/officeDocument/2006/relationships/image" Target="../media/image121.png"/><Relationship Id="rId125" Type="http://schemas.openxmlformats.org/officeDocument/2006/relationships/image" Target="../media/image142.png"/><Relationship Id="rId146" Type="http://schemas.openxmlformats.org/officeDocument/2006/relationships/image" Target="../media/image163.png"/><Relationship Id="rId167" Type="http://schemas.openxmlformats.org/officeDocument/2006/relationships/image" Target="../media/image184.png"/><Relationship Id="rId188" Type="http://schemas.openxmlformats.org/officeDocument/2006/relationships/image" Target="../media/image205.png"/><Relationship Id="rId71" Type="http://schemas.openxmlformats.org/officeDocument/2006/relationships/image" Target="../media/image88.png"/><Relationship Id="rId92" Type="http://schemas.openxmlformats.org/officeDocument/2006/relationships/image" Target="../media/image109.png"/><Relationship Id="rId213" Type="http://schemas.openxmlformats.org/officeDocument/2006/relationships/image" Target="../media/image230.png"/><Relationship Id="rId234" Type="http://schemas.openxmlformats.org/officeDocument/2006/relationships/image" Target="../media/image251.png"/><Relationship Id="rId2" Type="http://schemas.openxmlformats.org/officeDocument/2006/relationships/notesSlide" Target="../notesSlides/notesSlide20.xml"/><Relationship Id="rId29" Type="http://schemas.openxmlformats.org/officeDocument/2006/relationships/image" Target="../media/image46.png"/><Relationship Id="rId40" Type="http://schemas.openxmlformats.org/officeDocument/2006/relationships/image" Target="../media/image57.png"/><Relationship Id="rId115" Type="http://schemas.openxmlformats.org/officeDocument/2006/relationships/image" Target="../media/image132.png"/><Relationship Id="rId136" Type="http://schemas.openxmlformats.org/officeDocument/2006/relationships/image" Target="../media/image153.png"/><Relationship Id="rId157" Type="http://schemas.openxmlformats.org/officeDocument/2006/relationships/image" Target="../media/image174.png"/><Relationship Id="rId178" Type="http://schemas.openxmlformats.org/officeDocument/2006/relationships/image" Target="../media/image195.png"/><Relationship Id="rId61" Type="http://schemas.openxmlformats.org/officeDocument/2006/relationships/image" Target="../media/image78.png"/><Relationship Id="rId82" Type="http://schemas.openxmlformats.org/officeDocument/2006/relationships/image" Target="../media/image99.png"/><Relationship Id="rId199" Type="http://schemas.openxmlformats.org/officeDocument/2006/relationships/image" Target="../media/image216.png"/><Relationship Id="rId203" Type="http://schemas.openxmlformats.org/officeDocument/2006/relationships/image" Target="../media/image220.png"/><Relationship Id="rId19" Type="http://schemas.openxmlformats.org/officeDocument/2006/relationships/image" Target="../media/image36.png"/><Relationship Id="rId224" Type="http://schemas.openxmlformats.org/officeDocument/2006/relationships/image" Target="../media/image241.png"/><Relationship Id="rId30" Type="http://schemas.openxmlformats.org/officeDocument/2006/relationships/image" Target="../media/image47.png"/><Relationship Id="rId105" Type="http://schemas.openxmlformats.org/officeDocument/2006/relationships/image" Target="../media/image122.png"/><Relationship Id="rId126" Type="http://schemas.openxmlformats.org/officeDocument/2006/relationships/image" Target="../media/image143.png"/><Relationship Id="rId147" Type="http://schemas.openxmlformats.org/officeDocument/2006/relationships/image" Target="../media/image164.png"/><Relationship Id="rId168" Type="http://schemas.openxmlformats.org/officeDocument/2006/relationships/image" Target="../media/image185.png"/><Relationship Id="rId51" Type="http://schemas.openxmlformats.org/officeDocument/2006/relationships/image" Target="../media/image68.png"/><Relationship Id="rId72" Type="http://schemas.openxmlformats.org/officeDocument/2006/relationships/image" Target="../media/image89.png"/><Relationship Id="rId93" Type="http://schemas.openxmlformats.org/officeDocument/2006/relationships/image" Target="../media/image110.png"/><Relationship Id="rId189" Type="http://schemas.openxmlformats.org/officeDocument/2006/relationships/image" Target="../media/image206.png"/><Relationship Id="rId3" Type="http://schemas.openxmlformats.org/officeDocument/2006/relationships/image" Target="../media/image20.png"/><Relationship Id="rId214" Type="http://schemas.openxmlformats.org/officeDocument/2006/relationships/image" Target="../media/image231.png"/><Relationship Id="rId235" Type="http://schemas.openxmlformats.org/officeDocument/2006/relationships/image" Target="../media/image252.png"/><Relationship Id="rId116" Type="http://schemas.openxmlformats.org/officeDocument/2006/relationships/image" Target="../media/image133.png"/><Relationship Id="rId137" Type="http://schemas.openxmlformats.org/officeDocument/2006/relationships/image" Target="../media/image154.png"/><Relationship Id="rId158" Type="http://schemas.openxmlformats.org/officeDocument/2006/relationships/image" Target="../media/image175.png"/></Relationships>
</file>

<file path=ppt/slides/_rels/slide21.xml.rels><?xml version="1.0" encoding="UTF-8" standalone="yes"?>
<Relationships xmlns="http://schemas.openxmlformats.org/package/2006/relationships"><Relationship Id="rId3" Type="http://schemas.openxmlformats.org/officeDocument/2006/relationships/hyperlink" Target="mailto:cfabian@unicef.org"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476250"/>
            <a:ext cx="8191500" cy="1371600"/>
          </a:xfrm>
          <a:prstGeom prst="rect">
            <a:avLst/>
          </a:prstGeom>
          <a:noFill/>
          <a:ln/>
        </p:spPr>
        <p:txBody>
          <a:bodyPr wrap="square" lIns="0" tIns="0" rIns="0" bIns="0" rtlCol="0" anchor="t"/>
          <a:lstStyle/>
          <a:p>
            <a:pPr marL="0" indent="0" algn="l">
              <a:lnSpc>
                <a:spcPts val="5130"/>
              </a:lnSpc>
              <a:buNone/>
            </a:pPr>
            <a:r>
              <a:rPr lang="en-US" sz="5130" kern="0" spc="-103" dirty="0">
                <a:solidFill>
                  <a:srgbClr val="000000">
                    <a:alpha val="99000"/>
                  </a:srgbClr>
                </a:solidFill>
                <a:latin typeface="Manrope" pitchFamily="34" charset="0"/>
                <a:ea typeface="Manrope" pitchFamily="34" charset="-122"/>
                <a:cs typeface="Manrope" pitchFamily="34" charset="-120"/>
              </a:rPr>
              <a:t>Partnership Callout</a:t>
            </a:r>
            <a:endParaRPr lang="en-US" sz="5130" dirty="0"/>
          </a:p>
          <a:p>
            <a:pPr marL="0" indent="0" algn="l">
              <a:lnSpc>
                <a:spcPts val="5130"/>
              </a:lnSpc>
              <a:buNone/>
            </a:pPr>
            <a:r>
              <a:rPr lang="en-US" sz="5130" kern="0" spc="-103" dirty="0">
                <a:solidFill>
                  <a:srgbClr val="000000">
                    <a:alpha val="99000"/>
                  </a:srgbClr>
                </a:solidFill>
                <a:latin typeface="Manrope" pitchFamily="34" charset="0"/>
                <a:ea typeface="Manrope" pitchFamily="34" charset="-122"/>
                <a:cs typeface="Manrope" pitchFamily="34" charset="-120"/>
              </a:rPr>
              <a:t>Framework​</a:t>
            </a:r>
            <a:endParaRPr lang="en-US" sz="5130" dirty="0"/>
          </a:p>
        </p:txBody>
      </p:sp>
      <p:sp>
        <p:nvSpPr>
          <p:cNvPr id="3" name="Text 1"/>
          <p:cNvSpPr/>
          <p:nvPr/>
        </p:nvSpPr>
        <p:spPr>
          <a:xfrm>
            <a:off x="476250" y="2019300"/>
            <a:ext cx="8372475" cy="1711779"/>
          </a:xfrm>
          <a:prstGeom prst="rect">
            <a:avLst/>
          </a:prstGeom>
          <a:noFill/>
          <a:ln/>
        </p:spPr>
        <p:txBody>
          <a:bodyPr wrap="square" lIns="0" tIns="0" rIns="0" bIns="0" rtlCol="0" anchor="t"/>
          <a:lstStyle/>
          <a:p>
            <a:pPr marL="0" indent="0" algn="l">
              <a:lnSpc>
                <a:spcPts val="2481"/>
              </a:lnSpc>
              <a:buNone/>
            </a:pPr>
            <a:r>
              <a:rPr lang="en-US" sz="1710" kern="0" spc="-34" dirty="0">
                <a:solidFill>
                  <a:srgbClr val="000000">
                    <a:alpha val="99000"/>
                  </a:srgbClr>
                </a:solidFill>
                <a:latin typeface="Manrope" pitchFamily="34" charset="0"/>
                <a:ea typeface="Manrope" pitchFamily="34" charset="-122"/>
                <a:cs typeface="Manrope" pitchFamily="34" charset="-120"/>
              </a:rPr>
              <a:t>Simple, Actionable, One-Slide Format​</a:t>
            </a:r>
          </a:p>
        </p:txBody>
      </p:sp>
      <p:sp>
        <p:nvSpPr>
          <p:cNvPr id="4" name="Text 2"/>
          <p:cNvSpPr/>
          <p:nvPr/>
        </p:nvSpPr>
        <p:spPr>
          <a:xfrm>
            <a:off x="476250" y="4491038"/>
            <a:ext cx="2057400" cy="195263"/>
          </a:xfrm>
          <a:prstGeom prst="rect">
            <a:avLst/>
          </a:prstGeom>
          <a:noFill/>
          <a:ln/>
        </p:spPr>
        <p:txBody>
          <a:bodyPr wrap="square" lIns="0" tIns="0" rIns="0" bIns="0" rtlCol="0" anchor="ctr"/>
          <a:lstStyle/>
          <a:p>
            <a:pPr marL="0" indent="0" algn="l">
              <a:lnSpc>
                <a:spcPts val="1453"/>
              </a:lnSpc>
              <a:buNone/>
            </a:pPr>
            <a:r>
              <a:rPr lang="en-US" sz="1069" kern="0" spc="-11" dirty="0">
                <a:solidFill>
                  <a:srgbClr val="277AFF">
                    <a:alpha val="99000"/>
                  </a:srgbClr>
                </a:solidFill>
                <a:latin typeface="Open Sans" pitchFamily="34" charset="0"/>
                <a:ea typeface="Open Sans" pitchFamily="34" charset="-122"/>
                <a:cs typeface="Open Sans" pitchFamily="34" charset="-120"/>
              </a:rPr>
              <a:t>Digital impact division</a:t>
            </a:r>
            <a:endParaRPr lang="en-US" sz="1069" dirty="0"/>
          </a:p>
        </p:txBody>
      </p:sp>
      <p:pic>
        <p:nvPicPr>
          <p:cNvPr id="5" name="Image 0" descr="preencoded.png"/>
          <p:cNvPicPr>
            <a:picLocks noChangeAspect="1"/>
          </p:cNvPicPr>
          <p:nvPr/>
        </p:nvPicPr>
        <p:blipFill>
          <a:blip r:embed="rId3"/>
          <a:srcRect/>
          <a:stretch/>
        </p:blipFill>
        <p:spPr>
          <a:xfrm>
            <a:off x="6548438" y="4362450"/>
            <a:ext cx="2143120" cy="4476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77AFF"/>
        </a:solidFill>
        <a:effectLst/>
      </p:bgPr>
    </p:bg>
    <p:spTree>
      <p:nvGrpSpPr>
        <p:cNvPr id="1" name=""/>
        <p:cNvGrpSpPr/>
        <p:nvPr/>
      </p:nvGrpSpPr>
      <p:grpSpPr>
        <a:xfrm>
          <a:off x="0" y="0"/>
          <a:ext cx="0" cy="0"/>
          <a:chOff x="0" y="0"/>
          <a:chExt cx="0" cy="0"/>
        </a:xfrm>
      </p:grpSpPr>
      <p:sp>
        <p:nvSpPr>
          <p:cNvPr id="3" name="Text 1"/>
          <p:cNvSpPr/>
          <p:nvPr/>
        </p:nvSpPr>
        <p:spPr>
          <a:xfrm>
            <a:off x="4429124" y="523875"/>
            <a:ext cx="4238625" cy="252413"/>
          </a:xfrm>
          <a:prstGeom prst="rect">
            <a:avLst/>
          </a:prstGeom>
          <a:noFill/>
          <a:ln/>
        </p:spPr>
        <p:txBody>
          <a:bodyPr wrap="square" lIns="0" tIns="0" rIns="0" bIns="0" rtlCol="0" anchor="ctr"/>
          <a:lstStyle/>
          <a:p>
            <a:pPr marL="0" indent="0" algn="l">
              <a:lnSpc>
                <a:spcPts val="1881"/>
              </a:lnSpc>
              <a:buNone/>
            </a:pPr>
            <a:r>
              <a:rPr lang="en-US" sz="1710" kern="0" spc="-34" dirty="0">
                <a:solidFill>
                  <a:srgbClr val="FFFFFF">
                    <a:alpha val="99000"/>
                  </a:srgbClr>
                </a:solidFill>
                <a:latin typeface="Manrope" pitchFamily="34" charset="0"/>
                <a:ea typeface="Manrope" pitchFamily="34" charset="-122"/>
                <a:cs typeface="Manrope" pitchFamily="34" charset="-120"/>
              </a:rPr>
              <a:t>01 | Our proposal</a:t>
            </a:r>
            <a:endParaRPr lang="en-US" sz="1710" dirty="0"/>
          </a:p>
        </p:txBody>
      </p:sp>
      <p:sp>
        <p:nvSpPr>
          <p:cNvPr id="5" name="Text 3"/>
          <p:cNvSpPr/>
          <p:nvPr/>
        </p:nvSpPr>
        <p:spPr>
          <a:xfrm>
            <a:off x="4429124" y="911934"/>
            <a:ext cx="4238626" cy="252413"/>
          </a:xfrm>
          <a:prstGeom prst="rect">
            <a:avLst/>
          </a:prstGeom>
          <a:noFill/>
          <a:ln/>
        </p:spPr>
        <p:txBody>
          <a:bodyPr wrap="square" lIns="0" tIns="0" rIns="0" bIns="0" rtlCol="0" anchor="ctr"/>
          <a:lstStyle/>
          <a:p>
            <a:pPr marL="0" indent="0" algn="l">
              <a:lnSpc>
                <a:spcPts val="1881"/>
              </a:lnSpc>
              <a:buNone/>
            </a:pPr>
            <a:r>
              <a:rPr lang="en-US" sz="1710" kern="0" spc="-34" dirty="0">
                <a:solidFill>
                  <a:srgbClr val="FFFFFF">
                    <a:alpha val="99000"/>
                  </a:srgbClr>
                </a:solidFill>
                <a:latin typeface="Manrope" pitchFamily="34" charset="0"/>
                <a:ea typeface="Manrope" pitchFamily="34" charset="-122"/>
                <a:cs typeface="Manrope" pitchFamily="34" charset="-120"/>
              </a:rPr>
              <a:t>02 | Giga’s four pillars</a:t>
            </a:r>
            <a:endParaRPr lang="en-US" sz="1710" dirty="0"/>
          </a:p>
        </p:txBody>
      </p:sp>
      <p:sp>
        <p:nvSpPr>
          <p:cNvPr id="7" name="Text 5"/>
          <p:cNvSpPr/>
          <p:nvPr/>
        </p:nvSpPr>
        <p:spPr>
          <a:xfrm>
            <a:off x="4429125" y="1299993"/>
            <a:ext cx="4258146" cy="252413"/>
          </a:xfrm>
          <a:prstGeom prst="rect">
            <a:avLst/>
          </a:prstGeom>
          <a:noFill/>
          <a:ln/>
        </p:spPr>
        <p:txBody>
          <a:bodyPr wrap="square" lIns="0" tIns="0" rIns="0" bIns="0" rtlCol="0" anchor="ctr"/>
          <a:lstStyle/>
          <a:p>
            <a:pPr marL="0" indent="0" algn="l">
              <a:lnSpc>
                <a:spcPts val="1881"/>
              </a:lnSpc>
              <a:buNone/>
            </a:pPr>
            <a:r>
              <a:rPr lang="en-US" sz="1710" kern="0" spc="-34" dirty="0">
                <a:solidFill>
                  <a:srgbClr val="FFFFFF">
                    <a:alpha val="99000"/>
                  </a:srgbClr>
                </a:solidFill>
                <a:latin typeface="Manrope" pitchFamily="34" charset="0"/>
                <a:ea typeface="Manrope" pitchFamily="34" charset="-122"/>
                <a:cs typeface="Manrope" pitchFamily="34" charset="-120"/>
              </a:rPr>
              <a:t>03 | Giga aims</a:t>
            </a:r>
            <a:endParaRPr lang="en-US" sz="1710" dirty="0"/>
          </a:p>
        </p:txBody>
      </p:sp>
      <p:sp>
        <p:nvSpPr>
          <p:cNvPr id="9" name="Text 7"/>
          <p:cNvSpPr/>
          <p:nvPr/>
        </p:nvSpPr>
        <p:spPr>
          <a:xfrm>
            <a:off x="4429125" y="1688052"/>
            <a:ext cx="4258146" cy="252413"/>
          </a:xfrm>
          <a:prstGeom prst="rect">
            <a:avLst/>
          </a:prstGeom>
          <a:noFill/>
          <a:ln/>
        </p:spPr>
        <p:txBody>
          <a:bodyPr wrap="square" lIns="0" tIns="0" rIns="0" bIns="0" rtlCol="0" anchor="ctr"/>
          <a:lstStyle/>
          <a:p>
            <a:pPr marL="0" indent="0" algn="l">
              <a:lnSpc>
                <a:spcPts val="1881"/>
              </a:lnSpc>
              <a:buNone/>
            </a:pPr>
            <a:r>
              <a:rPr lang="en-US" sz="1710" kern="0" spc="-34" dirty="0">
                <a:solidFill>
                  <a:srgbClr val="FFFFFF">
                    <a:alpha val="99000"/>
                  </a:srgbClr>
                </a:solidFill>
                <a:latin typeface="Manrope" pitchFamily="34" charset="0"/>
                <a:ea typeface="Manrope" pitchFamily="34" charset="-122"/>
                <a:cs typeface="Manrope" pitchFamily="34" charset="-120"/>
              </a:rPr>
              <a:t>04 | Giga in different regions</a:t>
            </a:r>
            <a:endParaRPr lang="en-US" sz="1710" dirty="0"/>
          </a:p>
        </p:txBody>
      </p:sp>
      <p:sp>
        <p:nvSpPr>
          <p:cNvPr id="11" name="Text 9"/>
          <p:cNvSpPr/>
          <p:nvPr/>
        </p:nvSpPr>
        <p:spPr>
          <a:xfrm>
            <a:off x="4429125" y="2076111"/>
            <a:ext cx="4258146" cy="252413"/>
          </a:xfrm>
          <a:prstGeom prst="rect">
            <a:avLst/>
          </a:prstGeom>
          <a:noFill/>
          <a:ln/>
        </p:spPr>
        <p:txBody>
          <a:bodyPr wrap="square" lIns="0" tIns="0" rIns="0" bIns="0" rtlCol="0" anchor="ctr"/>
          <a:lstStyle/>
          <a:p>
            <a:pPr marL="0" indent="0" algn="l">
              <a:lnSpc>
                <a:spcPts val="1881"/>
              </a:lnSpc>
              <a:buNone/>
            </a:pPr>
            <a:r>
              <a:rPr lang="en-US" sz="1710" kern="0" spc="-34" dirty="0">
                <a:solidFill>
                  <a:srgbClr val="FFFFFF">
                    <a:alpha val="99000"/>
                  </a:srgbClr>
                </a:solidFill>
                <a:latin typeface="Manrope" pitchFamily="34" charset="0"/>
                <a:ea typeface="Manrope" pitchFamily="34" charset="-122"/>
                <a:cs typeface="Manrope" pitchFamily="34" charset="-120"/>
              </a:rPr>
              <a:t>05 | What we can achieve together</a:t>
            </a:r>
            <a:endParaRPr lang="en-US" sz="1710" dirty="0"/>
          </a:p>
        </p:txBody>
      </p:sp>
      <p:sp>
        <p:nvSpPr>
          <p:cNvPr id="13" name="Text 11"/>
          <p:cNvSpPr/>
          <p:nvPr/>
        </p:nvSpPr>
        <p:spPr>
          <a:xfrm>
            <a:off x="4429125" y="2464170"/>
            <a:ext cx="4258146" cy="252413"/>
          </a:xfrm>
          <a:prstGeom prst="rect">
            <a:avLst/>
          </a:prstGeom>
          <a:noFill/>
          <a:ln/>
        </p:spPr>
        <p:txBody>
          <a:bodyPr wrap="square" lIns="0" tIns="0" rIns="0" bIns="0" rtlCol="0" anchor="ctr"/>
          <a:lstStyle/>
          <a:p>
            <a:pPr marL="0" indent="0" algn="l">
              <a:lnSpc>
                <a:spcPts val="1881"/>
              </a:lnSpc>
              <a:buNone/>
            </a:pPr>
            <a:r>
              <a:rPr lang="en-US" sz="1710" kern="0" spc="-34" dirty="0">
                <a:solidFill>
                  <a:srgbClr val="FFFFFF">
                    <a:alpha val="99000"/>
                  </a:srgbClr>
                </a:solidFill>
                <a:latin typeface="Manrope" pitchFamily="34" charset="0"/>
                <a:ea typeface="Manrope" pitchFamily="34" charset="-122"/>
                <a:cs typeface="Manrope" pitchFamily="34" charset="-120"/>
              </a:rPr>
              <a:t>06 | Impact</a:t>
            </a:r>
            <a:endParaRPr lang="en-US" sz="1710" dirty="0"/>
          </a:p>
        </p:txBody>
      </p:sp>
      <p:sp>
        <p:nvSpPr>
          <p:cNvPr id="14" name="Text 12"/>
          <p:cNvSpPr/>
          <p:nvPr/>
        </p:nvSpPr>
        <p:spPr>
          <a:xfrm>
            <a:off x="476250" y="4491038"/>
            <a:ext cx="2057400" cy="195263"/>
          </a:xfrm>
          <a:prstGeom prst="rect">
            <a:avLst/>
          </a:prstGeom>
          <a:noFill/>
          <a:ln/>
        </p:spPr>
        <p:txBody>
          <a:bodyPr wrap="square" lIns="0" tIns="0" rIns="0" bIns="0" rtlCol="0" anchor="ctr"/>
          <a:lstStyle/>
          <a:p>
            <a:pPr marL="0" indent="0" algn="l">
              <a:lnSpc>
                <a:spcPts val="1453"/>
              </a:lnSpc>
              <a:buNone/>
            </a:pPr>
            <a:r>
              <a:rPr lang="en-US" sz="1069" kern="0" spc="-11" dirty="0">
                <a:solidFill>
                  <a:srgbClr val="FFFFFF">
                    <a:alpha val="99000"/>
                  </a:srgbClr>
                </a:solidFill>
                <a:latin typeface="Open Sans" pitchFamily="34" charset="0"/>
                <a:ea typeface="Open Sans" pitchFamily="34" charset="-122"/>
                <a:cs typeface="Open Sans" pitchFamily="34" charset="-120"/>
              </a:rPr>
              <a:t>Digital impact division</a:t>
            </a:r>
            <a:endParaRPr lang="en-US" sz="1069" dirty="0"/>
          </a:p>
        </p:txBody>
      </p:sp>
      <p:pic>
        <p:nvPicPr>
          <p:cNvPr id="15" name="Image 0" descr="preencoded.png"/>
          <p:cNvPicPr>
            <a:picLocks noChangeAspect="1"/>
          </p:cNvPicPr>
          <p:nvPr/>
        </p:nvPicPr>
        <p:blipFill>
          <a:blip r:embed="rId3"/>
          <a:srcRect/>
          <a:stretch/>
        </p:blipFill>
        <p:spPr>
          <a:xfrm>
            <a:off x="6548438" y="4362450"/>
            <a:ext cx="2143120" cy="447676"/>
          </a:xfrm>
          <a:prstGeom prst="rect">
            <a:avLst/>
          </a:prstGeom>
        </p:spPr>
      </p:pic>
      <p:sp>
        <p:nvSpPr>
          <p:cNvPr id="16" name="Text 13"/>
          <p:cNvSpPr/>
          <p:nvPr/>
        </p:nvSpPr>
        <p:spPr>
          <a:xfrm>
            <a:off x="476250" y="476249"/>
            <a:ext cx="3524250" cy="3404509"/>
          </a:xfrm>
          <a:prstGeom prst="rect">
            <a:avLst/>
          </a:prstGeom>
          <a:noFill/>
          <a:ln/>
        </p:spPr>
        <p:txBody>
          <a:bodyPr wrap="square" lIns="0" tIns="0" rIns="0" bIns="0" rtlCol="0" anchor="t"/>
          <a:lstStyle/>
          <a:p>
            <a:pPr marL="0" indent="0" algn="l">
              <a:lnSpc>
                <a:spcPts val="5130"/>
              </a:lnSpc>
              <a:buNone/>
            </a:pPr>
            <a:r>
              <a:rPr lang="en-US" sz="5130" kern="0" spc="-103" dirty="0">
                <a:solidFill>
                  <a:srgbClr val="FFFFFF">
                    <a:alpha val="99000"/>
                  </a:srgbClr>
                </a:solidFill>
                <a:latin typeface="Manrope" pitchFamily="34" charset="0"/>
                <a:ea typeface="Manrope" pitchFamily="34" charset="-122"/>
                <a:cs typeface="Manrope" pitchFamily="34" charset="-120"/>
              </a:rPr>
              <a:t>Agenda</a:t>
            </a:r>
            <a:endParaRPr lang="en-US" sz="5130" dirty="0"/>
          </a:p>
        </p:txBody>
      </p:sp>
      <p:sp>
        <p:nvSpPr>
          <p:cNvPr id="17" name="Text 11">
            <a:extLst>
              <a:ext uri="{FF2B5EF4-FFF2-40B4-BE49-F238E27FC236}">
                <a16:creationId xmlns:a16="http://schemas.microsoft.com/office/drawing/2014/main" id="{2F5452C2-A789-C886-78FF-D1609D7B0F6B}"/>
              </a:ext>
            </a:extLst>
          </p:cNvPr>
          <p:cNvSpPr/>
          <p:nvPr/>
        </p:nvSpPr>
        <p:spPr>
          <a:xfrm>
            <a:off x="4429125" y="2852229"/>
            <a:ext cx="4258146" cy="252413"/>
          </a:xfrm>
          <a:prstGeom prst="rect">
            <a:avLst/>
          </a:prstGeom>
          <a:noFill/>
          <a:ln/>
        </p:spPr>
        <p:txBody>
          <a:bodyPr wrap="square" lIns="0" tIns="0" rIns="0" bIns="0" rtlCol="0" anchor="ctr"/>
          <a:lstStyle/>
          <a:p>
            <a:pPr marL="0" indent="0" algn="l">
              <a:lnSpc>
                <a:spcPts val="1881"/>
              </a:lnSpc>
              <a:buNone/>
            </a:pPr>
            <a:r>
              <a:rPr lang="en-US" sz="1710" kern="0" spc="-34" dirty="0">
                <a:solidFill>
                  <a:srgbClr val="FFFFFF">
                    <a:alpha val="99000"/>
                  </a:srgbClr>
                </a:solidFill>
                <a:latin typeface="Manrope" pitchFamily="34" charset="0"/>
                <a:ea typeface="Manrope" pitchFamily="34" charset="-122"/>
                <a:cs typeface="Manrope" pitchFamily="34" charset="-120"/>
              </a:rPr>
              <a:t>06 | Impact</a:t>
            </a:r>
            <a:endParaRPr lang="en-US" sz="1710" dirty="0"/>
          </a:p>
        </p:txBody>
      </p:sp>
      <p:sp>
        <p:nvSpPr>
          <p:cNvPr id="19" name="Text 11">
            <a:extLst>
              <a:ext uri="{FF2B5EF4-FFF2-40B4-BE49-F238E27FC236}">
                <a16:creationId xmlns:a16="http://schemas.microsoft.com/office/drawing/2014/main" id="{D289FF99-B15E-3C50-20EB-F1B8200091D2}"/>
              </a:ext>
            </a:extLst>
          </p:cNvPr>
          <p:cNvSpPr/>
          <p:nvPr/>
        </p:nvSpPr>
        <p:spPr>
          <a:xfrm>
            <a:off x="4429125" y="3240288"/>
            <a:ext cx="4258146" cy="252413"/>
          </a:xfrm>
          <a:prstGeom prst="rect">
            <a:avLst/>
          </a:prstGeom>
          <a:noFill/>
          <a:ln/>
        </p:spPr>
        <p:txBody>
          <a:bodyPr wrap="square" lIns="0" tIns="0" rIns="0" bIns="0" rtlCol="0" anchor="ctr"/>
          <a:lstStyle/>
          <a:p>
            <a:pPr marL="0" indent="0" algn="l">
              <a:lnSpc>
                <a:spcPts val="1881"/>
              </a:lnSpc>
              <a:buNone/>
            </a:pPr>
            <a:r>
              <a:rPr lang="en-US" sz="1710" kern="0" spc="-34" dirty="0">
                <a:solidFill>
                  <a:srgbClr val="FFFFFF">
                    <a:alpha val="99000"/>
                  </a:srgbClr>
                </a:solidFill>
                <a:latin typeface="Manrope" pitchFamily="34" charset="0"/>
                <a:ea typeface="Manrope" pitchFamily="34" charset="-122"/>
                <a:cs typeface="Manrope" pitchFamily="34" charset="-120"/>
              </a:rPr>
              <a:t>06 | Impact</a:t>
            </a:r>
            <a:endParaRPr lang="en-US" sz="1710" dirty="0"/>
          </a:p>
        </p:txBody>
      </p:sp>
      <p:sp>
        <p:nvSpPr>
          <p:cNvPr id="20" name="Text 11">
            <a:extLst>
              <a:ext uri="{FF2B5EF4-FFF2-40B4-BE49-F238E27FC236}">
                <a16:creationId xmlns:a16="http://schemas.microsoft.com/office/drawing/2014/main" id="{C717FFDB-31C5-E530-EA06-5F2D494B8C1A}"/>
              </a:ext>
            </a:extLst>
          </p:cNvPr>
          <p:cNvSpPr/>
          <p:nvPr/>
        </p:nvSpPr>
        <p:spPr>
          <a:xfrm>
            <a:off x="4429125" y="3628346"/>
            <a:ext cx="4258146" cy="252413"/>
          </a:xfrm>
          <a:prstGeom prst="rect">
            <a:avLst/>
          </a:prstGeom>
          <a:noFill/>
          <a:ln/>
        </p:spPr>
        <p:txBody>
          <a:bodyPr wrap="square" lIns="0" tIns="0" rIns="0" bIns="0" rtlCol="0" anchor="ctr"/>
          <a:lstStyle/>
          <a:p>
            <a:pPr marL="0" indent="0" algn="l">
              <a:lnSpc>
                <a:spcPts val="1881"/>
              </a:lnSpc>
              <a:buNone/>
            </a:pPr>
            <a:r>
              <a:rPr lang="en-US" sz="1710" kern="0" spc="-34" dirty="0">
                <a:solidFill>
                  <a:srgbClr val="FFFFFF">
                    <a:alpha val="99000"/>
                  </a:srgbClr>
                </a:solidFill>
                <a:latin typeface="Manrope" pitchFamily="34" charset="0"/>
                <a:ea typeface="Manrope" pitchFamily="34" charset="-122"/>
                <a:cs typeface="Manrope" pitchFamily="34" charset="-120"/>
              </a:rPr>
              <a:t>06 | Impact</a:t>
            </a:r>
            <a:endParaRPr lang="en-US" sz="171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repeatCount="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repeatCount="0" fill="hold" grpId="0" nodeType="withEffect">
                                  <p:stCondLst>
                                    <p:cond delay="2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repeatCount="0" fill="hold" grpId="0" nodeType="withEffect">
                                  <p:stCondLst>
                                    <p:cond delay="4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repeatCount="0" fill="hold" grpId="0" nodeType="withEffect">
                                  <p:stCondLst>
                                    <p:cond delay="6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repeatCount="0" fill="hold" grpId="0" nodeType="withEffect">
                                  <p:stCondLst>
                                    <p:cond delay="8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repeatCount="0" fill="hold" grpId="0" nodeType="withEffect">
                                  <p:stCondLst>
                                    <p:cond delay="100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repeatCount="0" fill="hold" grpId="0" nodeType="withEffect">
                                  <p:stCondLst>
                                    <p:cond delay="120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repeatCount="0" fill="hold" grpId="0" nodeType="withEffect">
                                  <p:stCondLst>
                                    <p:cond delay="140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repeatCount="0" fill="hold" grpId="0" nodeType="withEffect">
                                  <p:stCondLst>
                                    <p:cond delay="160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1" grpId="0" animBg="1"/>
      <p:bldP spid="13" grpId="0" animBg="1"/>
      <p:bldP spid="17" grpId="0" animBg="1"/>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l="27561" t="158" r="28758" b="1"/>
          <a:stretch>
            <a:fillRect/>
          </a:stretch>
        </p:blipFill>
        <p:spPr>
          <a:xfrm>
            <a:off x="5143500" y="0"/>
            <a:ext cx="4000500" cy="5143499"/>
          </a:xfrm>
          <a:prstGeom prst="rect">
            <a:avLst/>
          </a:prstGeom>
        </p:spPr>
      </p:pic>
      <p:sp>
        <p:nvSpPr>
          <p:cNvPr id="3" name="Text 0"/>
          <p:cNvSpPr/>
          <p:nvPr/>
        </p:nvSpPr>
        <p:spPr>
          <a:xfrm>
            <a:off x="476250" y="476250"/>
            <a:ext cx="4286250" cy="685800"/>
          </a:xfrm>
          <a:prstGeom prst="rect">
            <a:avLst/>
          </a:prstGeom>
          <a:noFill/>
          <a:ln/>
        </p:spPr>
        <p:txBody>
          <a:bodyPr wrap="square" lIns="0" tIns="0" rIns="0" bIns="0" rtlCol="0" anchor="t"/>
          <a:lstStyle/>
          <a:p>
            <a:pPr marL="0" indent="0" algn="l">
              <a:lnSpc>
                <a:spcPts val="2565"/>
              </a:lnSpc>
              <a:buNone/>
            </a:pPr>
            <a:r>
              <a:rPr lang="en-US" sz="2138" kern="0" spc="-47" dirty="0">
                <a:solidFill>
                  <a:srgbClr val="000000">
                    <a:alpha val="99000"/>
                  </a:srgbClr>
                </a:solidFill>
                <a:latin typeface="Manrope" pitchFamily="34" charset="0"/>
                <a:ea typeface="Manrope" pitchFamily="34" charset="-122"/>
                <a:cs typeface="Manrope" pitchFamily="34" charset="-120"/>
              </a:rPr>
              <a:t>The Partnership Callout </a:t>
            </a:r>
            <a:endParaRPr lang="en-US" sz="2138" dirty="0"/>
          </a:p>
          <a:p>
            <a:pPr marL="0" indent="0" algn="l">
              <a:lnSpc>
                <a:spcPts val="2565"/>
              </a:lnSpc>
              <a:buNone/>
            </a:pPr>
            <a:r>
              <a:rPr lang="en-US" sz="2138" kern="0" spc="-47" dirty="0">
                <a:solidFill>
                  <a:srgbClr val="000000">
                    <a:alpha val="99000"/>
                  </a:srgbClr>
                </a:solidFill>
                <a:latin typeface="Manrope" pitchFamily="34" charset="0"/>
                <a:ea typeface="Manrope" pitchFamily="34" charset="-122"/>
                <a:cs typeface="Manrope" pitchFamily="34" charset="-120"/>
              </a:rPr>
              <a:t>Template​</a:t>
            </a:r>
            <a:endParaRPr lang="en-US" sz="2138" dirty="0"/>
          </a:p>
        </p:txBody>
      </p:sp>
      <p:sp>
        <p:nvSpPr>
          <p:cNvPr id="5" name="Text 2"/>
          <p:cNvSpPr/>
          <p:nvPr/>
        </p:nvSpPr>
        <p:spPr>
          <a:xfrm>
            <a:off x="476250" y="1342095"/>
            <a:ext cx="4286250" cy="225778"/>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What</a:t>
            </a:r>
            <a:endParaRPr lang="en-US" sz="1283" dirty="0"/>
          </a:p>
        </p:txBody>
      </p:sp>
      <p:sp>
        <p:nvSpPr>
          <p:cNvPr id="6" name="Text 3"/>
          <p:cNvSpPr/>
          <p:nvPr/>
        </p:nvSpPr>
        <p:spPr>
          <a:xfrm>
            <a:off x="476250" y="1588323"/>
            <a:ext cx="4286250" cy="192852"/>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describing the opportunity or possibility</a:t>
            </a:r>
            <a:endParaRPr lang="en-US" sz="1069" dirty="0"/>
          </a:p>
        </p:txBody>
      </p:sp>
      <p:sp>
        <p:nvSpPr>
          <p:cNvPr id="7" name="Text 4"/>
          <p:cNvSpPr/>
          <p:nvPr/>
        </p:nvSpPr>
        <p:spPr>
          <a:xfrm>
            <a:off x="476250" y="1961220"/>
            <a:ext cx="4286250" cy="226898"/>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Give</a:t>
            </a:r>
            <a:endParaRPr lang="en-US" sz="1283" dirty="0"/>
          </a:p>
        </p:txBody>
      </p:sp>
      <p:sp>
        <p:nvSpPr>
          <p:cNvPr id="8" name="Text 5"/>
          <p:cNvSpPr/>
          <p:nvPr/>
        </p:nvSpPr>
        <p:spPr>
          <a:xfrm>
            <a:off x="476250" y="2206491"/>
            <a:ext cx="4286250" cy="193809"/>
          </a:xfrm>
          <a:prstGeom prst="rect">
            <a:avLst/>
          </a:prstGeom>
          <a:noFill/>
          <a:ln/>
        </p:spPr>
        <p:txBody>
          <a:bodyPr wrap="non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on what the partner provides</a:t>
            </a:r>
          </a:p>
        </p:txBody>
      </p:sp>
      <p:sp>
        <p:nvSpPr>
          <p:cNvPr id="9" name="Text 6"/>
          <p:cNvSpPr/>
          <p:nvPr/>
        </p:nvSpPr>
        <p:spPr>
          <a:xfrm>
            <a:off x="476250" y="2580345"/>
            <a:ext cx="4286250" cy="226898"/>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Get</a:t>
            </a:r>
            <a:endParaRPr lang="en-US" sz="1283" dirty="0"/>
          </a:p>
        </p:txBody>
      </p:sp>
      <p:sp>
        <p:nvSpPr>
          <p:cNvPr id="10" name="Text 7"/>
          <p:cNvSpPr/>
          <p:nvPr/>
        </p:nvSpPr>
        <p:spPr>
          <a:xfrm>
            <a:off x="476250" y="2825616"/>
            <a:ext cx="4286250" cy="193809"/>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on what the partner receives or benefits from</a:t>
            </a:r>
            <a:endParaRPr lang="en-US" sz="1069" dirty="0"/>
          </a:p>
        </p:txBody>
      </p:sp>
      <p:sp>
        <p:nvSpPr>
          <p:cNvPr id="11" name="Text 8"/>
          <p:cNvSpPr/>
          <p:nvPr/>
        </p:nvSpPr>
        <p:spPr>
          <a:xfrm>
            <a:off x="476250" y="3199470"/>
            <a:ext cx="4286250" cy="226898"/>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KPIs</a:t>
            </a:r>
            <a:endParaRPr lang="en-US" sz="1283" dirty="0"/>
          </a:p>
        </p:txBody>
      </p:sp>
      <p:sp>
        <p:nvSpPr>
          <p:cNvPr id="12" name="Text 9"/>
          <p:cNvSpPr/>
          <p:nvPr/>
        </p:nvSpPr>
        <p:spPr>
          <a:xfrm>
            <a:off x="476250" y="3444741"/>
            <a:ext cx="4286250" cy="193809"/>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on how success is tracked or communicated</a:t>
            </a:r>
            <a:endParaRPr lang="en-US" sz="1069" dirty="0"/>
          </a:p>
        </p:txBody>
      </p:sp>
      <p:sp>
        <p:nvSpPr>
          <p:cNvPr id="13" name="Text 10"/>
          <p:cNvSpPr/>
          <p:nvPr/>
        </p:nvSpPr>
        <p:spPr>
          <a:xfrm>
            <a:off x="476250" y="3833463"/>
            <a:ext cx="4286250" cy="226898"/>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Details</a:t>
            </a:r>
            <a:endParaRPr lang="en-US" sz="1283" dirty="0"/>
          </a:p>
        </p:txBody>
      </p:sp>
      <p:sp>
        <p:nvSpPr>
          <p:cNvPr id="14" name="Text 11"/>
          <p:cNvSpPr/>
          <p:nvPr/>
        </p:nvSpPr>
        <p:spPr>
          <a:xfrm>
            <a:off x="476250" y="4086168"/>
            <a:ext cx="4286250" cy="357816"/>
          </a:xfrm>
          <a:prstGeom prst="rect">
            <a:avLst/>
          </a:prstGeom>
          <a:noFill/>
          <a:ln/>
        </p:spPr>
        <p:txBody>
          <a:bodyPr wrap="none" lIns="0" tIns="0" rIns="0" bIns="0" rtlCol="0" anchor="t">
            <a:noAutofit/>
          </a:bodyPr>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Maximum two sentences of additional context if absolutely needed</a:t>
            </a:r>
          </a:p>
        </p:txBody>
      </p:sp>
      <p:pic>
        <p:nvPicPr>
          <p:cNvPr id="15" name="Image 1" descr="preencoded.png"/>
          <p:cNvPicPr>
            <a:picLocks noChangeAspect="1"/>
          </p:cNvPicPr>
          <p:nvPr/>
        </p:nvPicPr>
        <p:blipFill>
          <a:blip r:embed="rId4"/>
          <a:srcRect/>
          <a:stretch/>
        </p:blipFill>
        <p:spPr>
          <a:xfrm>
            <a:off x="7324725" y="4524375"/>
            <a:ext cx="1366838" cy="2857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4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4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6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6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80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381500" y="476250"/>
            <a:ext cx="4286250" cy="685800"/>
          </a:xfrm>
          <a:prstGeom prst="rect">
            <a:avLst/>
          </a:prstGeom>
          <a:noFill/>
          <a:ln/>
        </p:spPr>
        <p:txBody>
          <a:bodyPr wrap="square" lIns="0" tIns="0" rIns="0" bIns="0" rtlCol="0" anchor="t"/>
          <a:lstStyle/>
          <a:p>
            <a:pPr marL="0" indent="0" algn="l">
              <a:lnSpc>
                <a:spcPts val="2565"/>
              </a:lnSpc>
              <a:buNone/>
            </a:pPr>
            <a:r>
              <a:rPr lang="en-US" sz="2138" kern="0" spc="-47" dirty="0">
                <a:solidFill>
                  <a:srgbClr val="000000">
                    <a:alpha val="99000"/>
                  </a:srgbClr>
                </a:solidFill>
                <a:latin typeface="Manrope" pitchFamily="34" charset="0"/>
                <a:ea typeface="Manrope" pitchFamily="34" charset="-122"/>
                <a:cs typeface="Manrope" pitchFamily="34" charset="-120"/>
              </a:rPr>
              <a:t>Example: Giga Platform</a:t>
            </a:r>
            <a:endParaRPr lang="en-US" sz="2138" dirty="0"/>
          </a:p>
          <a:p>
            <a:pPr marL="0" indent="0" algn="l">
              <a:lnSpc>
                <a:spcPts val="2565"/>
              </a:lnSpc>
              <a:buNone/>
            </a:pPr>
            <a:r>
              <a:rPr lang="en-US" sz="2138" kern="0" spc="-47" dirty="0">
                <a:solidFill>
                  <a:srgbClr val="000000">
                    <a:alpha val="99000"/>
                  </a:srgbClr>
                </a:solidFill>
                <a:latin typeface="Manrope" pitchFamily="34" charset="0"/>
                <a:ea typeface="Manrope" pitchFamily="34" charset="-122"/>
                <a:cs typeface="Manrope" pitchFamily="34" charset="-120"/>
              </a:rPr>
              <a:t>Engineering​</a:t>
            </a:r>
            <a:endParaRPr lang="en-US" sz="2138" dirty="0"/>
          </a:p>
        </p:txBody>
      </p:sp>
      <p:sp>
        <p:nvSpPr>
          <p:cNvPr id="20" name="Text 17"/>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FFFFFF">
                    <a:alpha val="99000"/>
                  </a:srgbClr>
                </a:solidFill>
                <a:latin typeface="Open Sans" pitchFamily="34" charset="0"/>
                <a:ea typeface="Open Sans" pitchFamily="34" charset="-122"/>
                <a:cs typeface="Open Sans" pitchFamily="34" charset="-120"/>
              </a:rPr>
              <a:t>Digital impact division</a:t>
            </a:r>
            <a:endParaRPr lang="en-US" sz="713" dirty="0"/>
          </a:p>
        </p:txBody>
      </p:sp>
      <p:sp>
        <p:nvSpPr>
          <p:cNvPr id="21" name="Text 2">
            <a:extLst>
              <a:ext uri="{FF2B5EF4-FFF2-40B4-BE49-F238E27FC236}">
                <a16:creationId xmlns:a16="http://schemas.microsoft.com/office/drawing/2014/main" id="{FCB6A42A-E4EB-BBF7-987A-0BE6CADCF500}"/>
              </a:ext>
            </a:extLst>
          </p:cNvPr>
          <p:cNvSpPr/>
          <p:nvPr/>
        </p:nvSpPr>
        <p:spPr>
          <a:xfrm>
            <a:off x="4381500" y="1342095"/>
            <a:ext cx="4286250" cy="225778"/>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What</a:t>
            </a:r>
            <a:endParaRPr lang="en-US" sz="1283" dirty="0"/>
          </a:p>
        </p:txBody>
      </p:sp>
      <p:sp>
        <p:nvSpPr>
          <p:cNvPr id="22" name="Text 3">
            <a:extLst>
              <a:ext uri="{FF2B5EF4-FFF2-40B4-BE49-F238E27FC236}">
                <a16:creationId xmlns:a16="http://schemas.microsoft.com/office/drawing/2014/main" id="{3B4255EA-2567-0BF5-8021-BB6B3ABE123D}"/>
              </a:ext>
            </a:extLst>
          </p:cNvPr>
          <p:cNvSpPr/>
          <p:nvPr/>
        </p:nvSpPr>
        <p:spPr>
          <a:xfrm>
            <a:off x="4381500" y="1588323"/>
            <a:ext cx="4286250" cy="192852"/>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describing the opportunity or possibility</a:t>
            </a:r>
            <a:endParaRPr lang="en-US" sz="1069" dirty="0"/>
          </a:p>
        </p:txBody>
      </p:sp>
      <p:sp>
        <p:nvSpPr>
          <p:cNvPr id="23" name="Text 4">
            <a:extLst>
              <a:ext uri="{FF2B5EF4-FFF2-40B4-BE49-F238E27FC236}">
                <a16:creationId xmlns:a16="http://schemas.microsoft.com/office/drawing/2014/main" id="{7A49406B-A86B-EBB3-4771-3A76D3192A3E}"/>
              </a:ext>
            </a:extLst>
          </p:cNvPr>
          <p:cNvSpPr/>
          <p:nvPr/>
        </p:nvSpPr>
        <p:spPr>
          <a:xfrm>
            <a:off x="4381500" y="1961220"/>
            <a:ext cx="4286250" cy="226898"/>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Give</a:t>
            </a:r>
            <a:endParaRPr lang="en-US" sz="1283" dirty="0"/>
          </a:p>
        </p:txBody>
      </p:sp>
      <p:sp>
        <p:nvSpPr>
          <p:cNvPr id="24" name="Text 5">
            <a:extLst>
              <a:ext uri="{FF2B5EF4-FFF2-40B4-BE49-F238E27FC236}">
                <a16:creationId xmlns:a16="http://schemas.microsoft.com/office/drawing/2014/main" id="{295003B4-BDF3-7D3A-7C40-04934A8D5493}"/>
              </a:ext>
            </a:extLst>
          </p:cNvPr>
          <p:cNvSpPr/>
          <p:nvPr/>
        </p:nvSpPr>
        <p:spPr>
          <a:xfrm>
            <a:off x="4381500" y="2206491"/>
            <a:ext cx="4286250" cy="193809"/>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on what the partner provides</a:t>
            </a:r>
            <a:endParaRPr lang="en-US" sz="1069" dirty="0"/>
          </a:p>
        </p:txBody>
      </p:sp>
      <p:sp>
        <p:nvSpPr>
          <p:cNvPr id="25" name="Text 6">
            <a:extLst>
              <a:ext uri="{FF2B5EF4-FFF2-40B4-BE49-F238E27FC236}">
                <a16:creationId xmlns:a16="http://schemas.microsoft.com/office/drawing/2014/main" id="{1F28737E-422F-280E-5EA2-DA492DDA9229}"/>
              </a:ext>
            </a:extLst>
          </p:cNvPr>
          <p:cNvSpPr/>
          <p:nvPr/>
        </p:nvSpPr>
        <p:spPr>
          <a:xfrm>
            <a:off x="4381500" y="2580345"/>
            <a:ext cx="4286250" cy="226898"/>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Get</a:t>
            </a:r>
            <a:endParaRPr lang="en-US" sz="1283" dirty="0"/>
          </a:p>
        </p:txBody>
      </p:sp>
      <p:sp>
        <p:nvSpPr>
          <p:cNvPr id="26" name="Text 7">
            <a:extLst>
              <a:ext uri="{FF2B5EF4-FFF2-40B4-BE49-F238E27FC236}">
                <a16:creationId xmlns:a16="http://schemas.microsoft.com/office/drawing/2014/main" id="{8DCF987C-9797-F3DC-5260-0636C11FA5AD}"/>
              </a:ext>
            </a:extLst>
          </p:cNvPr>
          <p:cNvSpPr/>
          <p:nvPr/>
        </p:nvSpPr>
        <p:spPr>
          <a:xfrm>
            <a:off x="4381500" y="2825616"/>
            <a:ext cx="4286250" cy="193809"/>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on what the partner receives or benefits from</a:t>
            </a:r>
            <a:endParaRPr lang="en-US" sz="1069" dirty="0"/>
          </a:p>
        </p:txBody>
      </p:sp>
      <p:sp>
        <p:nvSpPr>
          <p:cNvPr id="27" name="Text 8">
            <a:extLst>
              <a:ext uri="{FF2B5EF4-FFF2-40B4-BE49-F238E27FC236}">
                <a16:creationId xmlns:a16="http://schemas.microsoft.com/office/drawing/2014/main" id="{27853D64-8822-B9C3-E339-5F3F1CFE1B1E}"/>
              </a:ext>
            </a:extLst>
          </p:cNvPr>
          <p:cNvSpPr/>
          <p:nvPr/>
        </p:nvSpPr>
        <p:spPr>
          <a:xfrm>
            <a:off x="4381500" y="3199470"/>
            <a:ext cx="4286250" cy="226898"/>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KPIs</a:t>
            </a:r>
            <a:endParaRPr lang="en-US" sz="1283" dirty="0"/>
          </a:p>
        </p:txBody>
      </p:sp>
      <p:sp>
        <p:nvSpPr>
          <p:cNvPr id="28" name="Text 9">
            <a:extLst>
              <a:ext uri="{FF2B5EF4-FFF2-40B4-BE49-F238E27FC236}">
                <a16:creationId xmlns:a16="http://schemas.microsoft.com/office/drawing/2014/main" id="{AF612A00-ED42-6118-4EB4-2D0D63D92C7C}"/>
              </a:ext>
            </a:extLst>
          </p:cNvPr>
          <p:cNvSpPr/>
          <p:nvPr/>
        </p:nvSpPr>
        <p:spPr>
          <a:xfrm>
            <a:off x="4381500" y="3444741"/>
            <a:ext cx="4286250" cy="193809"/>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on how success is tracked or communicated</a:t>
            </a:r>
            <a:endParaRPr lang="en-US" sz="1069" dirty="0"/>
          </a:p>
        </p:txBody>
      </p:sp>
      <p:sp>
        <p:nvSpPr>
          <p:cNvPr id="29" name="Text 10">
            <a:extLst>
              <a:ext uri="{FF2B5EF4-FFF2-40B4-BE49-F238E27FC236}">
                <a16:creationId xmlns:a16="http://schemas.microsoft.com/office/drawing/2014/main" id="{226AC7A2-20B9-618F-E8FD-287C8DA95B74}"/>
              </a:ext>
            </a:extLst>
          </p:cNvPr>
          <p:cNvSpPr/>
          <p:nvPr/>
        </p:nvSpPr>
        <p:spPr>
          <a:xfrm>
            <a:off x="4381500" y="3833463"/>
            <a:ext cx="4286250" cy="226898"/>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Details</a:t>
            </a:r>
            <a:endParaRPr lang="en-US" sz="1283" dirty="0"/>
          </a:p>
        </p:txBody>
      </p:sp>
      <p:sp>
        <p:nvSpPr>
          <p:cNvPr id="30" name="Text 11">
            <a:extLst>
              <a:ext uri="{FF2B5EF4-FFF2-40B4-BE49-F238E27FC236}">
                <a16:creationId xmlns:a16="http://schemas.microsoft.com/office/drawing/2014/main" id="{70984985-603B-1AA2-7DB6-D119EAD3B789}"/>
              </a:ext>
            </a:extLst>
          </p:cNvPr>
          <p:cNvSpPr/>
          <p:nvPr/>
        </p:nvSpPr>
        <p:spPr>
          <a:xfrm>
            <a:off x="4381500" y="4086168"/>
            <a:ext cx="4286250" cy="390525"/>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Maximum two sentences of additional context if absolutely needed</a:t>
            </a:r>
            <a:endParaRPr lang="en-US" sz="1069" dirty="0"/>
          </a:p>
        </p:txBody>
      </p:sp>
      <p:pic>
        <p:nvPicPr>
          <p:cNvPr id="5" name="Image 0">
            <a:extLst>
              <a:ext uri="{FF2B5EF4-FFF2-40B4-BE49-F238E27FC236}">
                <a16:creationId xmlns:a16="http://schemas.microsoft.com/office/drawing/2014/main" id="{E7CE9312-3963-2087-C7B6-ED620B50CFC1}"/>
              </a:ext>
            </a:extLst>
          </p:cNvPr>
          <p:cNvPicPr>
            <a:picLocks noChangeAspect="1"/>
          </p:cNvPicPr>
          <p:nvPr/>
        </p:nvPicPr>
        <p:blipFill>
          <a:blip r:embed="rId3"/>
          <a:srcRect l="27561" t="158" r="28758" b="1"/>
          <a:stretch>
            <a:fillRect/>
          </a:stretch>
        </p:blipFill>
        <p:spPr>
          <a:xfrm>
            <a:off x="0" y="0"/>
            <a:ext cx="4000500" cy="514349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grpId="0" nodeType="withEffect">
                                  <p:stCondLst>
                                    <p:cond delay="4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40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grpId="0" nodeType="withEffect">
                                  <p:stCondLst>
                                    <p:cond delay="60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grpId="0" nodeType="withEffect">
                                  <p:stCondLst>
                                    <p:cond delay="60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par>
                                <p:cTn id="29" presetID="10" presetClass="entr" presetSubtype="0" fill="hold" grpId="0" nodeType="withEffect">
                                  <p:stCondLst>
                                    <p:cond delay="80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77A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7324725" y="4524375"/>
            <a:ext cx="1366838" cy="285750"/>
          </a:xfrm>
          <a:prstGeom prst="rect">
            <a:avLst/>
          </a:prstGeom>
        </p:spPr>
      </p:pic>
      <p:sp>
        <p:nvSpPr>
          <p:cNvPr id="3" name="Text 0"/>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FFFFFF">
                    <a:alpha val="99000"/>
                  </a:srgbClr>
                </a:solidFill>
                <a:latin typeface="Open Sans" pitchFamily="34" charset="0"/>
                <a:ea typeface="Open Sans" pitchFamily="34" charset="-122"/>
                <a:cs typeface="Open Sans" pitchFamily="34" charset="-120"/>
              </a:rPr>
              <a:t>Digital impact division</a:t>
            </a:r>
            <a:endParaRPr lang="en-US" sz="713" dirty="0"/>
          </a:p>
        </p:txBody>
      </p:sp>
      <p:sp>
        <p:nvSpPr>
          <p:cNvPr id="4" name="Text 1"/>
          <p:cNvSpPr/>
          <p:nvPr/>
        </p:nvSpPr>
        <p:spPr>
          <a:xfrm>
            <a:off x="476250" y="476250"/>
            <a:ext cx="8191500" cy="2643188"/>
          </a:xfrm>
          <a:prstGeom prst="rect">
            <a:avLst/>
          </a:prstGeom>
          <a:noFill/>
          <a:ln/>
        </p:spPr>
        <p:txBody>
          <a:bodyPr wrap="square" lIns="0" tIns="0" rIns="0" bIns="0" rtlCol="0" anchor="t"/>
          <a:lstStyle/>
          <a:p>
            <a:pPr marL="0" indent="0" algn="l">
              <a:lnSpc>
                <a:spcPts val="5130"/>
              </a:lnSpc>
              <a:buNone/>
            </a:pPr>
            <a:r>
              <a:rPr lang="en-US" sz="5130" kern="0" spc="-103" dirty="0">
                <a:solidFill>
                  <a:srgbClr val="FFFFFF">
                    <a:alpha val="99000"/>
                  </a:srgbClr>
                </a:solidFill>
                <a:latin typeface="Manrope" pitchFamily="34" charset="0"/>
                <a:ea typeface="Manrope" pitchFamily="34" charset="-122"/>
                <a:cs typeface="Manrope" pitchFamily="34" charset="-120"/>
              </a:rPr>
              <a:t>Section title</a:t>
            </a:r>
            <a:endParaRPr lang="en-US" sz="513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476250" y="476250"/>
            <a:ext cx="8191500" cy="342900"/>
          </a:xfrm>
          <a:prstGeom prst="rect">
            <a:avLst/>
          </a:prstGeom>
          <a:noFill/>
          <a:ln/>
        </p:spPr>
        <p:txBody>
          <a:bodyPr wrap="square" lIns="0" tIns="0" rIns="0" bIns="0" rtlCol="0" anchor="t"/>
          <a:lstStyle/>
          <a:p>
            <a:pPr marL="0" indent="0" algn="l">
              <a:lnSpc>
                <a:spcPts val="2565"/>
              </a:lnSpc>
              <a:buNone/>
            </a:pPr>
            <a:r>
              <a:rPr lang="en-US" sz="2138" kern="0" spc="-47" dirty="0">
                <a:solidFill>
                  <a:srgbClr val="000000">
                    <a:alpha val="99000"/>
                  </a:srgbClr>
                </a:solidFill>
                <a:latin typeface="Manrope" pitchFamily="34" charset="0"/>
                <a:ea typeface="Manrope" pitchFamily="34" charset="-122"/>
                <a:cs typeface="Manrope" pitchFamily="34" charset="-120"/>
              </a:rPr>
              <a:t>Example: Connectivity Credits System​</a:t>
            </a:r>
            <a:endParaRPr lang="en-US" sz="2138" dirty="0"/>
          </a:p>
        </p:txBody>
      </p:sp>
      <p:pic>
        <p:nvPicPr>
          <p:cNvPr id="9" name="Image 4" descr="preencoded.png"/>
          <p:cNvPicPr>
            <a:picLocks noChangeAspect="1"/>
          </p:cNvPicPr>
          <p:nvPr/>
        </p:nvPicPr>
        <p:blipFill>
          <a:blip r:embed="rId3"/>
          <a:srcRect/>
          <a:stretch/>
        </p:blipFill>
        <p:spPr>
          <a:xfrm>
            <a:off x="7324725" y="4524375"/>
            <a:ext cx="1366838" cy="285750"/>
          </a:xfrm>
          <a:prstGeom prst="rect">
            <a:avLst/>
          </a:prstGeom>
        </p:spPr>
      </p:pic>
      <p:sp>
        <p:nvSpPr>
          <p:cNvPr id="10" name="Text 3"/>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000000">
                    <a:alpha val="99000"/>
                  </a:srgbClr>
                </a:solidFill>
                <a:latin typeface="Open Sans" pitchFamily="34" charset="0"/>
                <a:ea typeface="Open Sans" pitchFamily="34" charset="-122"/>
                <a:cs typeface="Open Sans" pitchFamily="34" charset="-120"/>
              </a:rPr>
              <a:t>Digital impact division</a:t>
            </a:r>
            <a:endParaRPr lang="en-US" sz="713" dirty="0"/>
          </a:p>
        </p:txBody>
      </p:sp>
      <p:sp>
        <p:nvSpPr>
          <p:cNvPr id="60" name="Shape 1">
            <a:extLst>
              <a:ext uri="{FF2B5EF4-FFF2-40B4-BE49-F238E27FC236}">
                <a16:creationId xmlns:a16="http://schemas.microsoft.com/office/drawing/2014/main" id="{C61C291B-B530-AF09-A249-446A16E753E1}"/>
              </a:ext>
            </a:extLst>
          </p:cNvPr>
          <p:cNvSpPr/>
          <p:nvPr/>
        </p:nvSpPr>
        <p:spPr>
          <a:xfrm>
            <a:off x="476265" y="1000125"/>
            <a:ext cx="4010010" cy="1523985"/>
          </a:xfrm>
          <a:prstGeom prst="rect">
            <a:avLst/>
          </a:prstGeom>
          <a:solidFill>
            <a:srgbClr val="F7F7F7"/>
          </a:solidFill>
          <a:ln w="12700">
            <a:solidFill>
              <a:srgbClr val="F7F7F7"/>
            </a:solidFill>
            <a:prstDash val="solid"/>
          </a:ln>
        </p:spPr>
        <p:txBody>
          <a:bodyPr/>
          <a:lstStyle/>
          <a:p>
            <a:endParaRPr lang="en-IT" sz="450"/>
          </a:p>
        </p:txBody>
      </p:sp>
      <p:sp>
        <p:nvSpPr>
          <p:cNvPr id="61" name="Shape 2">
            <a:extLst>
              <a:ext uri="{FF2B5EF4-FFF2-40B4-BE49-F238E27FC236}">
                <a16:creationId xmlns:a16="http://schemas.microsoft.com/office/drawing/2014/main" id="{403CA9C4-BF37-754F-767F-2653B71F410F}"/>
              </a:ext>
            </a:extLst>
          </p:cNvPr>
          <p:cNvSpPr/>
          <p:nvPr/>
        </p:nvSpPr>
        <p:spPr>
          <a:xfrm>
            <a:off x="476265" y="2505045"/>
            <a:ext cx="4010010" cy="19065"/>
          </a:xfrm>
          <a:prstGeom prst="rect">
            <a:avLst/>
          </a:prstGeom>
          <a:solidFill>
            <a:srgbClr val="277AFF"/>
          </a:solidFill>
          <a:ln w="12700">
            <a:solidFill>
              <a:srgbClr val="277AFF"/>
            </a:solidFill>
            <a:prstDash val="solid"/>
          </a:ln>
        </p:spPr>
        <p:txBody>
          <a:bodyPr/>
          <a:lstStyle/>
          <a:p>
            <a:endParaRPr lang="en-IT" sz="450"/>
          </a:p>
        </p:txBody>
      </p:sp>
      <p:sp>
        <p:nvSpPr>
          <p:cNvPr id="62" name="Text 3">
            <a:extLst>
              <a:ext uri="{FF2B5EF4-FFF2-40B4-BE49-F238E27FC236}">
                <a16:creationId xmlns:a16="http://schemas.microsoft.com/office/drawing/2014/main" id="{7EFB4201-A6A2-2410-CC39-1B18C20DDC43}"/>
              </a:ext>
            </a:extLst>
          </p:cNvPr>
          <p:cNvSpPr/>
          <p:nvPr/>
        </p:nvSpPr>
        <p:spPr>
          <a:xfrm>
            <a:off x="666781" y="1152510"/>
            <a:ext cx="3629025" cy="285750"/>
          </a:xfrm>
          <a:prstGeom prst="rect">
            <a:avLst/>
          </a:prstGeom>
          <a:noFill/>
          <a:ln/>
        </p:spPr>
        <p:txBody>
          <a:bodyPr wrap="square" lIns="0" tIns="0" rIns="0" bIns="0" rtlCol="0" anchor="t"/>
          <a:lstStyle/>
          <a:p>
            <a:r>
              <a:rPr lang="en-US" sz="1800" kern="0" spc="-50" dirty="0">
                <a:solidFill>
                  <a:srgbClr val="277AFF"/>
                </a:solidFill>
                <a:latin typeface="Manrope" pitchFamily="34" charset="0"/>
                <a:ea typeface="Manrope" pitchFamily="34" charset="-122"/>
                <a:cs typeface="Manrope" pitchFamily="34" charset="-120"/>
              </a:rPr>
              <a:t>What</a:t>
            </a:r>
            <a:endParaRPr lang="en-US" sz="1800" dirty="0"/>
          </a:p>
        </p:txBody>
      </p:sp>
      <p:sp>
        <p:nvSpPr>
          <p:cNvPr id="63" name="Text 4">
            <a:extLst>
              <a:ext uri="{FF2B5EF4-FFF2-40B4-BE49-F238E27FC236}">
                <a16:creationId xmlns:a16="http://schemas.microsoft.com/office/drawing/2014/main" id="{F9885DE1-2D26-171D-EF26-93B02ACADBAE}"/>
              </a:ext>
            </a:extLst>
          </p:cNvPr>
          <p:cNvSpPr/>
          <p:nvPr/>
        </p:nvSpPr>
        <p:spPr>
          <a:xfrm>
            <a:off x="666781" y="1466975"/>
            <a:ext cx="3629025" cy="847740"/>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Giga maps and monitors real-time connectivity for every school globally using open data infrastructure.</a:t>
            </a:r>
            <a:endParaRPr lang="en-US" sz="1100" dirty="0"/>
          </a:p>
        </p:txBody>
      </p:sp>
      <p:sp>
        <p:nvSpPr>
          <p:cNvPr id="64" name="Shape 5">
            <a:extLst>
              <a:ext uri="{FF2B5EF4-FFF2-40B4-BE49-F238E27FC236}">
                <a16:creationId xmlns:a16="http://schemas.microsoft.com/office/drawing/2014/main" id="{28D5F7F8-9784-1D09-A11A-4A29600CBB96}"/>
              </a:ext>
            </a:extLst>
          </p:cNvPr>
          <p:cNvSpPr/>
          <p:nvPr/>
        </p:nvSpPr>
        <p:spPr>
          <a:xfrm>
            <a:off x="4657725" y="1000125"/>
            <a:ext cx="4010010" cy="1523985"/>
          </a:xfrm>
          <a:prstGeom prst="rect">
            <a:avLst/>
          </a:prstGeom>
          <a:solidFill>
            <a:srgbClr val="F7F7F7"/>
          </a:solidFill>
          <a:ln w="12700">
            <a:solidFill>
              <a:srgbClr val="F7F7F7"/>
            </a:solidFill>
            <a:prstDash val="solid"/>
          </a:ln>
        </p:spPr>
        <p:txBody>
          <a:bodyPr/>
          <a:lstStyle/>
          <a:p>
            <a:endParaRPr lang="en-IT" sz="450"/>
          </a:p>
        </p:txBody>
      </p:sp>
      <p:sp>
        <p:nvSpPr>
          <p:cNvPr id="65" name="Shape 6">
            <a:extLst>
              <a:ext uri="{FF2B5EF4-FFF2-40B4-BE49-F238E27FC236}">
                <a16:creationId xmlns:a16="http://schemas.microsoft.com/office/drawing/2014/main" id="{EB359170-00FA-0ABC-323E-86D0AF3E3B25}"/>
              </a:ext>
            </a:extLst>
          </p:cNvPr>
          <p:cNvSpPr/>
          <p:nvPr/>
        </p:nvSpPr>
        <p:spPr>
          <a:xfrm>
            <a:off x="4657725" y="2505045"/>
            <a:ext cx="4010010" cy="19065"/>
          </a:xfrm>
          <a:prstGeom prst="rect">
            <a:avLst/>
          </a:prstGeom>
          <a:solidFill>
            <a:srgbClr val="277AFF"/>
          </a:solidFill>
          <a:ln w="12700">
            <a:solidFill>
              <a:srgbClr val="277AFF"/>
            </a:solidFill>
            <a:prstDash val="solid"/>
          </a:ln>
        </p:spPr>
        <p:txBody>
          <a:bodyPr/>
          <a:lstStyle/>
          <a:p>
            <a:endParaRPr lang="en-IT" sz="450"/>
          </a:p>
        </p:txBody>
      </p:sp>
      <p:sp>
        <p:nvSpPr>
          <p:cNvPr id="66" name="Text 7">
            <a:extLst>
              <a:ext uri="{FF2B5EF4-FFF2-40B4-BE49-F238E27FC236}">
                <a16:creationId xmlns:a16="http://schemas.microsoft.com/office/drawing/2014/main" id="{7764CFB0-4354-C465-E1A2-89457EBE386D}"/>
              </a:ext>
            </a:extLst>
          </p:cNvPr>
          <p:cNvSpPr/>
          <p:nvPr/>
        </p:nvSpPr>
        <p:spPr>
          <a:xfrm>
            <a:off x="4848240" y="1152510"/>
            <a:ext cx="3629025" cy="285750"/>
          </a:xfrm>
          <a:prstGeom prst="rect">
            <a:avLst/>
          </a:prstGeom>
          <a:noFill/>
          <a:ln/>
        </p:spPr>
        <p:txBody>
          <a:bodyPr wrap="square" lIns="0" tIns="0" rIns="0" bIns="0" rtlCol="0" anchor="t"/>
          <a:lstStyle/>
          <a:p>
            <a:r>
              <a:rPr lang="en-US" sz="1800" kern="0" spc="-50" dirty="0">
                <a:solidFill>
                  <a:srgbClr val="277AFF"/>
                </a:solidFill>
                <a:latin typeface="Manrope" pitchFamily="34" charset="0"/>
                <a:ea typeface="Manrope" pitchFamily="34" charset="-122"/>
                <a:cs typeface="Manrope" pitchFamily="34" charset="-120"/>
              </a:rPr>
              <a:t>Give</a:t>
            </a:r>
            <a:endParaRPr lang="en-US" sz="1800" dirty="0"/>
          </a:p>
        </p:txBody>
      </p:sp>
      <p:sp>
        <p:nvSpPr>
          <p:cNvPr id="67" name="Text 8">
            <a:extLst>
              <a:ext uri="{FF2B5EF4-FFF2-40B4-BE49-F238E27FC236}">
                <a16:creationId xmlns:a16="http://schemas.microsoft.com/office/drawing/2014/main" id="{DB7AB28B-3D6C-6CB2-76D8-879E487F1BAC}"/>
              </a:ext>
            </a:extLst>
          </p:cNvPr>
          <p:cNvSpPr/>
          <p:nvPr/>
        </p:nvSpPr>
        <p:spPr>
          <a:xfrm>
            <a:off x="4848240" y="1466975"/>
            <a:ext cx="3629025" cy="847740"/>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Partners provide funding, infrastructure, or technical capabilities to connect unconnected schools.</a:t>
            </a:r>
            <a:endParaRPr lang="en-US" sz="1100" dirty="0"/>
          </a:p>
        </p:txBody>
      </p:sp>
      <p:sp>
        <p:nvSpPr>
          <p:cNvPr id="68" name="Shape 9">
            <a:extLst>
              <a:ext uri="{FF2B5EF4-FFF2-40B4-BE49-F238E27FC236}">
                <a16:creationId xmlns:a16="http://schemas.microsoft.com/office/drawing/2014/main" id="{EE986531-29B7-67F1-1E5F-74AEA98DCEA0}"/>
              </a:ext>
            </a:extLst>
          </p:cNvPr>
          <p:cNvSpPr/>
          <p:nvPr/>
        </p:nvSpPr>
        <p:spPr>
          <a:xfrm>
            <a:off x="476265" y="2666985"/>
            <a:ext cx="4010010" cy="1523985"/>
          </a:xfrm>
          <a:prstGeom prst="rect">
            <a:avLst/>
          </a:prstGeom>
          <a:solidFill>
            <a:srgbClr val="F7F7F7"/>
          </a:solidFill>
          <a:ln w="12700">
            <a:solidFill>
              <a:srgbClr val="F7F7F7"/>
            </a:solidFill>
            <a:prstDash val="solid"/>
          </a:ln>
        </p:spPr>
        <p:txBody>
          <a:bodyPr/>
          <a:lstStyle/>
          <a:p>
            <a:endParaRPr lang="en-IT" sz="450"/>
          </a:p>
        </p:txBody>
      </p:sp>
      <p:sp>
        <p:nvSpPr>
          <p:cNvPr id="69" name="Shape 10">
            <a:extLst>
              <a:ext uri="{FF2B5EF4-FFF2-40B4-BE49-F238E27FC236}">
                <a16:creationId xmlns:a16="http://schemas.microsoft.com/office/drawing/2014/main" id="{089DCCFB-27AB-C6D3-140A-E54165866AC6}"/>
              </a:ext>
            </a:extLst>
          </p:cNvPr>
          <p:cNvSpPr/>
          <p:nvPr/>
        </p:nvSpPr>
        <p:spPr>
          <a:xfrm>
            <a:off x="476265" y="4171905"/>
            <a:ext cx="4010010" cy="19065"/>
          </a:xfrm>
          <a:prstGeom prst="rect">
            <a:avLst/>
          </a:prstGeom>
          <a:solidFill>
            <a:srgbClr val="277AFF"/>
          </a:solidFill>
          <a:ln w="12700">
            <a:solidFill>
              <a:srgbClr val="277AFF"/>
            </a:solidFill>
            <a:prstDash val="solid"/>
          </a:ln>
        </p:spPr>
        <p:txBody>
          <a:bodyPr/>
          <a:lstStyle/>
          <a:p>
            <a:endParaRPr lang="en-IT" sz="450"/>
          </a:p>
        </p:txBody>
      </p:sp>
      <p:sp>
        <p:nvSpPr>
          <p:cNvPr id="70" name="Text 11">
            <a:extLst>
              <a:ext uri="{FF2B5EF4-FFF2-40B4-BE49-F238E27FC236}">
                <a16:creationId xmlns:a16="http://schemas.microsoft.com/office/drawing/2014/main" id="{56DE60F0-388D-7EE1-F2BC-949A6041200A}"/>
              </a:ext>
            </a:extLst>
          </p:cNvPr>
          <p:cNvSpPr/>
          <p:nvPr/>
        </p:nvSpPr>
        <p:spPr>
          <a:xfrm>
            <a:off x="666781" y="2819370"/>
            <a:ext cx="3629025" cy="285750"/>
          </a:xfrm>
          <a:prstGeom prst="rect">
            <a:avLst/>
          </a:prstGeom>
          <a:noFill/>
          <a:ln/>
        </p:spPr>
        <p:txBody>
          <a:bodyPr wrap="square" lIns="0" tIns="0" rIns="0" bIns="0" rtlCol="0" anchor="t"/>
          <a:lstStyle/>
          <a:p>
            <a:r>
              <a:rPr lang="en-US" sz="1800" kern="0" spc="-50" dirty="0">
                <a:solidFill>
                  <a:srgbClr val="277AFF"/>
                </a:solidFill>
                <a:latin typeface="Manrope" pitchFamily="34" charset="0"/>
                <a:ea typeface="Manrope" pitchFamily="34" charset="-122"/>
                <a:cs typeface="Manrope" pitchFamily="34" charset="-120"/>
              </a:rPr>
              <a:t>Get</a:t>
            </a:r>
            <a:endParaRPr lang="en-US" sz="1800" dirty="0"/>
          </a:p>
        </p:txBody>
      </p:sp>
      <p:sp>
        <p:nvSpPr>
          <p:cNvPr id="71" name="Text 12">
            <a:extLst>
              <a:ext uri="{FF2B5EF4-FFF2-40B4-BE49-F238E27FC236}">
                <a16:creationId xmlns:a16="http://schemas.microsoft.com/office/drawing/2014/main" id="{7ED55C5A-EC78-19FF-A645-58CA1450F382}"/>
              </a:ext>
            </a:extLst>
          </p:cNvPr>
          <p:cNvSpPr/>
          <p:nvPr/>
        </p:nvSpPr>
        <p:spPr>
          <a:xfrm>
            <a:off x="666781" y="3133835"/>
            <a:ext cx="3629025" cy="847740"/>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Visibility, ESG impact reporting, access to a network of 2.2M+ mapped schools across 46 countries.</a:t>
            </a:r>
            <a:endParaRPr lang="en-US" sz="1100" dirty="0"/>
          </a:p>
        </p:txBody>
      </p:sp>
      <p:sp>
        <p:nvSpPr>
          <p:cNvPr id="72" name="Shape 13">
            <a:extLst>
              <a:ext uri="{FF2B5EF4-FFF2-40B4-BE49-F238E27FC236}">
                <a16:creationId xmlns:a16="http://schemas.microsoft.com/office/drawing/2014/main" id="{FDA19617-8C97-81D8-80B7-4A43A51C434E}"/>
              </a:ext>
            </a:extLst>
          </p:cNvPr>
          <p:cNvSpPr/>
          <p:nvPr/>
        </p:nvSpPr>
        <p:spPr>
          <a:xfrm>
            <a:off x="4657725" y="2666985"/>
            <a:ext cx="4010010" cy="1523985"/>
          </a:xfrm>
          <a:prstGeom prst="rect">
            <a:avLst/>
          </a:prstGeom>
          <a:solidFill>
            <a:srgbClr val="F7F7F7"/>
          </a:solidFill>
          <a:ln w="12700">
            <a:solidFill>
              <a:srgbClr val="F7F7F7"/>
            </a:solidFill>
            <a:prstDash val="solid"/>
          </a:ln>
        </p:spPr>
        <p:txBody>
          <a:bodyPr/>
          <a:lstStyle/>
          <a:p>
            <a:endParaRPr lang="en-IT" sz="450"/>
          </a:p>
        </p:txBody>
      </p:sp>
      <p:sp>
        <p:nvSpPr>
          <p:cNvPr id="73" name="Shape 14">
            <a:extLst>
              <a:ext uri="{FF2B5EF4-FFF2-40B4-BE49-F238E27FC236}">
                <a16:creationId xmlns:a16="http://schemas.microsoft.com/office/drawing/2014/main" id="{F17F7FE5-2509-61A6-B29F-5C19E3242F60}"/>
              </a:ext>
            </a:extLst>
          </p:cNvPr>
          <p:cNvSpPr/>
          <p:nvPr/>
        </p:nvSpPr>
        <p:spPr>
          <a:xfrm>
            <a:off x="4657725" y="4171905"/>
            <a:ext cx="4010010" cy="19065"/>
          </a:xfrm>
          <a:prstGeom prst="rect">
            <a:avLst/>
          </a:prstGeom>
          <a:solidFill>
            <a:srgbClr val="277AFF"/>
          </a:solidFill>
          <a:ln w="12700">
            <a:solidFill>
              <a:srgbClr val="277AFF"/>
            </a:solidFill>
            <a:prstDash val="solid"/>
          </a:ln>
        </p:spPr>
        <p:txBody>
          <a:bodyPr/>
          <a:lstStyle/>
          <a:p>
            <a:endParaRPr lang="en-IT" sz="450"/>
          </a:p>
        </p:txBody>
      </p:sp>
      <p:sp>
        <p:nvSpPr>
          <p:cNvPr id="74" name="Text 15">
            <a:extLst>
              <a:ext uri="{FF2B5EF4-FFF2-40B4-BE49-F238E27FC236}">
                <a16:creationId xmlns:a16="http://schemas.microsoft.com/office/drawing/2014/main" id="{B0CBBC56-A665-16F8-125C-60CD9687A27F}"/>
              </a:ext>
            </a:extLst>
          </p:cNvPr>
          <p:cNvSpPr/>
          <p:nvPr/>
        </p:nvSpPr>
        <p:spPr>
          <a:xfrm>
            <a:off x="4848240" y="2819370"/>
            <a:ext cx="3629025" cy="285750"/>
          </a:xfrm>
          <a:prstGeom prst="rect">
            <a:avLst/>
          </a:prstGeom>
          <a:noFill/>
          <a:ln/>
        </p:spPr>
        <p:txBody>
          <a:bodyPr wrap="square" lIns="0" tIns="0" rIns="0" bIns="0" rtlCol="0" anchor="t"/>
          <a:lstStyle/>
          <a:p>
            <a:r>
              <a:rPr lang="en-US" sz="1800" kern="0" spc="-50" dirty="0">
                <a:solidFill>
                  <a:srgbClr val="277AFF"/>
                </a:solidFill>
                <a:latin typeface="Manrope" pitchFamily="34" charset="0"/>
                <a:ea typeface="Manrope" pitchFamily="34" charset="-122"/>
                <a:cs typeface="Manrope" pitchFamily="34" charset="-120"/>
              </a:rPr>
              <a:t>KPIs</a:t>
            </a:r>
            <a:endParaRPr lang="en-US" sz="1800" dirty="0"/>
          </a:p>
        </p:txBody>
      </p:sp>
      <p:sp>
        <p:nvSpPr>
          <p:cNvPr id="75" name="Text 16">
            <a:extLst>
              <a:ext uri="{FF2B5EF4-FFF2-40B4-BE49-F238E27FC236}">
                <a16:creationId xmlns:a16="http://schemas.microsoft.com/office/drawing/2014/main" id="{CEC6B3B7-FF94-85C9-785B-4D7F4DC30AA0}"/>
              </a:ext>
            </a:extLst>
          </p:cNvPr>
          <p:cNvSpPr/>
          <p:nvPr/>
        </p:nvSpPr>
        <p:spPr>
          <a:xfrm>
            <a:off x="4848240" y="3133835"/>
            <a:ext cx="3629025" cy="847740"/>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Number of schools connected, students reached, countries activated, and connectivity uptime monitored.</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fade">
                                      <p:cBhvr>
                                        <p:cTn id="10" dur="500"/>
                                        <p:tgtEl>
                                          <p:spTgt spid="6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2"/>
                                        </p:tgtEl>
                                        <p:attrNameLst>
                                          <p:attrName>style.visibility</p:attrName>
                                        </p:attrNameLst>
                                      </p:cBhvr>
                                      <p:to>
                                        <p:strVal val="visible"/>
                                      </p:to>
                                    </p:set>
                                    <p:animEffect transition="in" filter="fade">
                                      <p:cBhvr>
                                        <p:cTn id="13" dur="500"/>
                                        <p:tgtEl>
                                          <p:spTgt spid="6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500"/>
                                        <p:tgtEl>
                                          <p:spTgt spid="64"/>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65"/>
                                        </p:tgtEl>
                                        <p:attrNameLst>
                                          <p:attrName>style.visibility</p:attrName>
                                        </p:attrNameLst>
                                      </p:cBhvr>
                                      <p:to>
                                        <p:strVal val="visible"/>
                                      </p:to>
                                    </p:set>
                                    <p:animEffect transition="in" filter="fade">
                                      <p:cBhvr>
                                        <p:cTn id="22" dur="500"/>
                                        <p:tgtEl>
                                          <p:spTgt spid="65"/>
                                        </p:tgtEl>
                                      </p:cBhvr>
                                    </p:animEffect>
                                  </p:childTnLst>
                                </p:cTn>
                              </p:par>
                              <p:par>
                                <p:cTn id="23" presetID="10" presetClass="entr" presetSubtype="0" fill="hold" grpId="0" nodeType="withEffect">
                                  <p:stCondLst>
                                    <p:cond delay="200"/>
                                  </p:stCondLst>
                                  <p:childTnLst>
                                    <p:set>
                                      <p:cBhvr>
                                        <p:cTn id="24" dur="1" fill="hold">
                                          <p:stCondLst>
                                            <p:cond delay="0"/>
                                          </p:stCondLst>
                                        </p:cTn>
                                        <p:tgtEl>
                                          <p:spTgt spid="66"/>
                                        </p:tgtEl>
                                        <p:attrNameLst>
                                          <p:attrName>style.visibility</p:attrName>
                                        </p:attrNameLst>
                                      </p:cBhvr>
                                      <p:to>
                                        <p:strVal val="visible"/>
                                      </p:to>
                                    </p:set>
                                    <p:animEffect transition="in" filter="fade">
                                      <p:cBhvr>
                                        <p:cTn id="25" dur="500"/>
                                        <p:tgtEl>
                                          <p:spTgt spid="66"/>
                                        </p:tgtEl>
                                      </p:cBhvr>
                                    </p:animEffect>
                                  </p:childTnLst>
                                </p:cTn>
                              </p:par>
                              <p:par>
                                <p:cTn id="26" presetID="10" presetClass="entr" presetSubtype="0" fill="hold" grpId="0" nodeType="withEffect">
                                  <p:stCondLst>
                                    <p:cond delay="200"/>
                                  </p:stCondLst>
                                  <p:childTnLst>
                                    <p:set>
                                      <p:cBhvr>
                                        <p:cTn id="27" dur="1" fill="hold">
                                          <p:stCondLst>
                                            <p:cond delay="0"/>
                                          </p:stCondLst>
                                        </p:cTn>
                                        <p:tgtEl>
                                          <p:spTgt spid="67"/>
                                        </p:tgtEl>
                                        <p:attrNameLst>
                                          <p:attrName>style.visibility</p:attrName>
                                        </p:attrNameLst>
                                      </p:cBhvr>
                                      <p:to>
                                        <p:strVal val="visible"/>
                                      </p:to>
                                    </p:set>
                                    <p:animEffect transition="in" filter="fade">
                                      <p:cBhvr>
                                        <p:cTn id="28" dur="500"/>
                                        <p:tgtEl>
                                          <p:spTgt spid="67"/>
                                        </p:tgtEl>
                                      </p:cBhvr>
                                    </p:animEffect>
                                  </p:childTnLst>
                                </p:cTn>
                              </p:par>
                              <p:par>
                                <p:cTn id="29" presetID="10" presetClass="entr" presetSubtype="0" fill="hold" grpId="0" nodeType="withEffect">
                                  <p:stCondLst>
                                    <p:cond delay="400"/>
                                  </p:stCondLst>
                                  <p:childTnLst>
                                    <p:set>
                                      <p:cBhvr>
                                        <p:cTn id="30" dur="1" fill="hold">
                                          <p:stCondLst>
                                            <p:cond delay="0"/>
                                          </p:stCondLst>
                                        </p:cTn>
                                        <p:tgtEl>
                                          <p:spTgt spid="68"/>
                                        </p:tgtEl>
                                        <p:attrNameLst>
                                          <p:attrName>style.visibility</p:attrName>
                                        </p:attrNameLst>
                                      </p:cBhvr>
                                      <p:to>
                                        <p:strVal val="visible"/>
                                      </p:to>
                                    </p:set>
                                    <p:animEffect transition="in" filter="fade">
                                      <p:cBhvr>
                                        <p:cTn id="31" dur="500"/>
                                        <p:tgtEl>
                                          <p:spTgt spid="68"/>
                                        </p:tgtEl>
                                      </p:cBhvr>
                                    </p:animEffect>
                                  </p:childTnLst>
                                </p:cTn>
                              </p:par>
                              <p:par>
                                <p:cTn id="32" presetID="10" presetClass="entr" presetSubtype="0" fill="hold" grpId="0" nodeType="withEffect">
                                  <p:stCondLst>
                                    <p:cond delay="400"/>
                                  </p:stCondLst>
                                  <p:childTnLst>
                                    <p:set>
                                      <p:cBhvr>
                                        <p:cTn id="33" dur="1" fill="hold">
                                          <p:stCondLst>
                                            <p:cond delay="0"/>
                                          </p:stCondLst>
                                        </p:cTn>
                                        <p:tgtEl>
                                          <p:spTgt spid="69"/>
                                        </p:tgtEl>
                                        <p:attrNameLst>
                                          <p:attrName>style.visibility</p:attrName>
                                        </p:attrNameLst>
                                      </p:cBhvr>
                                      <p:to>
                                        <p:strVal val="visible"/>
                                      </p:to>
                                    </p:set>
                                    <p:animEffect transition="in" filter="fade">
                                      <p:cBhvr>
                                        <p:cTn id="34" dur="500"/>
                                        <p:tgtEl>
                                          <p:spTgt spid="69"/>
                                        </p:tgtEl>
                                      </p:cBhvr>
                                    </p:animEffect>
                                  </p:childTnLst>
                                </p:cTn>
                              </p:par>
                              <p:par>
                                <p:cTn id="35" presetID="10" presetClass="entr" presetSubtype="0" fill="hold" grpId="0" nodeType="withEffect">
                                  <p:stCondLst>
                                    <p:cond delay="40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500"/>
                                        <p:tgtEl>
                                          <p:spTgt spid="70"/>
                                        </p:tgtEl>
                                      </p:cBhvr>
                                    </p:animEffect>
                                  </p:childTnLst>
                                </p:cTn>
                              </p:par>
                              <p:par>
                                <p:cTn id="38" presetID="10" presetClass="entr" presetSubtype="0" fill="hold" grpId="0" nodeType="withEffect">
                                  <p:stCondLst>
                                    <p:cond delay="400"/>
                                  </p:stCondLst>
                                  <p:childTnLst>
                                    <p:set>
                                      <p:cBhvr>
                                        <p:cTn id="39" dur="1" fill="hold">
                                          <p:stCondLst>
                                            <p:cond delay="0"/>
                                          </p:stCondLst>
                                        </p:cTn>
                                        <p:tgtEl>
                                          <p:spTgt spid="71"/>
                                        </p:tgtEl>
                                        <p:attrNameLst>
                                          <p:attrName>style.visibility</p:attrName>
                                        </p:attrNameLst>
                                      </p:cBhvr>
                                      <p:to>
                                        <p:strVal val="visible"/>
                                      </p:to>
                                    </p:set>
                                    <p:animEffect transition="in" filter="fade">
                                      <p:cBhvr>
                                        <p:cTn id="40" dur="500"/>
                                        <p:tgtEl>
                                          <p:spTgt spid="71"/>
                                        </p:tgtEl>
                                      </p:cBhvr>
                                    </p:animEffect>
                                  </p:childTnLst>
                                </p:cTn>
                              </p:par>
                              <p:par>
                                <p:cTn id="41" presetID="10" presetClass="entr" presetSubtype="0" fill="hold" grpId="0" nodeType="withEffect">
                                  <p:stCondLst>
                                    <p:cond delay="800"/>
                                  </p:stCondLst>
                                  <p:childTnLst>
                                    <p:set>
                                      <p:cBhvr>
                                        <p:cTn id="42" dur="1" fill="hold">
                                          <p:stCondLst>
                                            <p:cond delay="0"/>
                                          </p:stCondLst>
                                        </p:cTn>
                                        <p:tgtEl>
                                          <p:spTgt spid="72"/>
                                        </p:tgtEl>
                                        <p:attrNameLst>
                                          <p:attrName>style.visibility</p:attrName>
                                        </p:attrNameLst>
                                      </p:cBhvr>
                                      <p:to>
                                        <p:strVal val="visible"/>
                                      </p:to>
                                    </p:set>
                                    <p:animEffect transition="in" filter="fade">
                                      <p:cBhvr>
                                        <p:cTn id="43" dur="500"/>
                                        <p:tgtEl>
                                          <p:spTgt spid="72"/>
                                        </p:tgtEl>
                                      </p:cBhvr>
                                    </p:animEffect>
                                  </p:childTnLst>
                                </p:cTn>
                              </p:par>
                              <p:par>
                                <p:cTn id="44" presetID="10" presetClass="entr" presetSubtype="0" fill="hold" grpId="0" nodeType="withEffect">
                                  <p:stCondLst>
                                    <p:cond delay="800"/>
                                  </p:stCondLst>
                                  <p:childTnLst>
                                    <p:set>
                                      <p:cBhvr>
                                        <p:cTn id="45" dur="1" fill="hold">
                                          <p:stCondLst>
                                            <p:cond delay="0"/>
                                          </p:stCondLst>
                                        </p:cTn>
                                        <p:tgtEl>
                                          <p:spTgt spid="73"/>
                                        </p:tgtEl>
                                        <p:attrNameLst>
                                          <p:attrName>style.visibility</p:attrName>
                                        </p:attrNameLst>
                                      </p:cBhvr>
                                      <p:to>
                                        <p:strVal val="visible"/>
                                      </p:to>
                                    </p:set>
                                    <p:animEffect transition="in" filter="fade">
                                      <p:cBhvr>
                                        <p:cTn id="46" dur="500"/>
                                        <p:tgtEl>
                                          <p:spTgt spid="73"/>
                                        </p:tgtEl>
                                      </p:cBhvr>
                                    </p:animEffect>
                                  </p:childTnLst>
                                </p:cTn>
                              </p:par>
                              <p:par>
                                <p:cTn id="47" presetID="10" presetClass="entr" presetSubtype="0" fill="hold" grpId="0" nodeType="withEffect">
                                  <p:stCondLst>
                                    <p:cond delay="800"/>
                                  </p:stCondLst>
                                  <p:childTnLst>
                                    <p:set>
                                      <p:cBhvr>
                                        <p:cTn id="48" dur="1" fill="hold">
                                          <p:stCondLst>
                                            <p:cond delay="0"/>
                                          </p:stCondLst>
                                        </p:cTn>
                                        <p:tgtEl>
                                          <p:spTgt spid="74"/>
                                        </p:tgtEl>
                                        <p:attrNameLst>
                                          <p:attrName>style.visibility</p:attrName>
                                        </p:attrNameLst>
                                      </p:cBhvr>
                                      <p:to>
                                        <p:strVal val="visible"/>
                                      </p:to>
                                    </p:set>
                                    <p:animEffect transition="in" filter="fade">
                                      <p:cBhvr>
                                        <p:cTn id="49" dur="500"/>
                                        <p:tgtEl>
                                          <p:spTgt spid="74"/>
                                        </p:tgtEl>
                                      </p:cBhvr>
                                    </p:animEffect>
                                  </p:childTnLst>
                                </p:cTn>
                              </p:par>
                              <p:par>
                                <p:cTn id="50" presetID="10" presetClass="entr" presetSubtype="0" fill="hold" grpId="0" nodeType="withEffect">
                                  <p:stCondLst>
                                    <p:cond delay="800"/>
                                  </p:stCondLst>
                                  <p:childTnLst>
                                    <p:set>
                                      <p:cBhvr>
                                        <p:cTn id="51" dur="1" fill="hold">
                                          <p:stCondLst>
                                            <p:cond delay="0"/>
                                          </p:stCondLst>
                                        </p:cTn>
                                        <p:tgtEl>
                                          <p:spTgt spid="75"/>
                                        </p:tgtEl>
                                        <p:attrNameLst>
                                          <p:attrName>style.visibility</p:attrName>
                                        </p:attrNameLst>
                                      </p:cBhvr>
                                      <p:to>
                                        <p:strVal val="visible"/>
                                      </p:to>
                                    </p:set>
                                    <p:animEffect transition="in" filter="fade">
                                      <p:cBhvr>
                                        <p:cTn id="52"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0" y="1295400"/>
            <a:ext cx="0"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 </a:t>
            </a:r>
            <a:endParaRPr lang="en-US" sz="1283" dirty="0"/>
          </a:p>
        </p:txBody>
      </p:sp>
      <p:sp>
        <p:nvSpPr>
          <p:cNvPr id="3" name="Shape 1"/>
          <p:cNvSpPr/>
          <p:nvPr/>
        </p:nvSpPr>
        <p:spPr>
          <a:xfrm>
            <a:off x="476250" y="1876425"/>
            <a:ext cx="8191500" cy="2295525"/>
          </a:xfrm>
          <a:prstGeom prst="rect">
            <a:avLst/>
          </a:prstGeom>
          <a:noFill/>
          <a:ln/>
        </p:spPr>
        <p:txBody>
          <a:bodyPr/>
          <a:lstStyle/>
          <a:p>
            <a:endParaRPr lang="en-IT"/>
          </a:p>
        </p:txBody>
      </p:sp>
      <p:pic>
        <p:nvPicPr>
          <p:cNvPr id="8" name="Image 4" descr="preencoded.png"/>
          <p:cNvPicPr>
            <a:picLocks noChangeAspect="1"/>
          </p:cNvPicPr>
          <p:nvPr/>
        </p:nvPicPr>
        <p:blipFill>
          <a:blip r:embed="rId3"/>
          <a:srcRect/>
          <a:stretch/>
        </p:blipFill>
        <p:spPr>
          <a:xfrm>
            <a:off x="7324725" y="4524375"/>
            <a:ext cx="1366838" cy="285750"/>
          </a:xfrm>
          <a:prstGeom prst="rect">
            <a:avLst/>
          </a:prstGeom>
        </p:spPr>
      </p:pic>
      <p:sp>
        <p:nvSpPr>
          <p:cNvPr id="9" name="Text 2"/>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000000">
                    <a:alpha val="99000"/>
                  </a:srgbClr>
                </a:solidFill>
                <a:latin typeface="Open Sans" pitchFamily="34" charset="0"/>
                <a:ea typeface="Open Sans" pitchFamily="34" charset="-122"/>
                <a:cs typeface="Open Sans" pitchFamily="34" charset="-120"/>
              </a:rPr>
              <a:t>Digital impact division</a:t>
            </a:r>
            <a:endParaRPr lang="en-US" sz="713" dirty="0"/>
          </a:p>
        </p:txBody>
      </p:sp>
      <p:sp>
        <p:nvSpPr>
          <p:cNvPr id="10" name="Text 3"/>
          <p:cNvSpPr/>
          <p:nvPr/>
        </p:nvSpPr>
        <p:spPr>
          <a:xfrm>
            <a:off x="476250" y="476250"/>
            <a:ext cx="8191500" cy="885825"/>
          </a:xfrm>
          <a:prstGeom prst="rect">
            <a:avLst/>
          </a:prstGeom>
          <a:noFill/>
          <a:ln/>
        </p:spPr>
        <p:txBody>
          <a:bodyPr wrap="square" lIns="0" tIns="0" rIns="0" bIns="0" rtlCol="0" anchor="t"/>
          <a:lstStyle/>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Atlas Emergency Response Mapping​</a:t>
            </a:r>
            <a:endParaRPr lang="en-US" sz="2850" dirty="0"/>
          </a:p>
        </p:txBody>
      </p:sp>
      <p:grpSp>
        <p:nvGrpSpPr>
          <p:cNvPr id="36" name="Group 35">
            <a:extLst>
              <a:ext uri="{FF2B5EF4-FFF2-40B4-BE49-F238E27FC236}">
                <a16:creationId xmlns:a16="http://schemas.microsoft.com/office/drawing/2014/main" id="{2D42CC4F-2915-A76C-5D6C-A8B991C3370A}"/>
              </a:ext>
            </a:extLst>
          </p:cNvPr>
          <p:cNvGrpSpPr/>
          <p:nvPr/>
        </p:nvGrpSpPr>
        <p:grpSpPr>
          <a:xfrm>
            <a:off x="2567335" y="1876425"/>
            <a:ext cx="1918585" cy="2305057"/>
            <a:chOff x="2567335" y="1876425"/>
            <a:chExt cx="1918585" cy="2305057"/>
          </a:xfrm>
        </p:grpSpPr>
        <p:sp>
          <p:nvSpPr>
            <p:cNvPr id="18" name="Shape 1">
              <a:extLst>
                <a:ext uri="{FF2B5EF4-FFF2-40B4-BE49-F238E27FC236}">
                  <a16:creationId xmlns:a16="http://schemas.microsoft.com/office/drawing/2014/main" id="{693523DB-EDDE-61D2-C52C-5B422B250A6A}"/>
                </a:ext>
              </a:extLst>
            </p:cNvPr>
            <p:cNvSpPr/>
            <p:nvPr/>
          </p:nvSpPr>
          <p:spPr>
            <a:xfrm>
              <a:off x="2567335" y="1876425"/>
              <a:ext cx="1918260" cy="2295525"/>
            </a:xfrm>
            <a:prstGeom prst="rect">
              <a:avLst/>
            </a:prstGeom>
            <a:solidFill>
              <a:srgbClr val="F7F7F7"/>
            </a:solidFill>
            <a:ln w="12700">
              <a:solidFill>
                <a:srgbClr val="F7F7F7"/>
              </a:solidFill>
              <a:prstDash val="solid"/>
            </a:ln>
          </p:spPr>
          <p:txBody>
            <a:bodyPr/>
            <a:lstStyle/>
            <a:p>
              <a:endParaRPr lang="en-IT" sz="450"/>
            </a:p>
          </p:txBody>
        </p:sp>
        <p:sp>
          <p:nvSpPr>
            <p:cNvPr id="35" name="Shape 2">
              <a:extLst>
                <a:ext uri="{FF2B5EF4-FFF2-40B4-BE49-F238E27FC236}">
                  <a16:creationId xmlns:a16="http://schemas.microsoft.com/office/drawing/2014/main" id="{3465B06E-BDC6-CBCD-03BA-B5644AE80FF2}"/>
                </a:ext>
              </a:extLst>
            </p:cNvPr>
            <p:cNvSpPr/>
            <p:nvPr/>
          </p:nvSpPr>
          <p:spPr>
            <a:xfrm>
              <a:off x="2567335" y="4162417"/>
              <a:ext cx="1918585" cy="19065"/>
            </a:xfrm>
            <a:prstGeom prst="rect">
              <a:avLst/>
            </a:prstGeom>
            <a:solidFill>
              <a:srgbClr val="277AFF"/>
            </a:solidFill>
            <a:ln w="12700">
              <a:solidFill>
                <a:srgbClr val="277AFF"/>
              </a:solidFill>
              <a:prstDash val="solid"/>
            </a:ln>
          </p:spPr>
          <p:txBody>
            <a:bodyPr/>
            <a:lstStyle/>
            <a:p>
              <a:endParaRPr lang="en-IT" sz="450"/>
            </a:p>
          </p:txBody>
        </p:sp>
      </p:grpSp>
      <p:grpSp>
        <p:nvGrpSpPr>
          <p:cNvPr id="37" name="Group 36">
            <a:extLst>
              <a:ext uri="{FF2B5EF4-FFF2-40B4-BE49-F238E27FC236}">
                <a16:creationId xmlns:a16="http://schemas.microsoft.com/office/drawing/2014/main" id="{F35C0139-D621-4594-42E7-9D6BC1D797CE}"/>
              </a:ext>
            </a:extLst>
          </p:cNvPr>
          <p:cNvGrpSpPr/>
          <p:nvPr/>
        </p:nvGrpSpPr>
        <p:grpSpPr>
          <a:xfrm>
            <a:off x="476250" y="1876425"/>
            <a:ext cx="1918585" cy="2305057"/>
            <a:chOff x="2567335" y="1876425"/>
            <a:chExt cx="1918585" cy="2305057"/>
          </a:xfrm>
        </p:grpSpPr>
        <p:sp>
          <p:nvSpPr>
            <p:cNvPr id="38" name="Shape 1">
              <a:extLst>
                <a:ext uri="{FF2B5EF4-FFF2-40B4-BE49-F238E27FC236}">
                  <a16:creationId xmlns:a16="http://schemas.microsoft.com/office/drawing/2014/main" id="{9ABF6C38-924E-4302-B2B3-23052BFDB8C1}"/>
                </a:ext>
              </a:extLst>
            </p:cNvPr>
            <p:cNvSpPr/>
            <p:nvPr/>
          </p:nvSpPr>
          <p:spPr>
            <a:xfrm>
              <a:off x="2567335" y="1876425"/>
              <a:ext cx="1918260" cy="2295525"/>
            </a:xfrm>
            <a:prstGeom prst="rect">
              <a:avLst/>
            </a:prstGeom>
            <a:solidFill>
              <a:srgbClr val="F7F7F7"/>
            </a:solidFill>
            <a:ln w="12700">
              <a:solidFill>
                <a:srgbClr val="F7F7F7"/>
              </a:solidFill>
              <a:prstDash val="solid"/>
            </a:ln>
          </p:spPr>
          <p:txBody>
            <a:bodyPr/>
            <a:lstStyle/>
            <a:p>
              <a:endParaRPr lang="en-IT" sz="450"/>
            </a:p>
          </p:txBody>
        </p:sp>
        <p:sp>
          <p:nvSpPr>
            <p:cNvPr id="39" name="Shape 2">
              <a:extLst>
                <a:ext uri="{FF2B5EF4-FFF2-40B4-BE49-F238E27FC236}">
                  <a16:creationId xmlns:a16="http://schemas.microsoft.com/office/drawing/2014/main" id="{BD3FB7B3-564B-F3BB-C9D0-72ACB73DB154}"/>
                </a:ext>
              </a:extLst>
            </p:cNvPr>
            <p:cNvSpPr/>
            <p:nvPr/>
          </p:nvSpPr>
          <p:spPr>
            <a:xfrm>
              <a:off x="2567335" y="4162417"/>
              <a:ext cx="1918585" cy="19065"/>
            </a:xfrm>
            <a:prstGeom prst="rect">
              <a:avLst/>
            </a:prstGeom>
            <a:solidFill>
              <a:srgbClr val="277AFF"/>
            </a:solidFill>
            <a:ln w="12700">
              <a:solidFill>
                <a:srgbClr val="277AFF"/>
              </a:solidFill>
              <a:prstDash val="solid"/>
            </a:ln>
          </p:spPr>
          <p:txBody>
            <a:bodyPr/>
            <a:lstStyle/>
            <a:p>
              <a:endParaRPr lang="en-IT" sz="450"/>
            </a:p>
          </p:txBody>
        </p:sp>
      </p:grpSp>
      <p:grpSp>
        <p:nvGrpSpPr>
          <p:cNvPr id="40" name="Group 39">
            <a:extLst>
              <a:ext uri="{FF2B5EF4-FFF2-40B4-BE49-F238E27FC236}">
                <a16:creationId xmlns:a16="http://schemas.microsoft.com/office/drawing/2014/main" id="{9197F059-9D1F-7615-FDDD-23627D3ECE46}"/>
              </a:ext>
            </a:extLst>
          </p:cNvPr>
          <p:cNvGrpSpPr/>
          <p:nvPr/>
        </p:nvGrpSpPr>
        <p:grpSpPr>
          <a:xfrm>
            <a:off x="4661381" y="1876425"/>
            <a:ext cx="1918585" cy="2305057"/>
            <a:chOff x="2567335" y="1876425"/>
            <a:chExt cx="1918585" cy="2305057"/>
          </a:xfrm>
        </p:grpSpPr>
        <p:sp>
          <p:nvSpPr>
            <p:cNvPr id="41" name="Shape 1">
              <a:extLst>
                <a:ext uri="{FF2B5EF4-FFF2-40B4-BE49-F238E27FC236}">
                  <a16:creationId xmlns:a16="http://schemas.microsoft.com/office/drawing/2014/main" id="{8669BFB4-F122-C319-0584-BB1139097216}"/>
                </a:ext>
              </a:extLst>
            </p:cNvPr>
            <p:cNvSpPr/>
            <p:nvPr/>
          </p:nvSpPr>
          <p:spPr>
            <a:xfrm>
              <a:off x="2567335" y="1876425"/>
              <a:ext cx="1918260" cy="2295525"/>
            </a:xfrm>
            <a:prstGeom prst="rect">
              <a:avLst/>
            </a:prstGeom>
            <a:solidFill>
              <a:srgbClr val="F7F7F7"/>
            </a:solidFill>
            <a:ln w="12700">
              <a:solidFill>
                <a:srgbClr val="F7F7F7"/>
              </a:solidFill>
              <a:prstDash val="solid"/>
            </a:ln>
          </p:spPr>
          <p:txBody>
            <a:bodyPr/>
            <a:lstStyle/>
            <a:p>
              <a:endParaRPr lang="en-IT" sz="450"/>
            </a:p>
          </p:txBody>
        </p:sp>
        <p:sp>
          <p:nvSpPr>
            <p:cNvPr id="42" name="Shape 2">
              <a:extLst>
                <a:ext uri="{FF2B5EF4-FFF2-40B4-BE49-F238E27FC236}">
                  <a16:creationId xmlns:a16="http://schemas.microsoft.com/office/drawing/2014/main" id="{14ABEB5E-3C26-0E12-D167-489B371EA0BE}"/>
                </a:ext>
              </a:extLst>
            </p:cNvPr>
            <p:cNvSpPr/>
            <p:nvPr/>
          </p:nvSpPr>
          <p:spPr>
            <a:xfrm>
              <a:off x="2567335" y="4162417"/>
              <a:ext cx="1918585" cy="19065"/>
            </a:xfrm>
            <a:prstGeom prst="rect">
              <a:avLst/>
            </a:prstGeom>
            <a:solidFill>
              <a:srgbClr val="277AFF"/>
            </a:solidFill>
            <a:ln w="12700">
              <a:solidFill>
                <a:srgbClr val="277AFF"/>
              </a:solidFill>
              <a:prstDash val="solid"/>
            </a:ln>
          </p:spPr>
          <p:txBody>
            <a:bodyPr/>
            <a:lstStyle/>
            <a:p>
              <a:endParaRPr lang="en-IT" sz="450"/>
            </a:p>
          </p:txBody>
        </p:sp>
      </p:grpSp>
      <p:grpSp>
        <p:nvGrpSpPr>
          <p:cNvPr id="43" name="Group 42">
            <a:extLst>
              <a:ext uri="{FF2B5EF4-FFF2-40B4-BE49-F238E27FC236}">
                <a16:creationId xmlns:a16="http://schemas.microsoft.com/office/drawing/2014/main" id="{4072FCC2-932D-72B4-BB2D-D213C3766A46}"/>
              </a:ext>
            </a:extLst>
          </p:cNvPr>
          <p:cNvGrpSpPr/>
          <p:nvPr/>
        </p:nvGrpSpPr>
        <p:grpSpPr>
          <a:xfrm>
            <a:off x="6748447" y="1876425"/>
            <a:ext cx="1918585" cy="2305057"/>
            <a:chOff x="2567335" y="1876425"/>
            <a:chExt cx="1918585" cy="2305057"/>
          </a:xfrm>
        </p:grpSpPr>
        <p:sp>
          <p:nvSpPr>
            <p:cNvPr id="44" name="Shape 1">
              <a:extLst>
                <a:ext uri="{FF2B5EF4-FFF2-40B4-BE49-F238E27FC236}">
                  <a16:creationId xmlns:a16="http://schemas.microsoft.com/office/drawing/2014/main" id="{59EB1ABA-D6A7-08D7-6692-7BCE5E012B2E}"/>
                </a:ext>
              </a:extLst>
            </p:cNvPr>
            <p:cNvSpPr/>
            <p:nvPr/>
          </p:nvSpPr>
          <p:spPr>
            <a:xfrm>
              <a:off x="2567335" y="1876425"/>
              <a:ext cx="1918260" cy="2295525"/>
            </a:xfrm>
            <a:prstGeom prst="rect">
              <a:avLst/>
            </a:prstGeom>
            <a:solidFill>
              <a:srgbClr val="F7F7F7"/>
            </a:solidFill>
            <a:ln w="12700">
              <a:solidFill>
                <a:srgbClr val="F7F7F7"/>
              </a:solidFill>
              <a:prstDash val="solid"/>
            </a:ln>
          </p:spPr>
          <p:txBody>
            <a:bodyPr/>
            <a:lstStyle/>
            <a:p>
              <a:endParaRPr lang="en-IT" sz="450"/>
            </a:p>
          </p:txBody>
        </p:sp>
        <p:sp>
          <p:nvSpPr>
            <p:cNvPr id="45" name="Shape 2">
              <a:extLst>
                <a:ext uri="{FF2B5EF4-FFF2-40B4-BE49-F238E27FC236}">
                  <a16:creationId xmlns:a16="http://schemas.microsoft.com/office/drawing/2014/main" id="{9ECC5F33-795A-FB2F-A2F5-AAF9B2C6C5A2}"/>
                </a:ext>
              </a:extLst>
            </p:cNvPr>
            <p:cNvSpPr/>
            <p:nvPr/>
          </p:nvSpPr>
          <p:spPr>
            <a:xfrm>
              <a:off x="2567335" y="4162417"/>
              <a:ext cx="1918585" cy="19065"/>
            </a:xfrm>
            <a:prstGeom prst="rect">
              <a:avLst/>
            </a:prstGeom>
            <a:solidFill>
              <a:srgbClr val="277AFF"/>
            </a:solidFill>
            <a:ln w="12700">
              <a:solidFill>
                <a:srgbClr val="277AFF"/>
              </a:solidFill>
              <a:prstDash val="solid"/>
            </a:ln>
          </p:spPr>
          <p:txBody>
            <a:bodyPr/>
            <a:lstStyle/>
            <a:p>
              <a:endParaRPr lang="en-IT" sz="450"/>
            </a:p>
          </p:txBody>
        </p:sp>
      </p:grpSp>
      <p:sp>
        <p:nvSpPr>
          <p:cNvPr id="48" name="Text 3">
            <a:extLst>
              <a:ext uri="{FF2B5EF4-FFF2-40B4-BE49-F238E27FC236}">
                <a16:creationId xmlns:a16="http://schemas.microsoft.com/office/drawing/2014/main" id="{79E1B582-C438-51C6-ABB2-99116DA85EF5}"/>
              </a:ext>
            </a:extLst>
          </p:cNvPr>
          <p:cNvSpPr/>
          <p:nvPr/>
        </p:nvSpPr>
        <p:spPr>
          <a:xfrm>
            <a:off x="666781" y="2047875"/>
            <a:ext cx="1571093" cy="267185"/>
          </a:xfrm>
          <a:prstGeom prst="rect">
            <a:avLst/>
          </a:prstGeom>
          <a:noFill/>
          <a:ln/>
        </p:spPr>
        <p:txBody>
          <a:bodyPr wrap="square" lIns="0" tIns="0" rIns="0" bIns="0" rtlCol="0" anchor="t"/>
          <a:lstStyle/>
          <a:p>
            <a:r>
              <a:rPr lang="en-US" sz="1800" kern="0" spc="-50" dirty="0">
                <a:solidFill>
                  <a:srgbClr val="277AFF"/>
                </a:solidFill>
                <a:latin typeface="Manrope" pitchFamily="34" charset="0"/>
                <a:ea typeface="Manrope" pitchFamily="34" charset="-122"/>
                <a:cs typeface="Manrope" pitchFamily="34" charset="-120"/>
              </a:rPr>
              <a:t>1</a:t>
            </a:r>
            <a:endParaRPr lang="en-US" sz="1800" dirty="0"/>
          </a:p>
        </p:txBody>
      </p:sp>
      <p:sp>
        <p:nvSpPr>
          <p:cNvPr id="49" name="Text 3">
            <a:extLst>
              <a:ext uri="{FF2B5EF4-FFF2-40B4-BE49-F238E27FC236}">
                <a16:creationId xmlns:a16="http://schemas.microsoft.com/office/drawing/2014/main" id="{4CF8B205-F9E8-A765-AD01-503143B60B58}"/>
              </a:ext>
            </a:extLst>
          </p:cNvPr>
          <p:cNvSpPr/>
          <p:nvPr/>
        </p:nvSpPr>
        <p:spPr>
          <a:xfrm>
            <a:off x="2736213" y="2047875"/>
            <a:ext cx="1571093" cy="267185"/>
          </a:xfrm>
          <a:prstGeom prst="rect">
            <a:avLst/>
          </a:prstGeom>
          <a:noFill/>
          <a:ln/>
        </p:spPr>
        <p:txBody>
          <a:bodyPr wrap="square" lIns="0" tIns="0" rIns="0" bIns="0" rtlCol="0" anchor="t"/>
          <a:lstStyle/>
          <a:p>
            <a:r>
              <a:rPr lang="en-US" sz="1800" kern="0" spc="-50" dirty="0">
                <a:solidFill>
                  <a:srgbClr val="277AFF"/>
                </a:solidFill>
                <a:latin typeface="Manrope" pitchFamily="34" charset="0"/>
                <a:ea typeface="Manrope" pitchFamily="34" charset="-122"/>
                <a:cs typeface="Manrope" pitchFamily="34" charset="-120"/>
              </a:rPr>
              <a:t>2</a:t>
            </a:r>
            <a:endParaRPr lang="en-US" sz="1800" dirty="0"/>
          </a:p>
        </p:txBody>
      </p:sp>
      <p:sp>
        <p:nvSpPr>
          <p:cNvPr id="50" name="Text 3">
            <a:extLst>
              <a:ext uri="{FF2B5EF4-FFF2-40B4-BE49-F238E27FC236}">
                <a16:creationId xmlns:a16="http://schemas.microsoft.com/office/drawing/2014/main" id="{6075D5FF-7007-06AB-231D-288B763E5D2B}"/>
              </a:ext>
            </a:extLst>
          </p:cNvPr>
          <p:cNvSpPr/>
          <p:nvPr/>
        </p:nvSpPr>
        <p:spPr>
          <a:xfrm>
            <a:off x="4841740" y="2047875"/>
            <a:ext cx="1571093" cy="267185"/>
          </a:xfrm>
          <a:prstGeom prst="rect">
            <a:avLst/>
          </a:prstGeom>
          <a:noFill/>
          <a:ln/>
        </p:spPr>
        <p:txBody>
          <a:bodyPr wrap="square" lIns="0" tIns="0" rIns="0" bIns="0" rtlCol="0" anchor="t"/>
          <a:lstStyle/>
          <a:p>
            <a:r>
              <a:rPr lang="en-US" sz="1800" kern="0" spc="-50" dirty="0">
                <a:solidFill>
                  <a:srgbClr val="277AFF"/>
                </a:solidFill>
                <a:latin typeface="Manrope" pitchFamily="34" charset="0"/>
                <a:ea typeface="Manrope" pitchFamily="34" charset="-122"/>
                <a:cs typeface="Manrope" pitchFamily="34" charset="-120"/>
              </a:rPr>
              <a:t>3</a:t>
            </a:r>
            <a:endParaRPr lang="en-US" sz="1800" dirty="0"/>
          </a:p>
        </p:txBody>
      </p:sp>
      <p:sp>
        <p:nvSpPr>
          <p:cNvPr id="51" name="Text 3">
            <a:extLst>
              <a:ext uri="{FF2B5EF4-FFF2-40B4-BE49-F238E27FC236}">
                <a16:creationId xmlns:a16="http://schemas.microsoft.com/office/drawing/2014/main" id="{15110018-69EB-C27A-DBA0-42FC8304A84A}"/>
              </a:ext>
            </a:extLst>
          </p:cNvPr>
          <p:cNvSpPr/>
          <p:nvPr/>
        </p:nvSpPr>
        <p:spPr>
          <a:xfrm>
            <a:off x="6911171" y="2047875"/>
            <a:ext cx="1571093" cy="267185"/>
          </a:xfrm>
          <a:prstGeom prst="rect">
            <a:avLst/>
          </a:prstGeom>
          <a:noFill/>
          <a:ln/>
        </p:spPr>
        <p:txBody>
          <a:bodyPr wrap="square" lIns="0" tIns="0" rIns="0" bIns="0" rtlCol="0" anchor="t"/>
          <a:lstStyle/>
          <a:p>
            <a:r>
              <a:rPr lang="en-US" sz="1800" kern="0" spc="-50" dirty="0">
                <a:solidFill>
                  <a:srgbClr val="277AFF"/>
                </a:solidFill>
                <a:latin typeface="Manrope" pitchFamily="34" charset="0"/>
                <a:ea typeface="Manrope" pitchFamily="34" charset="-122"/>
                <a:cs typeface="Manrope" pitchFamily="34" charset="-120"/>
              </a:rPr>
              <a:t>4</a:t>
            </a:r>
            <a:endParaRPr lang="en-US" sz="1800" dirty="0"/>
          </a:p>
        </p:txBody>
      </p:sp>
      <p:sp>
        <p:nvSpPr>
          <p:cNvPr id="54" name="Text 12">
            <a:extLst>
              <a:ext uri="{FF2B5EF4-FFF2-40B4-BE49-F238E27FC236}">
                <a16:creationId xmlns:a16="http://schemas.microsoft.com/office/drawing/2014/main" id="{CE33D879-D67F-B298-B60D-7AE041E2EF0A}"/>
              </a:ext>
            </a:extLst>
          </p:cNvPr>
          <p:cNvSpPr/>
          <p:nvPr/>
        </p:nvSpPr>
        <p:spPr>
          <a:xfrm>
            <a:off x="666781" y="2810386"/>
            <a:ext cx="1571093" cy="950471"/>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Visibility, ESG impact reporting, access to a network of 2.2M+ mapped schools across</a:t>
            </a:r>
            <a:endParaRPr lang="en-US" sz="1100" dirty="0"/>
          </a:p>
        </p:txBody>
      </p:sp>
      <p:sp>
        <p:nvSpPr>
          <p:cNvPr id="55" name="Text 12">
            <a:extLst>
              <a:ext uri="{FF2B5EF4-FFF2-40B4-BE49-F238E27FC236}">
                <a16:creationId xmlns:a16="http://schemas.microsoft.com/office/drawing/2014/main" id="{4C3EC436-020D-814F-C997-8A2923D9FA80}"/>
              </a:ext>
            </a:extLst>
          </p:cNvPr>
          <p:cNvSpPr/>
          <p:nvPr/>
        </p:nvSpPr>
        <p:spPr>
          <a:xfrm>
            <a:off x="2748244" y="2810386"/>
            <a:ext cx="1571093" cy="950471"/>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Visibility, ESG impact reporting, access to a network of 2.2M+ mapped schools across</a:t>
            </a:r>
            <a:endParaRPr lang="en-US" sz="1100" dirty="0"/>
          </a:p>
        </p:txBody>
      </p:sp>
      <p:sp>
        <p:nvSpPr>
          <p:cNvPr id="56" name="Text 12">
            <a:extLst>
              <a:ext uri="{FF2B5EF4-FFF2-40B4-BE49-F238E27FC236}">
                <a16:creationId xmlns:a16="http://schemas.microsoft.com/office/drawing/2014/main" id="{49326685-5F75-113A-FA10-0D62A00B6BDD}"/>
              </a:ext>
            </a:extLst>
          </p:cNvPr>
          <p:cNvSpPr/>
          <p:nvPr/>
        </p:nvSpPr>
        <p:spPr>
          <a:xfrm>
            <a:off x="4841739" y="2810386"/>
            <a:ext cx="1571093" cy="950471"/>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Visibility, ESG impact reporting, access to a network of 2.2M+ mapped schools across</a:t>
            </a:r>
            <a:endParaRPr lang="en-US" sz="1100" dirty="0"/>
          </a:p>
        </p:txBody>
      </p:sp>
      <p:sp>
        <p:nvSpPr>
          <p:cNvPr id="57" name="Text 12">
            <a:extLst>
              <a:ext uri="{FF2B5EF4-FFF2-40B4-BE49-F238E27FC236}">
                <a16:creationId xmlns:a16="http://schemas.microsoft.com/office/drawing/2014/main" id="{E584F8A9-C24A-B4BB-9152-AEEBC1A78920}"/>
              </a:ext>
            </a:extLst>
          </p:cNvPr>
          <p:cNvSpPr/>
          <p:nvPr/>
        </p:nvSpPr>
        <p:spPr>
          <a:xfrm>
            <a:off x="6923202" y="2810386"/>
            <a:ext cx="1571093" cy="950471"/>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Visibility, ESG impact reporting, access to a network of 2.2M+ mapped schools across</a:t>
            </a:r>
            <a:endParaRPr lang="en-US" sz="1100" dirty="0"/>
          </a:p>
        </p:txBody>
      </p:sp>
      <p:sp>
        <p:nvSpPr>
          <p:cNvPr id="58" name="Text 12">
            <a:extLst>
              <a:ext uri="{FF2B5EF4-FFF2-40B4-BE49-F238E27FC236}">
                <a16:creationId xmlns:a16="http://schemas.microsoft.com/office/drawing/2014/main" id="{B767A032-581D-F7CA-C85E-AB2F88D9FB36}"/>
              </a:ext>
            </a:extLst>
          </p:cNvPr>
          <p:cNvSpPr/>
          <p:nvPr/>
        </p:nvSpPr>
        <p:spPr>
          <a:xfrm>
            <a:off x="666781" y="2486510"/>
            <a:ext cx="1571093" cy="267185"/>
          </a:xfrm>
          <a:prstGeom prst="rect">
            <a:avLst/>
          </a:prstGeom>
          <a:noFill/>
          <a:ln/>
        </p:spPr>
        <p:txBody>
          <a:bodyPr wrap="square" lIns="0" tIns="0" rIns="0" bIns="0" rtlCol="0" anchor="t"/>
          <a:lstStyle/>
          <a:p>
            <a:pPr>
              <a:lnSpc>
                <a:spcPct val="140000"/>
              </a:lnSpc>
            </a:pPr>
            <a:r>
              <a:rPr lang="en-US" sz="1280" dirty="0">
                <a:solidFill>
                  <a:srgbClr val="000000">
                    <a:alpha val="99000"/>
                  </a:srgbClr>
                </a:solidFill>
                <a:latin typeface="Manrope" pitchFamily="2" charset="0"/>
                <a:ea typeface="Open Sans" pitchFamily="34" charset="-122"/>
                <a:cs typeface="Open Sans" pitchFamily="34" charset="-120"/>
              </a:rPr>
              <a:t>What</a:t>
            </a:r>
            <a:endParaRPr lang="en-US" sz="1280" dirty="0">
              <a:latin typeface="Manrope" pitchFamily="2" charset="0"/>
            </a:endParaRPr>
          </a:p>
        </p:txBody>
      </p:sp>
      <p:sp>
        <p:nvSpPr>
          <p:cNvPr id="62" name="Text 12">
            <a:extLst>
              <a:ext uri="{FF2B5EF4-FFF2-40B4-BE49-F238E27FC236}">
                <a16:creationId xmlns:a16="http://schemas.microsoft.com/office/drawing/2014/main" id="{3550AE94-5E15-5508-01D4-856876519302}"/>
              </a:ext>
            </a:extLst>
          </p:cNvPr>
          <p:cNvSpPr/>
          <p:nvPr/>
        </p:nvSpPr>
        <p:spPr>
          <a:xfrm>
            <a:off x="2760275" y="2486510"/>
            <a:ext cx="1571093" cy="267185"/>
          </a:xfrm>
          <a:prstGeom prst="rect">
            <a:avLst/>
          </a:prstGeom>
          <a:noFill/>
          <a:ln/>
        </p:spPr>
        <p:txBody>
          <a:bodyPr wrap="square" lIns="0" tIns="0" rIns="0" bIns="0" rtlCol="0" anchor="t"/>
          <a:lstStyle/>
          <a:p>
            <a:pPr>
              <a:lnSpc>
                <a:spcPct val="140000"/>
              </a:lnSpc>
            </a:pPr>
            <a:r>
              <a:rPr lang="en-US" sz="1280" dirty="0">
                <a:solidFill>
                  <a:srgbClr val="000000">
                    <a:alpha val="99000"/>
                  </a:srgbClr>
                </a:solidFill>
                <a:latin typeface="Manrope" pitchFamily="2" charset="0"/>
                <a:ea typeface="Open Sans" pitchFamily="34" charset="-122"/>
                <a:cs typeface="Open Sans" pitchFamily="34" charset="-120"/>
              </a:rPr>
              <a:t>What</a:t>
            </a:r>
            <a:endParaRPr lang="en-US" sz="1280" dirty="0">
              <a:latin typeface="Manrope" pitchFamily="2" charset="0"/>
            </a:endParaRPr>
          </a:p>
        </p:txBody>
      </p:sp>
      <p:sp>
        <p:nvSpPr>
          <p:cNvPr id="63" name="Text 12">
            <a:extLst>
              <a:ext uri="{FF2B5EF4-FFF2-40B4-BE49-F238E27FC236}">
                <a16:creationId xmlns:a16="http://schemas.microsoft.com/office/drawing/2014/main" id="{00422EB4-B304-2BB5-5961-8253AAD8AFB1}"/>
              </a:ext>
            </a:extLst>
          </p:cNvPr>
          <p:cNvSpPr/>
          <p:nvPr/>
        </p:nvSpPr>
        <p:spPr>
          <a:xfrm>
            <a:off x="4841738" y="2486510"/>
            <a:ext cx="1571093" cy="267185"/>
          </a:xfrm>
          <a:prstGeom prst="rect">
            <a:avLst/>
          </a:prstGeom>
          <a:noFill/>
          <a:ln/>
        </p:spPr>
        <p:txBody>
          <a:bodyPr wrap="square" lIns="0" tIns="0" rIns="0" bIns="0" rtlCol="0" anchor="t"/>
          <a:lstStyle/>
          <a:p>
            <a:pPr>
              <a:lnSpc>
                <a:spcPct val="140000"/>
              </a:lnSpc>
            </a:pPr>
            <a:r>
              <a:rPr lang="en-US" sz="1280" dirty="0">
                <a:solidFill>
                  <a:srgbClr val="000000">
                    <a:alpha val="99000"/>
                  </a:srgbClr>
                </a:solidFill>
                <a:latin typeface="Manrope" pitchFamily="2" charset="0"/>
                <a:ea typeface="Open Sans" pitchFamily="34" charset="-122"/>
                <a:cs typeface="Open Sans" pitchFamily="34" charset="-120"/>
              </a:rPr>
              <a:t>What</a:t>
            </a:r>
            <a:endParaRPr lang="en-US" sz="1280" dirty="0">
              <a:latin typeface="Manrope" pitchFamily="2" charset="0"/>
            </a:endParaRPr>
          </a:p>
        </p:txBody>
      </p:sp>
      <p:sp>
        <p:nvSpPr>
          <p:cNvPr id="64" name="Text 12">
            <a:extLst>
              <a:ext uri="{FF2B5EF4-FFF2-40B4-BE49-F238E27FC236}">
                <a16:creationId xmlns:a16="http://schemas.microsoft.com/office/drawing/2014/main" id="{25301F80-9BD9-3CD3-F318-E4E1D51D7355}"/>
              </a:ext>
            </a:extLst>
          </p:cNvPr>
          <p:cNvSpPr/>
          <p:nvPr/>
        </p:nvSpPr>
        <p:spPr>
          <a:xfrm>
            <a:off x="6911170" y="2486510"/>
            <a:ext cx="1571093" cy="267185"/>
          </a:xfrm>
          <a:prstGeom prst="rect">
            <a:avLst/>
          </a:prstGeom>
          <a:noFill/>
          <a:ln/>
        </p:spPr>
        <p:txBody>
          <a:bodyPr wrap="square" lIns="0" tIns="0" rIns="0" bIns="0" rtlCol="0" anchor="t"/>
          <a:lstStyle/>
          <a:p>
            <a:pPr>
              <a:lnSpc>
                <a:spcPct val="140000"/>
              </a:lnSpc>
            </a:pPr>
            <a:r>
              <a:rPr lang="en-US" sz="1280" dirty="0">
                <a:solidFill>
                  <a:srgbClr val="000000">
                    <a:alpha val="99000"/>
                  </a:srgbClr>
                </a:solidFill>
                <a:latin typeface="Manrope" pitchFamily="2" charset="0"/>
                <a:ea typeface="Open Sans" pitchFamily="34" charset="-122"/>
                <a:cs typeface="Open Sans" pitchFamily="34" charset="-120"/>
              </a:rPr>
              <a:t>What</a:t>
            </a:r>
            <a:endParaRPr lang="en-US" sz="1280" dirty="0">
              <a:latin typeface="Manrope" pitchFamily="2"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visible"/>
                                      </p:to>
                                    </p:set>
                                    <p:animEffect transition="in" filter="fade">
                                      <p:cBhvr>
                                        <p:cTn id="13" dur="500"/>
                                        <p:tgtEl>
                                          <p:spTgt spid="5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500"/>
                                        <p:tgtEl>
                                          <p:spTgt spid="58"/>
                                        </p:tgtEl>
                                      </p:cBhvr>
                                    </p:animEffect>
                                  </p:childTnLst>
                                </p:cTn>
                              </p:par>
                              <p:par>
                                <p:cTn id="17" presetID="10" presetClass="entr" presetSubtype="0" fill="hold" nodeType="withEffect">
                                  <p:stCondLst>
                                    <p:cond delay="20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500"/>
                                        <p:tgtEl>
                                          <p:spTgt spid="49"/>
                                        </p:tgtEl>
                                      </p:cBhvr>
                                    </p:animEffect>
                                  </p:childTnLst>
                                </p:cTn>
                              </p:par>
                              <p:par>
                                <p:cTn id="23" presetID="10" presetClass="entr" presetSubtype="0" fill="hold" grpId="0" nodeType="withEffect">
                                  <p:stCondLst>
                                    <p:cond delay="200"/>
                                  </p:stCondLst>
                                  <p:childTnLst>
                                    <p:set>
                                      <p:cBhvr>
                                        <p:cTn id="24" dur="1" fill="hold">
                                          <p:stCondLst>
                                            <p:cond delay="0"/>
                                          </p:stCondLst>
                                        </p:cTn>
                                        <p:tgtEl>
                                          <p:spTgt spid="55"/>
                                        </p:tgtEl>
                                        <p:attrNameLst>
                                          <p:attrName>style.visibility</p:attrName>
                                        </p:attrNameLst>
                                      </p:cBhvr>
                                      <p:to>
                                        <p:strVal val="visible"/>
                                      </p:to>
                                    </p:set>
                                    <p:animEffect transition="in" filter="fade">
                                      <p:cBhvr>
                                        <p:cTn id="25" dur="500"/>
                                        <p:tgtEl>
                                          <p:spTgt spid="55"/>
                                        </p:tgtEl>
                                      </p:cBhvr>
                                    </p:animEffect>
                                  </p:childTnLst>
                                </p:cTn>
                              </p:par>
                              <p:par>
                                <p:cTn id="26" presetID="10" presetClass="entr" presetSubtype="0" fill="hold" grpId="0" nodeType="withEffect">
                                  <p:stCondLst>
                                    <p:cond delay="200"/>
                                  </p:stCondLst>
                                  <p:childTnLst>
                                    <p:set>
                                      <p:cBhvr>
                                        <p:cTn id="27" dur="1" fill="hold">
                                          <p:stCondLst>
                                            <p:cond delay="0"/>
                                          </p:stCondLst>
                                        </p:cTn>
                                        <p:tgtEl>
                                          <p:spTgt spid="62"/>
                                        </p:tgtEl>
                                        <p:attrNameLst>
                                          <p:attrName>style.visibility</p:attrName>
                                        </p:attrNameLst>
                                      </p:cBhvr>
                                      <p:to>
                                        <p:strVal val="visible"/>
                                      </p:to>
                                    </p:set>
                                    <p:animEffect transition="in" filter="fade">
                                      <p:cBhvr>
                                        <p:cTn id="28" dur="500"/>
                                        <p:tgtEl>
                                          <p:spTgt spid="62"/>
                                        </p:tgtEl>
                                      </p:cBhvr>
                                    </p:animEffect>
                                  </p:childTnLst>
                                </p:cTn>
                              </p:par>
                              <p:par>
                                <p:cTn id="29" presetID="10" presetClass="entr" presetSubtype="0" fill="hold" nodeType="withEffect">
                                  <p:stCondLst>
                                    <p:cond delay="40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500"/>
                                        <p:tgtEl>
                                          <p:spTgt spid="40"/>
                                        </p:tgtEl>
                                      </p:cBhvr>
                                    </p:animEffect>
                                  </p:childTnLst>
                                </p:cTn>
                              </p:par>
                              <p:par>
                                <p:cTn id="32" presetID="10" presetClass="entr" presetSubtype="0" fill="hold" grpId="0" nodeType="withEffect">
                                  <p:stCondLst>
                                    <p:cond delay="400"/>
                                  </p:stCondLst>
                                  <p:childTnLst>
                                    <p:set>
                                      <p:cBhvr>
                                        <p:cTn id="33" dur="1" fill="hold">
                                          <p:stCondLst>
                                            <p:cond delay="0"/>
                                          </p:stCondLst>
                                        </p:cTn>
                                        <p:tgtEl>
                                          <p:spTgt spid="50"/>
                                        </p:tgtEl>
                                        <p:attrNameLst>
                                          <p:attrName>style.visibility</p:attrName>
                                        </p:attrNameLst>
                                      </p:cBhvr>
                                      <p:to>
                                        <p:strVal val="visible"/>
                                      </p:to>
                                    </p:set>
                                    <p:animEffect transition="in" filter="fade">
                                      <p:cBhvr>
                                        <p:cTn id="34" dur="500"/>
                                        <p:tgtEl>
                                          <p:spTgt spid="50"/>
                                        </p:tgtEl>
                                      </p:cBhvr>
                                    </p:animEffect>
                                  </p:childTnLst>
                                </p:cTn>
                              </p:par>
                              <p:par>
                                <p:cTn id="35" presetID="10" presetClass="entr" presetSubtype="0" fill="hold" grpId="0" nodeType="withEffect">
                                  <p:stCondLst>
                                    <p:cond delay="400"/>
                                  </p:stCondLst>
                                  <p:childTnLst>
                                    <p:set>
                                      <p:cBhvr>
                                        <p:cTn id="36" dur="1" fill="hold">
                                          <p:stCondLst>
                                            <p:cond delay="0"/>
                                          </p:stCondLst>
                                        </p:cTn>
                                        <p:tgtEl>
                                          <p:spTgt spid="56"/>
                                        </p:tgtEl>
                                        <p:attrNameLst>
                                          <p:attrName>style.visibility</p:attrName>
                                        </p:attrNameLst>
                                      </p:cBhvr>
                                      <p:to>
                                        <p:strVal val="visible"/>
                                      </p:to>
                                    </p:set>
                                    <p:animEffect transition="in" filter="fade">
                                      <p:cBhvr>
                                        <p:cTn id="37" dur="500"/>
                                        <p:tgtEl>
                                          <p:spTgt spid="56"/>
                                        </p:tgtEl>
                                      </p:cBhvr>
                                    </p:animEffect>
                                  </p:childTnLst>
                                </p:cTn>
                              </p:par>
                              <p:par>
                                <p:cTn id="38" presetID="10" presetClass="entr" presetSubtype="0" fill="hold" grpId="0" nodeType="withEffect">
                                  <p:stCondLst>
                                    <p:cond delay="400"/>
                                  </p:stCondLst>
                                  <p:childTnLst>
                                    <p:set>
                                      <p:cBhvr>
                                        <p:cTn id="39" dur="1" fill="hold">
                                          <p:stCondLst>
                                            <p:cond delay="0"/>
                                          </p:stCondLst>
                                        </p:cTn>
                                        <p:tgtEl>
                                          <p:spTgt spid="63"/>
                                        </p:tgtEl>
                                        <p:attrNameLst>
                                          <p:attrName>style.visibility</p:attrName>
                                        </p:attrNameLst>
                                      </p:cBhvr>
                                      <p:to>
                                        <p:strVal val="visible"/>
                                      </p:to>
                                    </p:set>
                                    <p:animEffect transition="in" filter="fade">
                                      <p:cBhvr>
                                        <p:cTn id="40" dur="500"/>
                                        <p:tgtEl>
                                          <p:spTgt spid="63"/>
                                        </p:tgtEl>
                                      </p:cBhvr>
                                    </p:animEffect>
                                  </p:childTnLst>
                                </p:cTn>
                              </p:par>
                              <p:par>
                                <p:cTn id="41" presetID="10" presetClass="entr" presetSubtype="0" fill="hold" nodeType="withEffect">
                                  <p:stCondLst>
                                    <p:cond delay="600"/>
                                  </p:stCondLst>
                                  <p:childTnLst>
                                    <p:set>
                                      <p:cBhvr>
                                        <p:cTn id="42" dur="1" fill="hold">
                                          <p:stCondLst>
                                            <p:cond delay="0"/>
                                          </p:stCondLst>
                                        </p:cTn>
                                        <p:tgtEl>
                                          <p:spTgt spid="43"/>
                                        </p:tgtEl>
                                        <p:attrNameLst>
                                          <p:attrName>style.visibility</p:attrName>
                                        </p:attrNameLst>
                                      </p:cBhvr>
                                      <p:to>
                                        <p:strVal val="visible"/>
                                      </p:to>
                                    </p:set>
                                    <p:animEffect transition="in" filter="fade">
                                      <p:cBhvr>
                                        <p:cTn id="43" dur="500"/>
                                        <p:tgtEl>
                                          <p:spTgt spid="43"/>
                                        </p:tgtEl>
                                      </p:cBhvr>
                                    </p:animEffect>
                                  </p:childTnLst>
                                </p:cTn>
                              </p:par>
                              <p:par>
                                <p:cTn id="44" presetID="10" presetClass="entr" presetSubtype="0" fill="hold" grpId="0" nodeType="withEffect">
                                  <p:stCondLst>
                                    <p:cond delay="600"/>
                                  </p:stCondLst>
                                  <p:childTnLst>
                                    <p:set>
                                      <p:cBhvr>
                                        <p:cTn id="45" dur="1" fill="hold">
                                          <p:stCondLst>
                                            <p:cond delay="0"/>
                                          </p:stCondLst>
                                        </p:cTn>
                                        <p:tgtEl>
                                          <p:spTgt spid="51"/>
                                        </p:tgtEl>
                                        <p:attrNameLst>
                                          <p:attrName>style.visibility</p:attrName>
                                        </p:attrNameLst>
                                      </p:cBhvr>
                                      <p:to>
                                        <p:strVal val="visible"/>
                                      </p:to>
                                    </p:set>
                                    <p:animEffect transition="in" filter="fade">
                                      <p:cBhvr>
                                        <p:cTn id="46" dur="500"/>
                                        <p:tgtEl>
                                          <p:spTgt spid="51"/>
                                        </p:tgtEl>
                                      </p:cBhvr>
                                    </p:animEffect>
                                  </p:childTnLst>
                                </p:cTn>
                              </p:par>
                              <p:par>
                                <p:cTn id="47" presetID="10" presetClass="entr" presetSubtype="0" fill="hold" grpId="0" nodeType="withEffect">
                                  <p:stCondLst>
                                    <p:cond delay="60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childTnLst>
                                </p:cTn>
                              </p:par>
                              <p:par>
                                <p:cTn id="50" presetID="10" presetClass="entr" presetSubtype="0" fill="hold" grpId="0" nodeType="withEffect">
                                  <p:stCondLst>
                                    <p:cond delay="600"/>
                                  </p:stCondLst>
                                  <p:childTnLst>
                                    <p:set>
                                      <p:cBhvr>
                                        <p:cTn id="51" dur="1" fill="hold">
                                          <p:stCondLst>
                                            <p:cond delay="0"/>
                                          </p:stCondLst>
                                        </p:cTn>
                                        <p:tgtEl>
                                          <p:spTgt spid="64"/>
                                        </p:tgtEl>
                                        <p:attrNameLst>
                                          <p:attrName>style.visibility</p:attrName>
                                        </p:attrNameLst>
                                      </p:cBhvr>
                                      <p:to>
                                        <p:strVal val="visible"/>
                                      </p:to>
                                    </p:set>
                                    <p:animEffect transition="in" filter="fade">
                                      <p:cBhvr>
                                        <p:cTn id="5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50" grpId="0" animBg="1"/>
      <p:bldP spid="51" grpId="0" animBg="1"/>
      <p:bldP spid="54" grpId="0" animBg="1"/>
      <p:bldP spid="55" grpId="0" animBg="1"/>
      <p:bldP spid="56" grpId="0" animBg="1"/>
      <p:bldP spid="57" grpId="0" animBg="1"/>
      <p:bldP spid="58" grpId="0" animBg="1"/>
      <p:bldP spid="62" grpId="0" animBg="1"/>
      <p:bldP spid="63" grpId="0" animBg="1"/>
      <p:bldP spid="6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0" y="1295400"/>
            <a:ext cx="0"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 </a:t>
            </a:r>
            <a:endParaRPr lang="en-US" sz="1283" dirty="0"/>
          </a:p>
        </p:txBody>
      </p:sp>
      <p:sp>
        <p:nvSpPr>
          <p:cNvPr id="3" name="Shape 1"/>
          <p:cNvSpPr/>
          <p:nvPr/>
        </p:nvSpPr>
        <p:spPr>
          <a:xfrm>
            <a:off x="476250" y="1876425"/>
            <a:ext cx="8191500" cy="2295525"/>
          </a:xfrm>
          <a:prstGeom prst="rect">
            <a:avLst/>
          </a:prstGeom>
          <a:noFill/>
          <a:ln/>
        </p:spPr>
        <p:txBody>
          <a:bodyPr/>
          <a:lstStyle/>
          <a:p>
            <a:endParaRPr lang="en-IT"/>
          </a:p>
        </p:txBody>
      </p:sp>
      <p:pic>
        <p:nvPicPr>
          <p:cNvPr id="7" name="Image 3" descr="preencoded.png"/>
          <p:cNvPicPr>
            <a:picLocks noChangeAspect="1"/>
          </p:cNvPicPr>
          <p:nvPr/>
        </p:nvPicPr>
        <p:blipFill>
          <a:blip r:embed="rId3"/>
          <a:srcRect/>
          <a:stretch/>
        </p:blipFill>
        <p:spPr>
          <a:xfrm>
            <a:off x="7324725" y="4524375"/>
            <a:ext cx="1366838" cy="285750"/>
          </a:xfrm>
          <a:prstGeom prst="rect">
            <a:avLst/>
          </a:prstGeom>
        </p:spPr>
      </p:pic>
      <p:sp>
        <p:nvSpPr>
          <p:cNvPr id="8" name="Text 2"/>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000000">
                    <a:alpha val="99000"/>
                  </a:srgbClr>
                </a:solidFill>
                <a:latin typeface="Open Sans" pitchFamily="34" charset="0"/>
                <a:ea typeface="Open Sans" pitchFamily="34" charset="-122"/>
                <a:cs typeface="Open Sans" pitchFamily="34" charset="-120"/>
              </a:rPr>
              <a:t>Digital impact division</a:t>
            </a:r>
            <a:endParaRPr lang="en-US" sz="713" dirty="0"/>
          </a:p>
        </p:txBody>
      </p:sp>
      <p:sp>
        <p:nvSpPr>
          <p:cNvPr id="9" name="Text 3"/>
          <p:cNvSpPr/>
          <p:nvPr/>
        </p:nvSpPr>
        <p:spPr>
          <a:xfrm>
            <a:off x="476250" y="476250"/>
            <a:ext cx="8191500" cy="885825"/>
          </a:xfrm>
          <a:prstGeom prst="rect">
            <a:avLst/>
          </a:prstGeom>
          <a:noFill/>
          <a:ln/>
        </p:spPr>
        <p:txBody>
          <a:bodyPr wrap="square" lIns="0" tIns="0" rIns="0" bIns="0" rtlCol="0" anchor="t"/>
          <a:lstStyle/>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Atlas Emergency Response Mapping​</a:t>
            </a:r>
            <a:endParaRPr lang="en-US" sz="2850" dirty="0"/>
          </a:p>
        </p:txBody>
      </p:sp>
      <p:grpSp>
        <p:nvGrpSpPr>
          <p:cNvPr id="18" name="Group 17">
            <a:extLst>
              <a:ext uri="{FF2B5EF4-FFF2-40B4-BE49-F238E27FC236}">
                <a16:creationId xmlns:a16="http://schemas.microsoft.com/office/drawing/2014/main" id="{CC6E89A6-0C60-CF0A-AB85-E8EEBD6D392A}"/>
              </a:ext>
            </a:extLst>
          </p:cNvPr>
          <p:cNvGrpSpPr/>
          <p:nvPr/>
        </p:nvGrpSpPr>
        <p:grpSpPr>
          <a:xfrm>
            <a:off x="476250" y="1876425"/>
            <a:ext cx="2616199" cy="2305057"/>
            <a:chOff x="2567335" y="1876425"/>
            <a:chExt cx="1918585" cy="2305057"/>
          </a:xfrm>
        </p:grpSpPr>
        <p:sp>
          <p:nvSpPr>
            <p:cNvPr id="19" name="Shape 1">
              <a:extLst>
                <a:ext uri="{FF2B5EF4-FFF2-40B4-BE49-F238E27FC236}">
                  <a16:creationId xmlns:a16="http://schemas.microsoft.com/office/drawing/2014/main" id="{A76543D5-EA8B-CF16-D274-008A8354282A}"/>
                </a:ext>
              </a:extLst>
            </p:cNvPr>
            <p:cNvSpPr/>
            <p:nvPr/>
          </p:nvSpPr>
          <p:spPr>
            <a:xfrm>
              <a:off x="2567335" y="1876425"/>
              <a:ext cx="1918260" cy="2295525"/>
            </a:xfrm>
            <a:prstGeom prst="rect">
              <a:avLst/>
            </a:prstGeom>
            <a:solidFill>
              <a:srgbClr val="F7F7F7"/>
            </a:solidFill>
            <a:ln w="12700">
              <a:solidFill>
                <a:srgbClr val="F7F7F7"/>
              </a:solidFill>
              <a:prstDash val="solid"/>
            </a:ln>
          </p:spPr>
          <p:txBody>
            <a:bodyPr/>
            <a:lstStyle/>
            <a:p>
              <a:endParaRPr lang="en-IT" sz="450"/>
            </a:p>
          </p:txBody>
        </p:sp>
        <p:sp>
          <p:nvSpPr>
            <p:cNvPr id="20" name="Shape 2">
              <a:extLst>
                <a:ext uri="{FF2B5EF4-FFF2-40B4-BE49-F238E27FC236}">
                  <a16:creationId xmlns:a16="http://schemas.microsoft.com/office/drawing/2014/main" id="{5A292829-B131-3873-9158-B8BD199E9E5E}"/>
                </a:ext>
              </a:extLst>
            </p:cNvPr>
            <p:cNvSpPr/>
            <p:nvPr/>
          </p:nvSpPr>
          <p:spPr>
            <a:xfrm>
              <a:off x="2567335" y="4162417"/>
              <a:ext cx="1918585" cy="19065"/>
            </a:xfrm>
            <a:prstGeom prst="rect">
              <a:avLst/>
            </a:prstGeom>
            <a:solidFill>
              <a:srgbClr val="277AFF"/>
            </a:solidFill>
            <a:ln w="12700">
              <a:solidFill>
                <a:srgbClr val="277AFF"/>
              </a:solidFill>
              <a:prstDash val="solid"/>
            </a:ln>
          </p:spPr>
          <p:txBody>
            <a:bodyPr/>
            <a:lstStyle/>
            <a:p>
              <a:endParaRPr lang="en-IT" sz="450"/>
            </a:p>
          </p:txBody>
        </p:sp>
      </p:grpSp>
      <p:sp>
        <p:nvSpPr>
          <p:cNvPr id="21" name="Text 3">
            <a:extLst>
              <a:ext uri="{FF2B5EF4-FFF2-40B4-BE49-F238E27FC236}">
                <a16:creationId xmlns:a16="http://schemas.microsoft.com/office/drawing/2014/main" id="{AA12D018-0345-6703-095C-CB199AE2FF1F}"/>
              </a:ext>
            </a:extLst>
          </p:cNvPr>
          <p:cNvSpPr/>
          <p:nvPr/>
        </p:nvSpPr>
        <p:spPr>
          <a:xfrm>
            <a:off x="666781" y="2132099"/>
            <a:ext cx="2256893" cy="267185"/>
          </a:xfrm>
          <a:prstGeom prst="rect">
            <a:avLst/>
          </a:prstGeom>
          <a:noFill/>
          <a:ln/>
        </p:spPr>
        <p:txBody>
          <a:bodyPr wrap="square" lIns="0" tIns="0" rIns="0" bIns="0" rtlCol="0" anchor="t"/>
          <a:lstStyle/>
          <a:p>
            <a:r>
              <a:rPr lang="en-US" sz="1800" kern="0" spc="-50" dirty="0">
                <a:solidFill>
                  <a:srgbClr val="277AFF"/>
                </a:solidFill>
                <a:latin typeface="Manrope" pitchFamily="34" charset="0"/>
                <a:ea typeface="Manrope" pitchFamily="34" charset="-122"/>
                <a:cs typeface="Manrope" pitchFamily="34" charset="-120"/>
              </a:rPr>
              <a:t>1</a:t>
            </a:r>
            <a:endParaRPr lang="en-US" sz="1800" dirty="0"/>
          </a:p>
        </p:txBody>
      </p:sp>
      <p:sp>
        <p:nvSpPr>
          <p:cNvPr id="22" name="Text 12">
            <a:extLst>
              <a:ext uri="{FF2B5EF4-FFF2-40B4-BE49-F238E27FC236}">
                <a16:creationId xmlns:a16="http://schemas.microsoft.com/office/drawing/2014/main" id="{E45D3BAD-DABB-2854-A321-511D3D6D280D}"/>
              </a:ext>
            </a:extLst>
          </p:cNvPr>
          <p:cNvSpPr/>
          <p:nvPr/>
        </p:nvSpPr>
        <p:spPr>
          <a:xfrm>
            <a:off x="666781" y="2894610"/>
            <a:ext cx="2256893" cy="950471"/>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Visibility, ESG impact reporting, access to a network of 2.2M+ mapped schools across</a:t>
            </a:r>
            <a:endParaRPr lang="en-US" sz="1100" dirty="0"/>
          </a:p>
        </p:txBody>
      </p:sp>
      <p:sp>
        <p:nvSpPr>
          <p:cNvPr id="23" name="Text 12">
            <a:extLst>
              <a:ext uri="{FF2B5EF4-FFF2-40B4-BE49-F238E27FC236}">
                <a16:creationId xmlns:a16="http://schemas.microsoft.com/office/drawing/2014/main" id="{E24EF0B2-D2B7-6A88-B29E-4F76F59F67EC}"/>
              </a:ext>
            </a:extLst>
          </p:cNvPr>
          <p:cNvSpPr/>
          <p:nvPr/>
        </p:nvSpPr>
        <p:spPr>
          <a:xfrm>
            <a:off x="666781" y="2570734"/>
            <a:ext cx="2256893" cy="267185"/>
          </a:xfrm>
          <a:prstGeom prst="rect">
            <a:avLst/>
          </a:prstGeom>
          <a:noFill/>
          <a:ln/>
        </p:spPr>
        <p:txBody>
          <a:bodyPr wrap="square" lIns="0" tIns="0" rIns="0" bIns="0" rtlCol="0" anchor="t"/>
          <a:lstStyle/>
          <a:p>
            <a:pPr>
              <a:lnSpc>
                <a:spcPct val="140000"/>
              </a:lnSpc>
            </a:pPr>
            <a:r>
              <a:rPr lang="en-US" sz="1280" dirty="0">
                <a:solidFill>
                  <a:srgbClr val="000000">
                    <a:alpha val="99000"/>
                  </a:srgbClr>
                </a:solidFill>
                <a:latin typeface="Manrope" pitchFamily="2" charset="0"/>
                <a:ea typeface="Open Sans" pitchFamily="34" charset="-122"/>
                <a:cs typeface="Open Sans" pitchFamily="34" charset="-120"/>
              </a:rPr>
              <a:t>What</a:t>
            </a:r>
            <a:endParaRPr lang="en-US" sz="1280" dirty="0">
              <a:latin typeface="Manrope" pitchFamily="2" charset="0"/>
            </a:endParaRPr>
          </a:p>
        </p:txBody>
      </p:sp>
      <p:grpSp>
        <p:nvGrpSpPr>
          <p:cNvPr id="30" name="Group 29">
            <a:extLst>
              <a:ext uri="{FF2B5EF4-FFF2-40B4-BE49-F238E27FC236}">
                <a16:creationId xmlns:a16="http://schemas.microsoft.com/office/drawing/2014/main" id="{7092212D-9065-82C4-BFF5-D55A2A37EAED}"/>
              </a:ext>
            </a:extLst>
          </p:cNvPr>
          <p:cNvGrpSpPr/>
          <p:nvPr/>
        </p:nvGrpSpPr>
        <p:grpSpPr>
          <a:xfrm>
            <a:off x="3267576" y="1876425"/>
            <a:ext cx="2616199" cy="2305057"/>
            <a:chOff x="2567335" y="1876425"/>
            <a:chExt cx="1918585" cy="2305057"/>
          </a:xfrm>
        </p:grpSpPr>
        <p:sp>
          <p:nvSpPr>
            <p:cNvPr id="31" name="Shape 1">
              <a:extLst>
                <a:ext uri="{FF2B5EF4-FFF2-40B4-BE49-F238E27FC236}">
                  <a16:creationId xmlns:a16="http://schemas.microsoft.com/office/drawing/2014/main" id="{3B108628-D9B2-7D3C-FDB2-B7614AD976BC}"/>
                </a:ext>
              </a:extLst>
            </p:cNvPr>
            <p:cNvSpPr/>
            <p:nvPr/>
          </p:nvSpPr>
          <p:spPr>
            <a:xfrm>
              <a:off x="2567335" y="1876425"/>
              <a:ext cx="1918260" cy="2295525"/>
            </a:xfrm>
            <a:prstGeom prst="rect">
              <a:avLst/>
            </a:prstGeom>
            <a:solidFill>
              <a:srgbClr val="F7F7F7"/>
            </a:solidFill>
            <a:ln w="12700">
              <a:solidFill>
                <a:srgbClr val="F7F7F7"/>
              </a:solidFill>
              <a:prstDash val="solid"/>
            </a:ln>
          </p:spPr>
          <p:txBody>
            <a:bodyPr/>
            <a:lstStyle/>
            <a:p>
              <a:endParaRPr lang="en-IT" sz="450"/>
            </a:p>
          </p:txBody>
        </p:sp>
        <p:sp>
          <p:nvSpPr>
            <p:cNvPr id="32" name="Shape 2">
              <a:extLst>
                <a:ext uri="{FF2B5EF4-FFF2-40B4-BE49-F238E27FC236}">
                  <a16:creationId xmlns:a16="http://schemas.microsoft.com/office/drawing/2014/main" id="{60C7A013-CD87-0733-072A-19FE26BC24CD}"/>
                </a:ext>
              </a:extLst>
            </p:cNvPr>
            <p:cNvSpPr/>
            <p:nvPr/>
          </p:nvSpPr>
          <p:spPr>
            <a:xfrm>
              <a:off x="2567335" y="4162417"/>
              <a:ext cx="1918585" cy="19065"/>
            </a:xfrm>
            <a:prstGeom prst="rect">
              <a:avLst/>
            </a:prstGeom>
            <a:solidFill>
              <a:srgbClr val="277AFF"/>
            </a:solidFill>
            <a:ln w="12700">
              <a:solidFill>
                <a:srgbClr val="277AFF"/>
              </a:solidFill>
              <a:prstDash val="solid"/>
            </a:ln>
          </p:spPr>
          <p:txBody>
            <a:bodyPr/>
            <a:lstStyle/>
            <a:p>
              <a:endParaRPr lang="en-IT" sz="450"/>
            </a:p>
          </p:txBody>
        </p:sp>
      </p:grpSp>
      <p:sp>
        <p:nvSpPr>
          <p:cNvPr id="33" name="Text 3">
            <a:extLst>
              <a:ext uri="{FF2B5EF4-FFF2-40B4-BE49-F238E27FC236}">
                <a16:creationId xmlns:a16="http://schemas.microsoft.com/office/drawing/2014/main" id="{B1CDD15B-F47A-A319-208A-1541210DDBE9}"/>
              </a:ext>
            </a:extLst>
          </p:cNvPr>
          <p:cNvSpPr/>
          <p:nvPr/>
        </p:nvSpPr>
        <p:spPr>
          <a:xfrm>
            <a:off x="3458107" y="2132099"/>
            <a:ext cx="2256893" cy="267185"/>
          </a:xfrm>
          <a:prstGeom prst="rect">
            <a:avLst/>
          </a:prstGeom>
          <a:noFill/>
          <a:ln/>
        </p:spPr>
        <p:txBody>
          <a:bodyPr wrap="square" lIns="0" tIns="0" rIns="0" bIns="0" rtlCol="0" anchor="t"/>
          <a:lstStyle/>
          <a:p>
            <a:r>
              <a:rPr lang="en-US" sz="1800" kern="0" spc="-50" dirty="0">
                <a:solidFill>
                  <a:srgbClr val="277AFF"/>
                </a:solidFill>
                <a:latin typeface="Manrope" pitchFamily="34" charset="0"/>
              </a:rPr>
              <a:t>2</a:t>
            </a:r>
            <a:endParaRPr lang="en-US" sz="1800" dirty="0"/>
          </a:p>
        </p:txBody>
      </p:sp>
      <p:sp>
        <p:nvSpPr>
          <p:cNvPr id="34" name="Text 12">
            <a:extLst>
              <a:ext uri="{FF2B5EF4-FFF2-40B4-BE49-F238E27FC236}">
                <a16:creationId xmlns:a16="http://schemas.microsoft.com/office/drawing/2014/main" id="{50527693-4E75-9F3A-A9FA-D7074A83652F}"/>
              </a:ext>
            </a:extLst>
          </p:cNvPr>
          <p:cNvSpPr/>
          <p:nvPr/>
        </p:nvSpPr>
        <p:spPr>
          <a:xfrm>
            <a:off x="3458107" y="2894610"/>
            <a:ext cx="2256893" cy="950471"/>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Visibility, ESG impact reporting, access to a network of 2.2M+ mapped schools across</a:t>
            </a:r>
            <a:endParaRPr lang="en-US" sz="1100" dirty="0"/>
          </a:p>
        </p:txBody>
      </p:sp>
      <p:sp>
        <p:nvSpPr>
          <p:cNvPr id="35" name="Text 12">
            <a:extLst>
              <a:ext uri="{FF2B5EF4-FFF2-40B4-BE49-F238E27FC236}">
                <a16:creationId xmlns:a16="http://schemas.microsoft.com/office/drawing/2014/main" id="{9EACEC14-8758-F944-8819-F3110EB836C9}"/>
              </a:ext>
            </a:extLst>
          </p:cNvPr>
          <p:cNvSpPr/>
          <p:nvPr/>
        </p:nvSpPr>
        <p:spPr>
          <a:xfrm>
            <a:off x="3458107" y="2570734"/>
            <a:ext cx="2256893" cy="267185"/>
          </a:xfrm>
          <a:prstGeom prst="rect">
            <a:avLst/>
          </a:prstGeom>
          <a:noFill/>
          <a:ln/>
        </p:spPr>
        <p:txBody>
          <a:bodyPr wrap="square" lIns="0" tIns="0" rIns="0" bIns="0" rtlCol="0" anchor="t"/>
          <a:lstStyle/>
          <a:p>
            <a:pPr>
              <a:lnSpc>
                <a:spcPct val="140000"/>
              </a:lnSpc>
            </a:pPr>
            <a:r>
              <a:rPr lang="en-US" sz="1280" dirty="0">
                <a:solidFill>
                  <a:srgbClr val="000000">
                    <a:alpha val="99000"/>
                  </a:srgbClr>
                </a:solidFill>
                <a:latin typeface="Manrope" pitchFamily="2" charset="0"/>
                <a:ea typeface="Open Sans" pitchFamily="34" charset="-122"/>
                <a:cs typeface="Open Sans" pitchFamily="34" charset="-120"/>
              </a:rPr>
              <a:t>What</a:t>
            </a:r>
            <a:endParaRPr lang="en-US" sz="1280" dirty="0">
              <a:latin typeface="Manrope" pitchFamily="2" charset="0"/>
            </a:endParaRPr>
          </a:p>
        </p:txBody>
      </p:sp>
      <p:grpSp>
        <p:nvGrpSpPr>
          <p:cNvPr id="36" name="Group 35">
            <a:extLst>
              <a:ext uri="{FF2B5EF4-FFF2-40B4-BE49-F238E27FC236}">
                <a16:creationId xmlns:a16="http://schemas.microsoft.com/office/drawing/2014/main" id="{6FF5169B-F7C7-6FED-D1C3-DB2CECF895A8}"/>
              </a:ext>
            </a:extLst>
          </p:cNvPr>
          <p:cNvGrpSpPr/>
          <p:nvPr/>
        </p:nvGrpSpPr>
        <p:grpSpPr>
          <a:xfrm>
            <a:off x="6054781" y="1876425"/>
            <a:ext cx="2616199" cy="2305057"/>
            <a:chOff x="2567335" y="1876425"/>
            <a:chExt cx="1918585" cy="2305057"/>
          </a:xfrm>
        </p:grpSpPr>
        <p:sp>
          <p:nvSpPr>
            <p:cNvPr id="37" name="Shape 1">
              <a:extLst>
                <a:ext uri="{FF2B5EF4-FFF2-40B4-BE49-F238E27FC236}">
                  <a16:creationId xmlns:a16="http://schemas.microsoft.com/office/drawing/2014/main" id="{0C034FD3-252A-4C2C-3304-0355414D1F48}"/>
                </a:ext>
              </a:extLst>
            </p:cNvPr>
            <p:cNvSpPr/>
            <p:nvPr/>
          </p:nvSpPr>
          <p:spPr>
            <a:xfrm>
              <a:off x="2567335" y="1876425"/>
              <a:ext cx="1918260" cy="2295525"/>
            </a:xfrm>
            <a:prstGeom prst="rect">
              <a:avLst/>
            </a:prstGeom>
            <a:solidFill>
              <a:srgbClr val="F7F7F7"/>
            </a:solidFill>
            <a:ln w="12700">
              <a:solidFill>
                <a:srgbClr val="F7F7F7"/>
              </a:solidFill>
              <a:prstDash val="solid"/>
            </a:ln>
          </p:spPr>
          <p:txBody>
            <a:bodyPr/>
            <a:lstStyle/>
            <a:p>
              <a:endParaRPr lang="en-IT" sz="450"/>
            </a:p>
          </p:txBody>
        </p:sp>
        <p:sp>
          <p:nvSpPr>
            <p:cNvPr id="38" name="Shape 2">
              <a:extLst>
                <a:ext uri="{FF2B5EF4-FFF2-40B4-BE49-F238E27FC236}">
                  <a16:creationId xmlns:a16="http://schemas.microsoft.com/office/drawing/2014/main" id="{FA928A6E-252E-81B7-2719-10A05DA07FF7}"/>
                </a:ext>
              </a:extLst>
            </p:cNvPr>
            <p:cNvSpPr/>
            <p:nvPr/>
          </p:nvSpPr>
          <p:spPr>
            <a:xfrm>
              <a:off x="2567335" y="4162417"/>
              <a:ext cx="1918585" cy="19065"/>
            </a:xfrm>
            <a:prstGeom prst="rect">
              <a:avLst/>
            </a:prstGeom>
            <a:solidFill>
              <a:srgbClr val="277AFF"/>
            </a:solidFill>
            <a:ln w="12700">
              <a:solidFill>
                <a:srgbClr val="277AFF"/>
              </a:solidFill>
              <a:prstDash val="solid"/>
            </a:ln>
          </p:spPr>
          <p:txBody>
            <a:bodyPr/>
            <a:lstStyle/>
            <a:p>
              <a:endParaRPr lang="en-IT" sz="450"/>
            </a:p>
          </p:txBody>
        </p:sp>
      </p:grpSp>
      <p:sp>
        <p:nvSpPr>
          <p:cNvPr id="39" name="Text 3">
            <a:extLst>
              <a:ext uri="{FF2B5EF4-FFF2-40B4-BE49-F238E27FC236}">
                <a16:creationId xmlns:a16="http://schemas.microsoft.com/office/drawing/2014/main" id="{9A35030E-4095-EFD0-9CC4-A4358766DAC0}"/>
              </a:ext>
            </a:extLst>
          </p:cNvPr>
          <p:cNvSpPr/>
          <p:nvPr/>
        </p:nvSpPr>
        <p:spPr>
          <a:xfrm>
            <a:off x="6245312" y="2132099"/>
            <a:ext cx="2256893" cy="267185"/>
          </a:xfrm>
          <a:prstGeom prst="rect">
            <a:avLst/>
          </a:prstGeom>
          <a:noFill/>
          <a:ln/>
        </p:spPr>
        <p:txBody>
          <a:bodyPr wrap="square" lIns="0" tIns="0" rIns="0" bIns="0" rtlCol="0" anchor="t"/>
          <a:lstStyle/>
          <a:p>
            <a:r>
              <a:rPr lang="en-US" kern="0" spc="-50" dirty="0">
                <a:solidFill>
                  <a:srgbClr val="277AFF"/>
                </a:solidFill>
                <a:latin typeface="Manrope" pitchFamily="34" charset="0"/>
              </a:rPr>
              <a:t>3</a:t>
            </a:r>
            <a:endParaRPr lang="en-US" sz="1800" dirty="0"/>
          </a:p>
        </p:txBody>
      </p:sp>
      <p:sp>
        <p:nvSpPr>
          <p:cNvPr id="40" name="Text 12">
            <a:extLst>
              <a:ext uri="{FF2B5EF4-FFF2-40B4-BE49-F238E27FC236}">
                <a16:creationId xmlns:a16="http://schemas.microsoft.com/office/drawing/2014/main" id="{55EF73D4-2571-6E4C-7034-9EBF06C9F723}"/>
              </a:ext>
            </a:extLst>
          </p:cNvPr>
          <p:cNvSpPr/>
          <p:nvPr/>
        </p:nvSpPr>
        <p:spPr>
          <a:xfrm>
            <a:off x="6245312" y="2894610"/>
            <a:ext cx="2256893" cy="950471"/>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Visibility, ESG impact reporting, access to a network of 2.2M+ mapped schools across</a:t>
            </a:r>
            <a:endParaRPr lang="en-US" sz="1100" dirty="0"/>
          </a:p>
        </p:txBody>
      </p:sp>
      <p:sp>
        <p:nvSpPr>
          <p:cNvPr id="41" name="Text 12">
            <a:extLst>
              <a:ext uri="{FF2B5EF4-FFF2-40B4-BE49-F238E27FC236}">
                <a16:creationId xmlns:a16="http://schemas.microsoft.com/office/drawing/2014/main" id="{53339E94-DC28-83E2-1D8A-7EBF2FC1E7C5}"/>
              </a:ext>
            </a:extLst>
          </p:cNvPr>
          <p:cNvSpPr/>
          <p:nvPr/>
        </p:nvSpPr>
        <p:spPr>
          <a:xfrm>
            <a:off x="6245312" y="2570734"/>
            <a:ext cx="2256893" cy="267185"/>
          </a:xfrm>
          <a:prstGeom prst="rect">
            <a:avLst/>
          </a:prstGeom>
          <a:noFill/>
          <a:ln/>
        </p:spPr>
        <p:txBody>
          <a:bodyPr wrap="square" lIns="0" tIns="0" rIns="0" bIns="0" rtlCol="0" anchor="t"/>
          <a:lstStyle/>
          <a:p>
            <a:pPr>
              <a:lnSpc>
                <a:spcPct val="140000"/>
              </a:lnSpc>
            </a:pPr>
            <a:r>
              <a:rPr lang="en-US" sz="1280" dirty="0">
                <a:solidFill>
                  <a:srgbClr val="000000">
                    <a:alpha val="99000"/>
                  </a:srgbClr>
                </a:solidFill>
                <a:latin typeface="Manrope" pitchFamily="2" charset="0"/>
                <a:ea typeface="Open Sans" pitchFamily="34" charset="-122"/>
                <a:cs typeface="Open Sans" pitchFamily="34" charset="-120"/>
              </a:rPr>
              <a:t>What</a:t>
            </a:r>
            <a:endParaRPr lang="en-US" sz="1280" dirty="0">
              <a:latin typeface="Manrope" pitchFamily="2"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nodeType="withEffect">
                                  <p:stCondLst>
                                    <p:cond delay="20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10" presetClass="entr" presetSubtype="0" fill="hold" grpId="0" nodeType="withEffect">
                                  <p:stCondLst>
                                    <p:cond delay="20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grpId="0" nodeType="withEffect">
                                  <p:stCondLst>
                                    <p:cond delay="20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par>
                                <p:cTn id="32" presetID="10" presetClass="entr" presetSubtype="0" fill="hold" nodeType="withEffect">
                                  <p:stCondLst>
                                    <p:cond delay="40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500"/>
                                        <p:tgtEl>
                                          <p:spTgt spid="36"/>
                                        </p:tgtEl>
                                      </p:cBhvr>
                                    </p:animEffect>
                                  </p:childTnLst>
                                </p:cTn>
                              </p:par>
                              <p:par>
                                <p:cTn id="35" presetID="10" presetClass="entr" presetSubtype="0" fill="hold" grpId="0" nodeType="withEffect">
                                  <p:stCondLst>
                                    <p:cond delay="40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500"/>
                                        <p:tgtEl>
                                          <p:spTgt spid="39"/>
                                        </p:tgtEl>
                                      </p:cBhvr>
                                    </p:animEffect>
                                  </p:childTnLst>
                                </p:cTn>
                              </p:par>
                              <p:par>
                                <p:cTn id="38" presetID="10" presetClass="entr" presetSubtype="0" fill="hold" grpId="0" nodeType="withEffect">
                                  <p:stCondLst>
                                    <p:cond delay="40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10" presetClass="entr" presetSubtype="0" fill="hold" grpId="0" nodeType="withEffect">
                                  <p:stCondLst>
                                    <p:cond delay="40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1" grpId="0" animBg="1"/>
      <p:bldP spid="22" grpId="0" animBg="1"/>
      <p:bldP spid="23" grpId="0" animBg="1"/>
      <p:bldP spid="33" grpId="0" animBg="1"/>
      <p:bldP spid="34" grpId="0" animBg="1"/>
      <p:bldP spid="35" grpId="0" animBg="1"/>
      <p:bldP spid="39" grpId="0" animBg="1"/>
      <p:bldP spid="40" grpId="0" animBg="1"/>
      <p:bldP spid="4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0" y="1295400"/>
            <a:ext cx="0"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 </a:t>
            </a:r>
            <a:endParaRPr lang="en-US" sz="1283" dirty="0"/>
          </a:p>
        </p:txBody>
      </p:sp>
      <p:pic>
        <p:nvPicPr>
          <p:cNvPr id="3" name="Image 0" descr="preencoded.png"/>
          <p:cNvPicPr>
            <a:picLocks noChangeAspect="1"/>
          </p:cNvPicPr>
          <p:nvPr/>
        </p:nvPicPr>
        <p:blipFill>
          <a:blip r:embed="rId3"/>
          <a:srcRect/>
          <a:stretch/>
        </p:blipFill>
        <p:spPr>
          <a:xfrm>
            <a:off x="7324725" y="4524375"/>
            <a:ext cx="1366838" cy="285750"/>
          </a:xfrm>
          <a:prstGeom prst="rect">
            <a:avLst/>
          </a:prstGeom>
        </p:spPr>
      </p:pic>
      <p:sp>
        <p:nvSpPr>
          <p:cNvPr id="4" name="Text 1"/>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000000">
                    <a:alpha val="99000"/>
                  </a:srgbClr>
                </a:solidFill>
                <a:latin typeface="Open Sans" pitchFamily="34" charset="0"/>
                <a:ea typeface="Open Sans" pitchFamily="34" charset="-122"/>
                <a:cs typeface="Open Sans" pitchFamily="34" charset="-120"/>
              </a:rPr>
              <a:t>Digital impact division</a:t>
            </a:r>
            <a:endParaRPr lang="en-US" sz="713" dirty="0"/>
          </a:p>
        </p:txBody>
      </p:sp>
      <p:pic>
        <p:nvPicPr>
          <p:cNvPr id="5" name="Image 1" descr="preencoded.png"/>
          <p:cNvPicPr>
            <a:picLocks noChangeAspect="1"/>
          </p:cNvPicPr>
          <p:nvPr/>
        </p:nvPicPr>
        <p:blipFill>
          <a:blip r:embed="rId4"/>
          <a:srcRect/>
          <a:stretch/>
        </p:blipFill>
        <p:spPr>
          <a:xfrm>
            <a:off x="476250" y="1552575"/>
            <a:ext cx="8191500" cy="2724150"/>
          </a:xfrm>
          <a:prstGeom prst="rect">
            <a:avLst/>
          </a:prstGeom>
        </p:spPr>
      </p:pic>
      <p:sp>
        <p:nvSpPr>
          <p:cNvPr id="6" name="Text 2"/>
          <p:cNvSpPr/>
          <p:nvPr/>
        </p:nvSpPr>
        <p:spPr>
          <a:xfrm>
            <a:off x="476250" y="476250"/>
            <a:ext cx="8191500" cy="885825"/>
          </a:xfrm>
          <a:prstGeom prst="rect">
            <a:avLst/>
          </a:prstGeom>
          <a:noFill/>
          <a:ln/>
        </p:spPr>
        <p:txBody>
          <a:bodyPr wrap="square" lIns="0" tIns="0" rIns="0" bIns="0" rtlCol="0" anchor="t"/>
          <a:lstStyle/>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Atlas Emergency Response Mapping​</a:t>
            </a:r>
            <a:endParaRPr lang="en-US" sz="2850" dirty="0"/>
          </a:p>
        </p:txBody>
      </p:sp>
      <p:pic>
        <p:nvPicPr>
          <p:cNvPr id="7" name="Image 0">
            <a:extLst>
              <a:ext uri="{FF2B5EF4-FFF2-40B4-BE49-F238E27FC236}">
                <a16:creationId xmlns:a16="http://schemas.microsoft.com/office/drawing/2014/main" id="{44F8BD9F-5B01-D7A9-15B2-C4A3E680223A}"/>
              </a:ext>
            </a:extLst>
          </p:cNvPr>
          <p:cNvPicPr>
            <a:picLocks noChangeAspect="1"/>
          </p:cNvPicPr>
          <p:nvPr/>
        </p:nvPicPr>
        <p:blipFill>
          <a:blip r:embed="rId5"/>
          <a:srcRect l="182" t="20525" r="226" b="20525"/>
          <a:stretch>
            <a:fillRect/>
          </a:stretch>
        </p:blipFill>
        <p:spPr>
          <a:xfrm>
            <a:off x="485776" y="1552575"/>
            <a:ext cx="8181968" cy="27241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0" y="1295400"/>
            <a:ext cx="0"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 </a:t>
            </a:r>
            <a:endParaRPr lang="en-US" sz="1283" dirty="0"/>
          </a:p>
        </p:txBody>
      </p:sp>
      <p:sp>
        <p:nvSpPr>
          <p:cNvPr id="3" name="Shape 1"/>
          <p:cNvSpPr/>
          <p:nvPr/>
        </p:nvSpPr>
        <p:spPr>
          <a:xfrm>
            <a:off x="476250" y="1600200"/>
            <a:ext cx="8191500" cy="2524125"/>
          </a:xfrm>
          <a:prstGeom prst="rect">
            <a:avLst/>
          </a:prstGeom>
          <a:noFill/>
          <a:ln/>
        </p:spPr>
        <p:txBody>
          <a:bodyPr/>
          <a:lstStyle/>
          <a:p>
            <a:endParaRPr lang="en-IT"/>
          </a:p>
        </p:txBody>
      </p:sp>
      <p:pic>
        <p:nvPicPr>
          <p:cNvPr id="8" name="Image 4" descr="preencoded.png"/>
          <p:cNvPicPr>
            <a:picLocks noChangeAspect="1"/>
          </p:cNvPicPr>
          <p:nvPr/>
        </p:nvPicPr>
        <p:blipFill>
          <a:blip r:embed="rId3"/>
          <a:srcRect/>
          <a:stretch/>
        </p:blipFill>
        <p:spPr>
          <a:xfrm>
            <a:off x="7324725" y="4524375"/>
            <a:ext cx="1366838" cy="285750"/>
          </a:xfrm>
          <a:prstGeom prst="rect">
            <a:avLst/>
          </a:prstGeom>
        </p:spPr>
      </p:pic>
      <p:sp>
        <p:nvSpPr>
          <p:cNvPr id="9" name="Text 2"/>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000000">
                    <a:alpha val="99000"/>
                  </a:srgbClr>
                </a:solidFill>
                <a:latin typeface="Open Sans" pitchFamily="34" charset="0"/>
                <a:ea typeface="Open Sans" pitchFamily="34" charset="-122"/>
                <a:cs typeface="Open Sans" pitchFamily="34" charset="-120"/>
              </a:rPr>
              <a:t>Digital impact division</a:t>
            </a:r>
            <a:endParaRPr lang="en-US" sz="713" dirty="0"/>
          </a:p>
        </p:txBody>
      </p:sp>
      <p:sp>
        <p:nvSpPr>
          <p:cNvPr id="10" name="Text 3"/>
          <p:cNvSpPr/>
          <p:nvPr/>
        </p:nvSpPr>
        <p:spPr>
          <a:xfrm>
            <a:off x="476250" y="476250"/>
            <a:ext cx="8191500" cy="885825"/>
          </a:xfrm>
          <a:prstGeom prst="rect">
            <a:avLst/>
          </a:prstGeom>
          <a:noFill/>
          <a:ln/>
        </p:spPr>
        <p:txBody>
          <a:bodyPr wrap="square" lIns="0" tIns="0" rIns="0" bIns="0" rtlCol="0" anchor="t"/>
          <a:lstStyle/>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Atlas Emergency Response Mapping​</a:t>
            </a:r>
            <a:endParaRPr lang="en-US" sz="2850" dirty="0"/>
          </a:p>
        </p:txBody>
      </p:sp>
      <p:sp>
        <p:nvSpPr>
          <p:cNvPr id="11" name="Shape 1">
            <a:extLst>
              <a:ext uri="{FF2B5EF4-FFF2-40B4-BE49-F238E27FC236}">
                <a16:creationId xmlns:a16="http://schemas.microsoft.com/office/drawing/2014/main" id="{95AB43EE-88E7-FB2B-F520-CDD526E97239}"/>
              </a:ext>
            </a:extLst>
          </p:cNvPr>
          <p:cNvSpPr/>
          <p:nvPr/>
        </p:nvSpPr>
        <p:spPr>
          <a:xfrm>
            <a:off x="476250" y="1876425"/>
            <a:ext cx="8191500" cy="2295525"/>
          </a:xfrm>
          <a:prstGeom prst="rect">
            <a:avLst/>
          </a:prstGeom>
          <a:noFill/>
          <a:ln/>
        </p:spPr>
        <p:txBody>
          <a:bodyPr/>
          <a:lstStyle/>
          <a:p>
            <a:endParaRPr lang="en-IT"/>
          </a:p>
        </p:txBody>
      </p:sp>
      <p:grpSp>
        <p:nvGrpSpPr>
          <p:cNvPr id="12" name="Group 11">
            <a:extLst>
              <a:ext uri="{FF2B5EF4-FFF2-40B4-BE49-F238E27FC236}">
                <a16:creationId xmlns:a16="http://schemas.microsoft.com/office/drawing/2014/main" id="{6EAC099B-34C9-F97F-4B45-F894D6A1EA24}"/>
              </a:ext>
            </a:extLst>
          </p:cNvPr>
          <p:cNvGrpSpPr/>
          <p:nvPr/>
        </p:nvGrpSpPr>
        <p:grpSpPr>
          <a:xfrm>
            <a:off x="2567335" y="1876425"/>
            <a:ext cx="1918585" cy="2305057"/>
            <a:chOff x="2567335" y="1876425"/>
            <a:chExt cx="1918585" cy="2305057"/>
          </a:xfrm>
        </p:grpSpPr>
        <p:sp>
          <p:nvSpPr>
            <p:cNvPr id="13" name="Shape 1">
              <a:extLst>
                <a:ext uri="{FF2B5EF4-FFF2-40B4-BE49-F238E27FC236}">
                  <a16:creationId xmlns:a16="http://schemas.microsoft.com/office/drawing/2014/main" id="{14C4906F-3CA1-8833-2AEC-F32F538168C0}"/>
                </a:ext>
              </a:extLst>
            </p:cNvPr>
            <p:cNvSpPr/>
            <p:nvPr/>
          </p:nvSpPr>
          <p:spPr>
            <a:xfrm>
              <a:off x="2567335" y="1876425"/>
              <a:ext cx="1918260" cy="2295525"/>
            </a:xfrm>
            <a:prstGeom prst="rect">
              <a:avLst/>
            </a:prstGeom>
            <a:noFill/>
            <a:ln w="12700">
              <a:noFill/>
              <a:prstDash val="solid"/>
            </a:ln>
          </p:spPr>
          <p:txBody>
            <a:bodyPr/>
            <a:lstStyle/>
            <a:p>
              <a:endParaRPr lang="en-IT" sz="450" dirty="0"/>
            </a:p>
          </p:txBody>
        </p:sp>
        <p:sp>
          <p:nvSpPr>
            <p:cNvPr id="14" name="Shape 2">
              <a:extLst>
                <a:ext uri="{FF2B5EF4-FFF2-40B4-BE49-F238E27FC236}">
                  <a16:creationId xmlns:a16="http://schemas.microsoft.com/office/drawing/2014/main" id="{FEC16173-4EE0-D43D-0FA2-132AD152A0A2}"/>
                </a:ext>
              </a:extLst>
            </p:cNvPr>
            <p:cNvSpPr/>
            <p:nvPr/>
          </p:nvSpPr>
          <p:spPr>
            <a:xfrm>
              <a:off x="2567335" y="4162417"/>
              <a:ext cx="1918585" cy="19065"/>
            </a:xfrm>
            <a:prstGeom prst="rect">
              <a:avLst/>
            </a:prstGeom>
            <a:solidFill>
              <a:srgbClr val="277AFF"/>
            </a:solidFill>
            <a:ln w="12700">
              <a:solidFill>
                <a:srgbClr val="277AFF"/>
              </a:solidFill>
              <a:prstDash val="solid"/>
            </a:ln>
          </p:spPr>
          <p:txBody>
            <a:bodyPr/>
            <a:lstStyle/>
            <a:p>
              <a:endParaRPr lang="en-IT" sz="450"/>
            </a:p>
          </p:txBody>
        </p:sp>
      </p:grpSp>
      <p:grpSp>
        <p:nvGrpSpPr>
          <p:cNvPr id="15" name="Group 14">
            <a:extLst>
              <a:ext uri="{FF2B5EF4-FFF2-40B4-BE49-F238E27FC236}">
                <a16:creationId xmlns:a16="http://schemas.microsoft.com/office/drawing/2014/main" id="{0FAA16ED-7C66-9684-1375-6D0E778FF365}"/>
              </a:ext>
            </a:extLst>
          </p:cNvPr>
          <p:cNvGrpSpPr/>
          <p:nvPr/>
        </p:nvGrpSpPr>
        <p:grpSpPr>
          <a:xfrm>
            <a:off x="476250" y="1876425"/>
            <a:ext cx="1918585" cy="2305057"/>
            <a:chOff x="2567335" y="1876425"/>
            <a:chExt cx="1918585" cy="2305057"/>
          </a:xfrm>
        </p:grpSpPr>
        <p:sp>
          <p:nvSpPr>
            <p:cNvPr id="16" name="Shape 1">
              <a:extLst>
                <a:ext uri="{FF2B5EF4-FFF2-40B4-BE49-F238E27FC236}">
                  <a16:creationId xmlns:a16="http://schemas.microsoft.com/office/drawing/2014/main" id="{63A1233F-875D-2825-3687-30B28E79E2D7}"/>
                </a:ext>
              </a:extLst>
            </p:cNvPr>
            <p:cNvSpPr/>
            <p:nvPr/>
          </p:nvSpPr>
          <p:spPr>
            <a:xfrm>
              <a:off x="2567335" y="1876425"/>
              <a:ext cx="1918260" cy="2295525"/>
            </a:xfrm>
            <a:prstGeom prst="rect">
              <a:avLst/>
            </a:prstGeom>
            <a:noFill/>
            <a:ln w="12700">
              <a:noFill/>
              <a:prstDash val="solid"/>
            </a:ln>
          </p:spPr>
          <p:txBody>
            <a:bodyPr/>
            <a:lstStyle/>
            <a:p>
              <a:endParaRPr lang="en-IT" sz="450" dirty="0"/>
            </a:p>
          </p:txBody>
        </p:sp>
        <p:sp>
          <p:nvSpPr>
            <p:cNvPr id="17" name="Shape 2">
              <a:extLst>
                <a:ext uri="{FF2B5EF4-FFF2-40B4-BE49-F238E27FC236}">
                  <a16:creationId xmlns:a16="http://schemas.microsoft.com/office/drawing/2014/main" id="{F43B5E28-0AF1-F27A-B959-F975C26D9445}"/>
                </a:ext>
              </a:extLst>
            </p:cNvPr>
            <p:cNvSpPr/>
            <p:nvPr/>
          </p:nvSpPr>
          <p:spPr>
            <a:xfrm>
              <a:off x="2567335" y="4162417"/>
              <a:ext cx="1918585" cy="19065"/>
            </a:xfrm>
            <a:prstGeom prst="rect">
              <a:avLst/>
            </a:prstGeom>
            <a:solidFill>
              <a:srgbClr val="277AFF"/>
            </a:solidFill>
            <a:ln w="12700">
              <a:solidFill>
                <a:srgbClr val="277AFF"/>
              </a:solidFill>
              <a:prstDash val="solid"/>
            </a:ln>
          </p:spPr>
          <p:txBody>
            <a:bodyPr/>
            <a:lstStyle/>
            <a:p>
              <a:endParaRPr lang="en-IT" sz="450"/>
            </a:p>
          </p:txBody>
        </p:sp>
      </p:grpSp>
      <p:grpSp>
        <p:nvGrpSpPr>
          <p:cNvPr id="18" name="Group 17">
            <a:extLst>
              <a:ext uri="{FF2B5EF4-FFF2-40B4-BE49-F238E27FC236}">
                <a16:creationId xmlns:a16="http://schemas.microsoft.com/office/drawing/2014/main" id="{E64B804A-C2F4-FC12-12F2-457E4F24FBCB}"/>
              </a:ext>
            </a:extLst>
          </p:cNvPr>
          <p:cNvGrpSpPr/>
          <p:nvPr/>
        </p:nvGrpSpPr>
        <p:grpSpPr>
          <a:xfrm>
            <a:off x="4661381" y="1876425"/>
            <a:ext cx="1918585" cy="2305057"/>
            <a:chOff x="2567335" y="1876425"/>
            <a:chExt cx="1918585" cy="2305057"/>
          </a:xfrm>
        </p:grpSpPr>
        <p:sp>
          <p:nvSpPr>
            <p:cNvPr id="19" name="Shape 1">
              <a:extLst>
                <a:ext uri="{FF2B5EF4-FFF2-40B4-BE49-F238E27FC236}">
                  <a16:creationId xmlns:a16="http://schemas.microsoft.com/office/drawing/2014/main" id="{B8ED48E5-57E9-0A3B-261E-AFC61D37FB58}"/>
                </a:ext>
              </a:extLst>
            </p:cNvPr>
            <p:cNvSpPr/>
            <p:nvPr/>
          </p:nvSpPr>
          <p:spPr>
            <a:xfrm>
              <a:off x="2567335" y="1876425"/>
              <a:ext cx="1918260" cy="2295525"/>
            </a:xfrm>
            <a:prstGeom prst="rect">
              <a:avLst/>
            </a:prstGeom>
            <a:noFill/>
            <a:ln w="12700">
              <a:noFill/>
              <a:prstDash val="solid"/>
            </a:ln>
          </p:spPr>
          <p:txBody>
            <a:bodyPr/>
            <a:lstStyle/>
            <a:p>
              <a:endParaRPr lang="en-IT" sz="450" dirty="0"/>
            </a:p>
          </p:txBody>
        </p:sp>
        <p:sp>
          <p:nvSpPr>
            <p:cNvPr id="20" name="Shape 2">
              <a:extLst>
                <a:ext uri="{FF2B5EF4-FFF2-40B4-BE49-F238E27FC236}">
                  <a16:creationId xmlns:a16="http://schemas.microsoft.com/office/drawing/2014/main" id="{B344E619-1C92-1D9B-B130-CDFA8070B36C}"/>
                </a:ext>
              </a:extLst>
            </p:cNvPr>
            <p:cNvSpPr/>
            <p:nvPr/>
          </p:nvSpPr>
          <p:spPr>
            <a:xfrm>
              <a:off x="2567335" y="4162417"/>
              <a:ext cx="1918585" cy="19065"/>
            </a:xfrm>
            <a:prstGeom prst="rect">
              <a:avLst/>
            </a:prstGeom>
            <a:solidFill>
              <a:srgbClr val="277AFF"/>
            </a:solidFill>
            <a:ln w="12700">
              <a:solidFill>
                <a:srgbClr val="277AFF"/>
              </a:solidFill>
              <a:prstDash val="solid"/>
            </a:ln>
          </p:spPr>
          <p:txBody>
            <a:bodyPr/>
            <a:lstStyle/>
            <a:p>
              <a:endParaRPr lang="en-IT" sz="450"/>
            </a:p>
          </p:txBody>
        </p:sp>
      </p:grpSp>
      <p:grpSp>
        <p:nvGrpSpPr>
          <p:cNvPr id="21" name="Group 20">
            <a:extLst>
              <a:ext uri="{FF2B5EF4-FFF2-40B4-BE49-F238E27FC236}">
                <a16:creationId xmlns:a16="http://schemas.microsoft.com/office/drawing/2014/main" id="{F9AD956F-7465-7C11-26D8-F1DC94EE9142}"/>
              </a:ext>
            </a:extLst>
          </p:cNvPr>
          <p:cNvGrpSpPr/>
          <p:nvPr/>
        </p:nvGrpSpPr>
        <p:grpSpPr>
          <a:xfrm>
            <a:off x="6748447" y="1876425"/>
            <a:ext cx="1918585" cy="2305057"/>
            <a:chOff x="2567335" y="1876425"/>
            <a:chExt cx="1918585" cy="2305057"/>
          </a:xfrm>
        </p:grpSpPr>
        <p:sp>
          <p:nvSpPr>
            <p:cNvPr id="22" name="Shape 1">
              <a:extLst>
                <a:ext uri="{FF2B5EF4-FFF2-40B4-BE49-F238E27FC236}">
                  <a16:creationId xmlns:a16="http://schemas.microsoft.com/office/drawing/2014/main" id="{001E06DD-4C60-FADE-FEE4-0726B4A12380}"/>
                </a:ext>
              </a:extLst>
            </p:cNvPr>
            <p:cNvSpPr/>
            <p:nvPr/>
          </p:nvSpPr>
          <p:spPr>
            <a:xfrm>
              <a:off x="2567335" y="1876425"/>
              <a:ext cx="1918260" cy="2295525"/>
            </a:xfrm>
            <a:prstGeom prst="rect">
              <a:avLst/>
            </a:prstGeom>
            <a:noFill/>
            <a:ln w="12700">
              <a:noFill/>
              <a:prstDash val="solid"/>
            </a:ln>
          </p:spPr>
          <p:txBody>
            <a:bodyPr/>
            <a:lstStyle/>
            <a:p>
              <a:endParaRPr lang="en-IT" sz="450" dirty="0"/>
            </a:p>
          </p:txBody>
        </p:sp>
        <p:sp>
          <p:nvSpPr>
            <p:cNvPr id="23" name="Shape 2">
              <a:extLst>
                <a:ext uri="{FF2B5EF4-FFF2-40B4-BE49-F238E27FC236}">
                  <a16:creationId xmlns:a16="http://schemas.microsoft.com/office/drawing/2014/main" id="{6078C709-626D-4993-FCE0-F807C7F3FF04}"/>
                </a:ext>
              </a:extLst>
            </p:cNvPr>
            <p:cNvSpPr/>
            <p:nvPr/>
          </p:nvSpPr>
          <p:spPr>
            <a:xfrm>
              <a:off x="2567335" y="4162417"/>
              <a:ext cx="1918585" cy="19065"/>
            </a:xfrm>
            <a:prstGeom prst="rect">
              <a:avLst/>
            </a:prstGeom>
            <a:solidFill>
              <a:srgbClr val="277AFF"/>
            </a:solidFill>
            <a:ln w="12700">
              <a:solidFill>
                <a:srgbClr val="277AFF"/>
              </a:solidFill>
              <a:prstDash val="solid"/>
            </a:ln>
          </p:spPr>
          <p:txBody>
            <a:bodyPr/>
            <a:lstStyle/>
            <a:p>
              <a:endParaRPr lang="en-IT" sz="450"/>
            </a:p>
          </p:txBody>
        </p:sp>
      </p:grpSp>
      <p:sp>
        <p:nvSpPr>
          <p:cNvPr id="28" name="Text 12">
            <a:extLst>
              <a:ext uri="{FF2B5EF4-FFF2-40B4-BE49-F238E27FC236}">
                <a16:creationId xmlns:a16="http://schemas.microsoft.com/office/drawing/2014/main" id="{7DD125D2-2EB8-A977-C6D6-F06ACD50D455}"/>
              </a:ext>
            </a:extLst>
          </p:cNvPr>
          <p:cNvSpPr/>
          <p:nvPr/>
        </p:nvSpPr>
        <p:spPr>
          <a:xfrm>
            <a:off x="666781" y="2810386"/>
            <a:ext cx="1571093" cy="950471"/>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Visibility, ESG impact reporting, access to a network of 2.2M+ mapped schools across</a:t>
            </a:r>
            <a:endParaRPr lang="en-US" sz="1100" dirty="0"/>
          </a:p>
        </p:txBody>
      </p:sp>
      <p:sp>
        <p:nvSpPr>
          <p:cNvPr id="29" name="Text 12">
            <a:extLst>
              <a:ext uri="{FF2B5EF4-FFF2-40B4-BE49-F238E27FC236}">
                <a16:creationId xmlns:a16="http://schemas.microsoft.com/office/drawing/2014/main" id="{332C0626-0260-D524-3E18-CC5E122AB128}"/>
              </a:ext>
            </a:extLst>
          </p:cNvPr>
          <p:cNvSpPr/>
          <p:nvPr/>
        </p:nvSpPr>
        <p:spPr>
          <a:xfrm>
            <a:off x="2748244" y="2810386"/>
            <a:ext cx="1571093" cy="950471"/>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Visibility, ESG impact reporting, access to a network of 2.2M+ mapped schools across</a:t>
            </a:r>
            <a:endParaRPr lang="en-US" sz="1100" dirty="0"/>
          </a:p>
        </p:txBody>
      </p:sp>
      <p:sp>
        <p:nvSpPr>
          <p:cNvPr id="30" name="Text 12">
            <a:extLst>
              <a:ext uri="{FF2B5EF4-FFF2-40B4-BE49-F238E27FC236}">
                <a16:creationId xmlns:a16="http://schemas.microsoft.com/office/drawing/2014/main" id="{F5685277-D801-5FE0-8FC1-4032C84754B6}"/>
              </a:ext>
            </a:extLst>
          </p:cNvPr>
          <p:cNvSpPr/>
          <p:nvPr/>
        </p:nvSpPr>
        <p:spPr>
          <a:xfrm>
            <a:off x="4841739" y="2810386"/>
            <a:ext cx="1571093" cy="950471"/>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Visibility, ESG impact reporting, access to a network of 2.2M+ mapped schools across</a:t>
            </a:r>
            <a:endParaRPr lang="en-US" sz="1100" dirty="0"/>
          </a:p>
        </p:txBody>
      </p:sp>
      <p:sp>
        <p:nvSpPr>
          <p:cNvPr id="31" name="Text 12">
            <a:extLst>
              <a:ext uri="{FF2B5EF4-FFF2-40B4-BE49-F238E27FC236}">
                <a16:creationId xmlns:a16="http://schemas.microsoft.com/office/drawing/2014/main" id="{0EDFCFD5-2845-AD69-48AF-96487CB423DE}"/>
              </a:ext>
            </a:extLst>
          </p:cNvPr>
          <p:cNvSpPr/>
          <p:nvPr/>
        </p:nvSpPr>
        <p:spPr>
          <a:xfrm>
            <a:off x="6923202" y="2810386"/>
            <a:ext cx="1571093" cy="950471"/>
          </a:xfrm>
          <a:prstGeom prst="rect">
            <a:avLst/>
          </a:prstGeom>
          <a:noFill/>
          <a:ln/>
        </p:spPr>
        <p:txBody>
          <a:bodyPr wrap="square" lIns="0" tIns="0" rIns="0" bIns="0" rtlCol="0" anchor="t"/>
          <a:lstStyle/>
          <a:p>
            <a:pPr>
              <a:lnSpc>
                <a:spcPct val="140000"/>
              </a:lnSpc>
            </a:pPr>
            <a:r>
              <a:rPr lang="en-US" sz="1100" dirty="0">
                <a:solidFill>
                  <a:srgbClr val="000000">
                    <a:alpha val="99000"/>
                  </a:srgbClr>
                </a:solidFill>
                <a:latin typeface="Open Sans" pitchFamily="34" charset="0"/>
                <a:ea typeface="Open Sans" pitchFamily="34" charset="-122"/>
                <a:cs typeface="Open Sans" pitchFamily="34" charset="-120"/>
              </a:rPr>
              <a:t>Visibility, ESG impact reporting, access to a network of 2.2M+ mapped schools across</a:t>
            </a:r>
            <a:endParaRPr lang="en-US" sz="1100" dirty="0"/>
          </a:p>
        </p:txBody>
      </p:sp>
      <p:sp>
        <p:nvSpPr>
          <p:cNvPr id="32" name="Text 12">
            <a:extLst>
              <a:ext uri="{FF2B5EF4-FFF2-40B4-BE49-F238E27FC236}">
                <a16:creationId xmlns:a16="http://schemas.microsoft.com/office/drawing/2014/main" id="{B0912BED-4B9E-7414-4958-1668104F0982}"/>
              </a:ext>
            </a:extLst>
          </p:cNvPr>
          <p:cNvSpPr/>
          <p:nvPr/>
        </p:nvSpPr>
        <p:spPr>
          <a:xfrm>
            <a:off x="666781" y="2486510"/>
            <a:ext cx="1571093" cy="267185"/>
          </a:xfrm>
          <a:prstGeom prst="rect">
            <a:avLst/>
          </a:prstGeom>
          <a:noFill/>
          <a:ln/>
        </p:spPr>
        <p:txBody>
          <a:bodyPr wrap="square" lIns="0" tIns="0" rIns="0" bIns="0" rtlCol="0" anchor="t"/>
          <a:lstStyle/>
          <a:p>
            <a:pPr>
              <a:lnSpc>
                <a:spcPct val="140000"/>
              </a:lnSpc>
            </a:pPr>
            <a:r>
              <a:rPr lang="en-US" sz="1280" dirty="0">
                <a:solidFill>
                  <a:srgbClr val="000000">
                    <a:alpha val="99000"/>
                  </a:srgbClr>
                </a:solidFill>
                <a:latin typeface="Manrope" pitchFamily="2" charset="0"/>
                <a:ea typeface="Open Sans" pitchFamily="34" charset="-122"/>
                <a:cs typeface="Open Sans" pitchFamily="34" charset="-120"/>
              </a:rPr>
              <a:t>What</a:t>
            </a:r>
            <a:endParaRPr lang="en-US" sz="1280" dirty="0">
              <a:latin typeface="Manrope" pitchFamily="2" charset="0"/>
            </a:endParaRPr>
          </a:p>
        </p:txBody>
      </p:sp>
      <p:sp>
        <p:nvSpPr>
          <p:cNvPr id="33" name="Text 12">
            <a:extLst>
              <a:ext uri="{FF2B5EF4-FFF2-40B4-BE49-F238E27FC236}">
                <a16:creationId xmlns:a16="http://schemas.microsoft.com/office/drawing/2014/main" id="{D753ACD9-D3FE-4247-88EB-01BC6B5DAC12}"/>
              </a:ext>
            </a:extLst>
          </p:cNvPr>
          <p:cNvSpPr/>
          <p:nvPr/>
        </p:nvSpPr>
        <p:spPr>
          <a:xfrm>
            <a:off x="2760275" y="2486510"/>
            <a:ext cx="1571093" cy="267185"/>
          </a:xfrm>
          <a:prstGeom prst="rect">
            <a:avLst/>
          </a:prstGeom>
          <a:noFill/>
          <a:ln/>
        </p:spPr>
        <p:txBody>
          <a:bodyPr wrap="square" lIns="0" tIns="0" rIns="0" bIns="0" rtlCol="0" anchor="t"/>
          <a:lstStyle/>
          <a:p>
            <a:pPr>
              <a:lnSpc>
                <a:spcPct val="140000"/>
              </a:lnSpc>
            </a:pPr>
            <a:r>
              <a:rPr lang="en-US" sz="1280" dirty="0">
                <a:solidFill>
                  <a:srgbClr val="000000">
                    <a:alpha val="99000"/>
                  </a:srgbClr>
                </a:solidFill>
                <a:latin typeface="Manrope" pitchFamily="2" charset="0"/>
                <a:ea typeface="Open Sans" pitchFamily="34" charset="-122"/>
                <a:cs typeface="Open Sans" pitchFamily="34" charset="-120"/>
              </a:rPr>
              <a:t>Give</a:t>
            </a:r>
            <a:endParaRPr lang="en-US" sz="1280" dirty="0">
              <a:latin typeface="Manrope" pitchFamily="2" charset="0"/>
            </a:endParaRPr>
          </a:p>
        </p:txBody>
      </p:sp>
      <p:sp>
        <p:nvSpPr>
          <p:cNvPr id="34" name="Text 12">
            <a:extLst>
              <a:ext uri="{FF2B5EF4-FFF2-40B4-BE49-F238E27FC236}">
                <a16:creationId xmlns:a16="http://schemas.microsoft.com/office/drawing/2014/main" id="{3B37E0D5-60B6-25E4-5ECB-2C80DCBC7236}"/>
              </a:ext>
            </a:extLst>
          </p:cNvPr>
          <p:cNvSpPr/>
          <p:nvPr/>
        </p:nvSpPr>
        <p:spPr>
          <a:xfrm>
            <a:off x="4841738" y="2486510"/>
            <a:ext cx="1571093" cy="267185"/>
          </a:xfrm>
          <a:prstGeom prst="rect">
            <a:avLst/>
          </a:prstGeom>
          <a:noFill/>
          <a:ln/>
        </p:spPr>
        <p:txBody>
          <a:bodyPr wrap="square" lIns="0" tIns="0" rIns="0" bIns="0" rtlCol="0" anchor="t"/>
          <a:lstStyle/>
          <a:p>
            <a:pPr>
              <a:lnSpc>
                <a:spcPct val="140000"/>
              </a:lnSpc>
            </a:pPr>
            <a:r>
              <a:rPr lang="en-US" sz="1280" dirty="0">
                <a:solidFill>
                  <a:srgbClr val="000000">
                    <a:alpha val="99000"/>
                  </a:srgbClr>
                </a:solidFill>
                <a:latin typeface="Manrope" pitchFamily="2" charset="0"/>
                <a:ea typeface="Open Sans" pitchFamily="34" charset="-122"/>
                <a:cs typeface="Open Sans" pitchFamily="34" charset="-120"/>
              </a:rPr>
              <a:t>Get</a:t>
            </a:r>
            <a:endParaRPr lang="en-US" sz="1280" dirty="0">
              <a:latin typeface="Manrope" pitchFamily="2" charset="0"/>
            </a:endParaRPr>
          </a:p>
        </p:txBody>
      </p:sp>
      <p:sp>
        <p:nvSpPr>
          <p:cNvPr id="35" name="Text 12">
            <a:extLst>
              <a:ext uri="{FF2B5EF4-FFF2-40B4-BE49-F238E27FC236}">
                <a16:creationId xmlns:a16="http://schemas.microsoft.com/office/drawing/2014/main" id="{93BEBAE2-064A-3135-2A04-6A706852016B}"/>
              </a:ext>
            </a:extLst>
          </p:cNvPr>
          <p:cNvSpPr/>
          <p:nvPr/>
        </p:nvSpPr>
        <p:spPr>
          <a:xfrm>
            <a:off x="6911170" y="2486510"/>
            <a:ext cx="1571093" cy="267185"/>
          </a:xfrm>
          <a:prstGeom prst="rect">
            <a:avLst/>
          </a:prstGeom>
          <a:noFill/>
          <a:ln/>
        </p:spPr>
        <p:txBody>
          <a:bodyPr wrap="square" lIns="0" tIns="0" rIns="0" bIns="0" rtlCol="0" anchor="t"/>
          <a:lstStyle/>
          <a:p>
            <a:pPr>
              <a:lnSpc>
                <a:spcPct val="140000"/>
              </a:lnSpc>
            </a:pPr>
            <a:r>
              <a:rPr lang="en-US" sz="1280" dirty="0">
                <a:solidFill>
                  <a:srgbClr val="000000">
                    <a:alpha val="99000"/>
                  </a:srgbClr>
                </a:solidFill>
                <a:latin typeface="Manrope" pitchFamily="2" charset="0"/>
                <a:ea typeface="Open Sans" pitchFamily="34" charset="-122"/>
                <a:cs typeface="Open Sans" pitchFamily="34" charset="-120"/>
              </a:rPr>
              <a:t>KPIs</a:t>
            </a:r>
            <a:endParaRPr lang="en-US" sz="1280" dirty="0">
              <a:latin typeface="Manrope" pitchFamily="2" charset="0"/>
            </a:endParaRPr>
          </a:p>
        </p:txBody>
      </p:sp>
      <p:pic>
        <p:nvPicPr>
          <p:cNvPr id="26" name="Graphic 25">
            <a:extLst>
              <a:ext uri="{FF2B5EF4-FFF2-40B4-BE49-F238E27FC236}">
                <a16:creationId xmlns:a16="http://schemas.microsoft.com/office/drawing/2014/main" id="{7C155289-BB85-548D-302C-75C533B1CA5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9750" y="1640260"/>
            <a:ext cx="582978" cy="586839"/>
          </a:xfrm>
          <a:prstGeom prst="rect">
            <a:avLst/>
          </a:prstGeom>
        </p:spPr>
      </p:pic>
      <p:pic>
        <p:nvPicPr>
          <p:cNvPr id="37" name="Graphic 36">
            <a:extLst>
              <a:ext uri="{FF2B5EF4-FFF2-40B4-BE49-F238E27FC236}">
                <a16:creationId xmlns:a16="http://schemas.microsoft.com/office/drawing/2014/main" id="{132D71BF-906D-3314-E860-B86ADCECEC6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62662" y="1704385"/>
            <a:ext cx="581616" cy="581616"/>
          </a:xfrm>
          <a:prstGeom prst="rect">
            <a:avLst/>
          </a:prstGeom>
        </p:spPr>
      </p:pic>
      <p:pic>
        <p:nvPicPr>
          <p:cNvPr id="40" name="Graphic 39">
            <a:extLst>
              <a:ext uri="{FF2B5EF4-FFF2-40B4-BE49-F238E27FC236}">
                <a16:creationId xmlns:a16="http://schemas.microsoft.com/office/drawing/2014/main" id="{CE182398-52D7-A37A-2427-5FF82A0E60C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63355" y="1741619"/>
            <a:ext cx="570848" cy="574628"/>
          </a:xfrm>
          <a:prstGeom prst="rect">
            <a:avLst/>
          </a:prstGeom>
        </p:spPr>
      </p:pic>
      <p:pic>
        <p:nvPicPr>
          <p:cNvPr id="43" name="Graphic 42">
            <a:extLst>
              <a:ext uri="{FF2B5EF4-FFF2-40B4-BE49-F238E27FC236}">
                <a16:creationId xmlns:a16="http://schemas.microsoft.com/office/drawing/2014/main" id="{82E34B89-98C4-8E6F-0F4A-9B5F8C9C492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939222" y="1700281"/>
            <a:ext cx="585719" cy="58571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476750" y="476250"/>
            <a:ext cx="1838325" cy="1166813"/>
          </a:xfrm>
          <a:prstGeom prst="rect">
            <a:avLst/>
          </a:prstGeom>
          <a:noFill/>
          <a:ln/>
        </p:spPr>
        <p:txBody>
          <a:bodyPr/>
          <a:lstStyle/>
          <a:p>
            <a:endParaRPr lang="en-IT"/>
          </a:p>
        </p:txBody>
      </p:sp>
      <p:sp>
        <p:nvSpPr>
          <p:cNvPr id="3" name="Text 1"/>
          <p:cNvSpPr/>
          <p:nvPr/>
        </p:nvSpPr>
        <p:spPr>
          <a:xfrm>
            <a:off x="4476750" y="476250"/>
            <a:ext cx="1838325" cy="685800"/>
          </a:xfrm>
          <a:prstGeom prst="rect">
            <a:avLst/>
          </a:prstGeom>
          <a:noFill/>
          <a:ln/>
        </p:spPr>
        <p:txBody>
          <a:bodyPr wrap="square" lIns="0" tIns="0" rIns="0" bIns="0" rtlCol="0" anchor="t">
            <a:normAutofit/>
          </a:bodyPr>
          <a:lstStyle/>
          <a:p>
            <a:pPr marL="0" indent="0" algn="l">
              <a:lnSpc>
                <a:spcPts val="5130"/>
              </a:lnSpc>
              <a:buNone/>
            </a:pPr>
            <a:r>
              <a:rPr lang="en-US" sz="5130" kern="0" spc="-103" dirty="0">
                <a:solidFill>
                  <a:srgbClr val="277AFF">
                    <a:alpha val="99000"/>
                  </a:srgbClr>
                </a:solidFill>
                <a:latin typeface="Manrope" pitchFamily="34" charset="0"/>
                <a:ea typeface="Manrope" pitchFamily="34" charset="-122"/>
                <a:cs typeface="Manrope" pitchFamily="34" charset="-120"/>
              </a:rPr>
              <a:t>61%</a:t>
            </a:r>
            <a:endParaRPr lang="en-US" sz="5130" dirty="0"/>
          </a:p>
        </p:txBody>
      </p:sp>
      <p:sp>
        <p:nvSpPr>
          <p:cNvPr id="4" name="Text 2"/>
          <p:cNvSpPr/>
          <p:nvPr/>
        </p:nvSpPr>
        <p:spPr>
          <a:xfrm>
            <a:off x="4476750" y="1200150"/>
            <a:ext cx="1838325" cy="442913"/>
          </a:xfrm>
          <a:prstGeom prst="rect">
            <a:avLst/>
          </a:prstGeom>
          <a:noFill/>
          <a:ln/>
        </p:spPr>
        <p:txBody>
          <a:bodyPr wrap="square" lIns="0" tIns="0" rIns="0" bIns="0" rtlCol="0" anchor="t">
            <a:normAutofit/>
          </a:bodyPr>
          <a:lstStyle/>
          <a:p>
            <a:pPr marL="0" indent="0" algn="l">
              <a:lnSpc>
                <a:spcPts val="1710"/>
              </a:lnSpc>
              <a:buNone/>
            </a:pPr>
            <a:r>
              <a:rPr lang="en-US" sz="1140" dirty="0">
                <a:solidFill>
                  <a:srgbClr val="000000">
                    <a:alpha val="99000"/>
                  </a:srgbClr>
                </a:solidFill>
                <a:latin typeface="Open Sans" pitchFamily="34" charset="0"/>
                <a:ea typeface="Open Sans" pitchFamily="34" charset="-122"/>
                <a:cs typeface="Open Sans" pitchFamily="34" charset="-120"/>
              </a:rPr>
              <a:t>Insert text here</a:t>
            </a:r>
            <a:endParaRPr lang="en-US" sz="1140" dirty="0"/>
          </a:p>
        </p:txBody>
      </p:sp>
      <p:sp>
        <p:nvSpPr>
          <p:cNvPr id="5" name="Shape 3"/>
          <p:cNvSpPr/>
          <p:nvPr/>
        </p:nvSpPr>
        <p:spPr>
          <a:xfrm>
            <a:off x="4476750" y="1771650"/>
            <a:ext cx="1838325" cy="1166813"/>
          </a:xfrm>
          <a:prstGeom prst="rect">
            <a:avLst/>
          </a:prstGeom>
          <a:noFill/>
          <a:ln/>
        </p:spPr>
        <p:txBody>
          <a:bodyPr/>
          <a:lstStyle/>
          <a:p>
            <a:endParaRPr lang="en-IT"/>
          </a:p>
        </p:txBody>
      </p:sp>
      <p:sp>
        <p:nvSpPr>
          <p:cNvPr id="6" name="Text 4"/>
          <p:cNvSpPr/>
          <p:nvPr/>
        </p:nvSpPr>
        <p:spPr>
          <a:xfrm>
            <a:off x="4476750" y="1771650"/>
            <a:ext cx="1838325" cy="685800"/>
          </a:xfrm>
          <a:prstGeom prst="rect">
            <a:avLst/>
          </a:prstGeom>
          <a:noFill/>
          <a:ln/>
        </p:spPr>
        <p:txBody>
          <a:bodyPr wrap="square" lIns="0" tIns="0" rIns="0" bIns="0" rtlCol="0" anchor="t">
            <a:normAutofit/>
          </a:bodyPr>
          <a:lstStyle/>
          <a:p>
            <a:pPr marL="0" indent="0" algn="l">
              <a:lnSpc>
                <a:spcPts val="5130"/>
              </a:lnSpc>
              <a:buNone/>
            </a:pPr>
            <a:r>
              <a:rPr lang="en-US" sz="5130" kern="0" spc="-103" dirty="0">
                <a:solidFill>
                  <a:srgbClr val="277AFF">
                    <a:alpha val="99000"/>
                  </a:srgbClr>
                </a:solidFill>
                <a:latin typeface="Manrope" pitchFamily="34" charset="0"/>
                <a:ea typeface="Manrope" pitchFamily="34" charset="-122"/>
                <a:cs typeface="Manrope" pitchFamily="34" charset="-120"/>
              </a:rPr>
              <a:t>35%</a:t>
            </a:r>
            <a:endParaRPr lang="en-US" sz="5130" dirty="0"/>
          </a:p>
        </p:txBody>
      </p:sp>
      <p:sp>
        <p:nvSpPr>
          <p:cNvPr id="7" name="Text 5"/>
          <p:cNvSpPr/>
          <p:nvPr/>
        </p:nvSpPr>
        <p:spPr>
          <a:xfrm>
            <a:off x="4476750" y="2495550"/>
            <a:ext cx="1838325" cy="442913"/>
          </a:xfrm>
          <a:prstGeom prst="rect">
            <a:avLst/>
          </a:prstGeom>
          <a:noFill/>
          <a:ln/>
        </p:spPr>
        <p:txBody>
          <a:bodyPr wrap="square" lIns="0" tIns="0" rIns="0" bIns="0" rtlCol="0" anchor="t">
            <a:normAutofit/>
          </a:bodyPr>
          <a:lstStyle/>
          <a:p>
            <a:pPr marL="0" indent="0" algn="l">
              <a:lnSpc>
                <a:spcPts val="1710"/>
              </a:lnSpc>
              <a:buNone/>
            </a:pPr>
            <a:r>
              <a:rPr lang="en-US" sz="1140" dirty="0">
                <a:solidFill>
                  <a:srgbClr val="000000">
                    <a:alpha val="99000"/>
                  </a:srgbClr>
                </a:solidFill>
                <a:latin typeface="Open Sans" pitchFamily="34" charset="0"/>
                <a:ea typeface="Open Sans" pitchFamily="34" charset="-122"/>
                <a:cs typeface="Open Sans" pitchFamily="34" charset="-120"/>
              </a:rPr>
              <a:t>Insert text here</a:t>
            </a:r>
            <a:endParaRPr lang="en-US" sz="1140" dirty="0"/>
          </a:p>
        </p:txBody>
      </p:sp>
      <p:sp>
        <p:nvSpPr>
          <p:cNvPr id="8" name="Shape 6"/>
          <p:cNvSpPr/>
          <p:nvPr/>
        </p:nvSpPr>
        <p:spPr>
          <a:xfrm>
            <a:off x="4476750" y="3067050"/>
            <a:ext cx="1838325" cy="1166813"/>
          </a:xfrm>
          <a:prstGeom prst="rect">
            <a:avLst/>
          </a:prstGeom>
          <a:noFill/>
          <a:ln/>
        </p:spPr>
        <p:txBody>
          <a:bodyPr/>
          <a:lstStyle/>
          <a:p>
            <a:endParaRPr lang="en-IT"/>
          </a:p>
        </p:txBody>
      </p:sp>
      <p:sp>
        <p:nvSpPr>
          <p:cNvPr id="9" name="Text 7"/>
          <p:cNvSpPr/>
          <p:nvPr/>
        </p:nvSpPr>
        <p:spPr>
          <a:xfrm>
            <a:off x="4476750" y="3067050"/>
            <a:ext cx="1838325" cy="685800"/>
          </a:xfrm>
          <a:prstGeom prst="rect">
            <a:avLst/>
          </a:prstGeom>
          <a:noFill/>
          <a:ln/>
        </p:spPr>
        <p:txBody>
          <a:bodyPr wrap="square" lIns="0" tIns="0" rIns="0" bIns="0" rtlCol="0" anchor="t">
            <a:normAutofit/>
          </a:bodyPr>
          <a:lstStyle/>
          <a:p>
            <a:pPr marL="0" indent="0" algn="l">
              <a:lnSpc>
                <a:spcPts val="5130"/>
              </a:lnSpc>
              <a:buNone/>
            </a:pPr>
            <a:r>
              <a:rPr lang="en-US" sz="5130" kern="0" spc="-103" dirty="0">
                <a:solidFill>
                  <a:srgbClr val="277AFF">
                    <a:alpha val="99000"/>
                  </a:srgbClr>
                </a:solidFill>
                <a:latin typeface="Manrope" pitchFamily="34" charset="0"/>
                <a:ea typeface="Manrope" pitchFamily="34" charset="-122"/>
                <a:cs typeface="Manrope" pitchFamily="34" charset="-120"/>
              </a:rPr>
              <a:t>11%</a:t>
            </a:r>
            <a:endParaRPr lang="en-US" sz="5130" dirty="0"/>
          </a:p>
        </p:txBody>
      </p:sp>
      <p:sp>
        <p:nvSpPr>
          <p:cNvPr id="10" name="Text 8"/>
          <p:cNvSpPr/>
          <p:nvPr/>
        </p:nvSpPr>
        <p:spPr>
          <a:xfrm>
            <a:off x="4476750" y="3790950"/>
            <a:ext cx="1838325" cy="442913"/>
          </a:xfrm>
          <a:prstGeom prst="rect">
            <a:avLst/>
          </a:prstGeom>
          <a:noFill/>
          <a:ln/>
        </p:spPr>
        <p:txBody>
          <a:bodyPr wrap="square" lIns="0" tIns="0" rIns="0" bIns="0" rtlCol="0" anchor="t">
            <a:normAutofit/>
          </a:bodyPr>
          <a:lstStyle/>
          <a:p>
            <a:pPr marL="0" indent="0" algn="l">
              <a:lnSpc>
                <a:spcPts val="1710"/>
              </a:lnSpc>
              <a:buNone/>
            </a:pPr>
            <a:r>
              <a:rPr lang="en-US" sz="1140" dirty="0">
                <a:solidFill>
                  <a:srgbClr val="000000">
                    <a:alpha val="99000"/>
                  </a:srgbClr>
                </a:solidFill>
                <a:latin typeface="Open Sans" pitchFamily="34" charset="0"/>
                <a:ea typeface="Open Sans" pitchFamily="34" charset="-122"/>
                <a:cs typeface="Open Sans" pitchFamily="34" charset="-120"/>
              </a:rPr>
              <a:t>Insert text here</a:t>
            </a:r>
            <a:endParaRPr lang="en-US" sz="1140" dirty="0"/>
          </a:p>
        </p:txBody>
      </p:sp>
      <p:sp>
        <p:nvSpPr>
          <p:cNvPr id="11" name="Shape 9"/>
          <p:cNvSpPr/>
          <p:nvPr/>
        </p:nvSpPr>
        <p:spPr>
          <a:xfrm>
            <a:off x="6853238" y="476250"/>
            <a:ext cx="1838325" cy="1166813"/>
          </a:xfrm>
          <a:prstGeom prst="rect">
            <a:avLst/>
          </a:prstGeom>
          <a:noFill/>
          <a:ln/>
        </p:spPr>
        <p:txBody>
          <a:bodyPr/>
          <a:lstStyle/>
          <a:p>
            <a:endParaRPr lang="en-IT"/>
          </a:p>
        </p:txBody>
      </p:sp>
      <p:sp>
        <p:nvSpPr>
          <p:cNvPr id="12" name="Text 10"/>
          <p:cNvSpPr/>
          <p:nvPr/>
        </p:nvSpPr>
        <p:spPr>
          <a:xfrm>
            <a:off x="6853238" y="476250"/>
            <a:ext cx="1838325" cy="685800"/>
          </a:xfrm>
          <a:prstGeom prst="rect">
            <a:avLst/>
          </a:prstGeom>
          <a:noFill/>
          <a:ln/>
        </p:spPr>
        <p:txBody>
          <a:bodyPr wrap="square" lIns="0" tIns="0" rIns="0" bIns="0" rtlCol="0" anchor="t">
            <a:normAutofit/>
          </a:bodyPr>
          <a:lstStyle/>
          <a:p>
            <a:pPr marL="0" indent="0" algn="l">
              <a:lnSpc>
                <a:spcPts val="5130"/>
              </a:lnSpc>
              <a:buNone/>
            </a:pPr>
            <a:r>
              <a:rPr lang="en-US" sz="5130" kern="0" spc="-103" dirty="0">
                <a:solidFill>
                  <a:srgbClr val="277AFF">
                    <a:alpha val="99000"/>
                  </a:srgbClr>
                </a:solidFill>
                <a:latin typeface="Manrope" pitchFamily="34" charset="0"/>
                <a:ea typeface="Manrope" pitchFamily="34" charset="-122"/>
                <a:cs typeface="Manrope" pitchFamily="34" charset="-120"/>
              </a:rPr>
              <a:t>54%</a:t>
            </a:r>
            <a:endParaRPr lang="en-US" sz="5130" dirty="0"/>
          </a:p>
        </p:txBody>
      </p:sp>
      <p:sp>
        <p:nvSpPr>
          <p:cNvPr id="13" name="Text 11"/>
          <p:cNvSpPr/>
          <p:nvPr/>
        </p:nvSpPr>
        <p:spPr>
          <a:xfrm>
            <a:off x="6853238" y="1200150"/>
            <a:ext cx="1838325" cy="442913"/>
          </a:xfrm>
          <a:prstGeom prst="rect">
            <a:avLst/>
          </a:prstGeom>
          <a:noFill/>
          <a:ln/>
        </p:spPr>
        <p:txBody>
          <a:bodyPr wrap="square" lIns="0" tIns="0" rIns="0" bIns="0" rtlCol="0" anchor="t">
            <a:normAutofit/>
          </a:bodyPr>
          <a:lstStyle/>
          <a:p>
            <a:pPr marL="0" indent="0" algn="l">
              <a:lnSpc>
                <a:spcPts val="1710"/>
              </a:lnSpc>
              <a:buNone/>
            </a:pPr>
            <a:r>
              <a:rPr lang="en-US" sz="1140" dirty="0">
                <a:solidFill>
                  <a:srgbClr val="000000">
                    <a:alpha val="99000"/>
                  </a:srgbClr>
                </a:solidFill>
                <a:latin typeface="Open Sans" pitchFamily="34" charset="0"/>
                <a:ea typeface="Open Sans" pitchFamily="34" charset="-122"/>
                <a:cs typeface="Open Sans" pitchFamily="34" charset="-120"/>
              </a:rPr>
              <a:t>Insert text here</a:t>
            </a:r>
            <a:endParaRPr lang="en-US" sz="1140" dirty="0"/>
          </a:p>
        </p:txBody>
      </p:sp>
      <p:sp>
        <p:nvSpPr>
          <p:cNvPr id="14" name="Shape 12"/>
          <p:cNvSpPr/>
          <p:nvPr/>
        </p:nvSpPr>
        <p:spPr>
          <a:xfrm>
            <a:off x="6853238" y="1771650"/>
            <a:ext cx="1838325" cy="1166813"/>
          </a:xfrm>
          <a:prstGeom prst="rect">
            <a:avLst/>
          </a:prstGeom>
          <a:noFill/>
          <a:ln/>
        </p:spPr>
        <p:txBody>
          <a:bodyPr/>
          <a:lstStyle/>
          <a:p>
            <a:endParaRPr lang="en-IT"/>
          </a:p>
        </p:txBody>
      </p:sp>
      <p:sp>
        <p:nvSpPr>
          <p:cNvPr id="15" name="Text 13"/>
          <p:cNvSpPr/>
          <p:nvPr/>
        </p:nvSpPr>
        <p:spPr>
          <a:xfrm>
            <a:off x="6853238" y="1771650"/>
            <a:ext cx="1838325" cy="685800"/>
          </a:xfrm>
          <a:prstGeom prst="rect">
            <a:avLst/>
          </a:prstGeom>
          <a:noFill/>
          <a:ln/>
        </p:spPr>
        <p:txBody>
          <a:bodyPr wrap="square" lIns="0" tIns="0" rIns="0" bIns="0" rtlCol="0" anchor="t">
            <a:normAutofit/>
          </a:bodyPr>
          <a:lstStyle/>
          <a:p>
            <a:pPr marL="0" indent="0" algn="l">
              <a:lnSpc>
                <a:spcPts val="5130"/>
              </a:lnSpc>
              <a:buNone/>
            </a:pPr>
            <a:r>
              <a:rPr lang="en-US" sz="5130" kern="0" spc="-103" dirty="0">
                <a:solidFill>
                  <a:srgbClr val="277AFF">
                    <a:alpha val="99000"/>
                  </a:srgbClr>
                </a:solidFill>
                <a:latin typeface="Manrope" pitchFamily="34" charset="0"/>
                <a:ea typeface="Manrope" pitchFamily="34" charset="-122"/>
                <a:cs typeface="Manrope" pitchFamily="34" charset="-120"/>
              </a:rPr>
              <a:t>17%</a:t>
            </a:r>
            <a:endParaRPr lang="en-US" sz="5130" dirty="0"/>
          </a:p>
        </p:txBody>
      </p:sp>
      <p:sp>
        <p:nvSpPr>
          <p:cNvPr id="16" name="Text 14"/>
          <p:cNvSpPr/>
          <p:nvPr/>
        </p:nvSpPr>
        <p:spPr>
          <a:xfrm>
            <a:off x="6853238" y="2495550"/>
            <a:ext cx="1838325" cy="442913"/>
          </a:xfrm>
          <a:prstGeom prst="rect">
            <a:avLst/>
          </a:prstGeom>
          <a:noFill/>
          <a:ln/>
        </p:spPr>
        <p:txBody>
          <a:bodyPr wrap="square" lIns="0" tIns="0" rIns="0" bIns="0" rtlCol="0" anchor="t">
            <a:normAutofit/>
          </a:bodyPr>
          <a:lstStyle/>
          <a:p>
            <a:pPr marL="0" indent="0" algn="l">
              <a:lnSpc>
                <a:spcPts val="1710"/>
              </a:lnSpc>
              <a:buNone/>
            </a:pPr>
            <a:r>
              <a:rPr lang="en-US" sz="1140" dirty="0">
                <a:solidFill>
                  <a:srgbClr val="000000">
                    <a:alpha val="99000"/>
                  </a:srgbClr>
                </a:solidFill>
                <a:latin typeface="Open Sans" pitchFamily="34" charset="0"/>
                <a:ea typeface="Open Sans" pitchFamily="34" charset="-122"/>
                <a:cs typeface="Open Sans" pitchFamily="34" charset="-120"/>
              </a:rPr>
              <a:t>Insert text here</a:t>
            </a:r>
            <a:endParaRPr lang="en-US" sz="1140" dirty="0"/>
          </a:p>
        </p:txBody>
      </p:sp>
      <p:sp>
        <p:nvSpPr>
          <p:cNvPr id="17" name="Shape 15"/>
          <p:cNvSpPr/>
          <p:nvPr/>
        </p:nvSpPr>
        <p:spPr>
          <a:xfrm>
            <a:off x="6853238" y="3067050"/>
            <a:ext cx="1838325" cy="1166813"/>
          </a:xfrm>
          <a:prstGeom prst="rect">
            <a:avLst/>
          </a:prstGeom>
          <a:noFill/>
          <a:ln/>
        </p:spPr>
        <p:txBody>
          <a:bodyPr/>
          <a:lstStyle/>
          <a:p>
            <a:endParaRPr lang="en-IT"/>
          </a:p>
        </p:txBody>
      </p:sp>
      <p:sp>
        <p:nvSpPr>
          <p:cNvPr id="18" name="Text 16"/>
          <p:cNvSpPr/>
          <p:nvPr/>
        </p:nvSpPr>
        <p:spPr>
          <a:xfrm>
            <a:off x="6853238" y="3067050"/>
            <a:ext cx="1838325" cy="685800"/>
          </a:xfrm>
          <a:prstGeom prst="rect">
            <a:avLst/>
          </a:prstGeom>
          <a:noFill/>
          <a:ln/>
        </p:spPr>
        <p:txBody>
          <a:bodyPr wrap="square" lIns="0" tIns="0" rIns="0" bIns="0" rtlCol="0" anchor="t">
            <a:normAutofit/>
          </a:bodyPr>
          <a:lstStyle/>
          <a:p>
            <a:pPr marL="0" indent="0" algn="l">
              <a:lnSpc>
                <a:spcPts val="5130"/>
              </a:lnSpc>
              <a:buNone/>
            </a:pPr>
            <a:r>
              <a:rPr lang="en-US" sz="5130" kern="0" spc="-103" dirty="0">
                <a:solidFill>
                  <a:srgbClr val="277AFF">
                    <a:alpha val="99000"/>
                  </a:srgbClr>
                </a:solidFill>
                <a:latin typeface="Manrope" pitchFamily="34" charset="0"/>
                <a:ea typeface="Manrope" pitchFamily="34" charset="-122"/>
                <a:cs typeface="Manrope" pitchFamily="34" charset="-120"/>
              </a:rPr>
              <a:t>94%</a:t>
            </a:r>
            <a:endParaRPr lang="en-US" sz="5130" dirty="0"/>
          </a:p>
        </p:txBody>
      </p:sp>
      <p:sp>
        <p:nvSpPr>
          <p:cNvPr id="19" name="Text 17"/>
          <p:cNvSpPr/>
          <p:nvPr/>
        </p:nvSpPr>
        <p:spPr>
          <a:xfrm>
            <a:off x="6853238" y="3790950"/>
            <a:ext cx="1838325" cy="442913"/>
          </a:xfrm>
          <a:prstGeom prst="rect">
            <a:avLst/>
          </a:prstGeom>
          <a:noFill/>
          <a:ln/>
        </p:spPr>
        <p:txBody>
          <a:bodyPr wrap="square" lIns="0" tIns="0" rIns="0" bIns="0" rtlCol="0" anchor="t">
            <a:normAutofit/>
          </a:bodyPr>
          <a:lstStyle/>
          <a:p>
            <a:pPr marL="0" indent="0" algn="l">
              <a:lnSpc>
                <a:spcPts val="1710"/>
              </a:lnSpc>
              <a:buNone/>
            </a:pPr>
            <a:r>
              <a:rPr lang="en-US" sz="1140" dirty="0">
                <a:solidFill>
                  <a:srgbClr val="000000">
                    <a:alpha val="99000"/>
                  </a:srgbClr>
                </a:solidFill>
                <a:latin typeface="Open Sans" pitchFamily="34" charset="0"/>
                <a:ea typeface="Open Sans" pitchFamily="34" charset="-122"/>
                <a:cs typeface="Open Sans" pitchFamily="34" charset="-120"/>
              </a:rPr>
              <a:t>Insert text here</a:t>
            </a:r>
            <a:endParaRPr lang="en-US" sz="1140" dirty="0"/>
          </a:p>
        </p:txBody>
      </p:sp>
      <p:sp>
        <p:nvSpPr>
          <p:cNvPr id="20" name="Text 18"/>
          <p:cNvSpPr/>
          <p:nvPr/>
        </p:nvSpPr>
        <p:spPr>
          <a:xfrm>
            <a:off x="476250" y="476250"/>
            <a:ext cx="3404374" cy="3467100"/>
          </a:xfrm>
          <a:prstGeom prst="rect">
            <a:avLst/>
          </a:prstGeom>
          <a:noFill/>
          <a:ln/>
        </p:spPr>
        <p:txBody>
          <a:bodyPr wrap="square" lIns="0" tIns="0" rIns="0" bIns="0" rtlCol="0" anchor="t"/>
          <a:lstStyle/>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Hong Kong Digital Inclusion</a:t>
            </a:r>
            <a:endParaRPr lang="en-US" sz="2850" dirty="0"/>
          </a:p>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Center​</a:t>
            </a:r>
            <a:endParaRPr lang="en-US" sz="2850" dirty="0"/>
          </a:p>
        </p:txBody>
      </p:sp>
      <p:pic>
        <p:nvPicPr>
          <p:cNvPr id="21" name="Image 0" descr="preencoded.png"/>
          <p:cNvPicPr>
            <a:picLocks noChangeAspect="1"/>
          </p:cNvPicPr>
          <p:nvPr/>
        </p:nvPicPr>
        <p:blipFill>
          <a:blip r:embed="rId3"/>
          <a:srcRect/>
          <a:stretch/>
        </p:blipFill>
        <p:spPr>
          <a:xfrm>
            <a:off x="7324725" y="4524375"/>
            <a:ext cx="1366838" cy="285750"/>
          </a:xfrm>
          <a:prstGeom prst="rect">
            <a:avLst/>
          </a:prstGeom>
        </p:spPr>
      </p:pic>
      <p:sp>
        <p:nvSpPr>
          <p:cNvPr id="22" name="Text 19"/>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000000">
                    <a:alpha val="99000"/>
                  </a:srgbClr>
                </a:solidFill>
                <a:latin typeface="Open Sans" pitchFamily="34" charset="0"/>
                <a:ea typeface="Open Sans" pitchFamily="34" charset="-122"/>
                <a:cs typeface="Open Sans" pitchFamily="34" charset="-120"/>
              </a:rPr>
              <a:t>Digital impact division</a:t>
            </a:r>
            <a:endParaRPr lang="en-US" sz="713"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476249"/>
            <a:ext cx="3162300" cy="2879271"/>
          </a:xfrm>
          <a:prstGeom prst="rect">
            <a:avLst/>
          </a:prstGeom>
          <a:noFill/>
          <a:ln/>
        </p:spPr>
        <p:txBody>
          <a:bodyPr wrap="square" lIns="0" tIns="0" rIns="0" bIns="0" rtlCol="0" anchor="t"/>
          <a:lstStyle/>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Hong Kong Digital Inclusion</a:t>
            </a:r>
            <a:endParaRPr lang="en-US" sz="2850" dirty="0"/>
          </a:p>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Center​</a:t>
            </a:r>
            <a:endParaRPr lang="en-US" sz="2850" dirty="0"/>
          </a:p>
        </p:txBody>
      </p:sp>
      <p:pic>
        <p:nvPicPr>
          <p:cNvPr id="3" name="Image 0" descr="preencoded.png"/>
          <p:cNvPicPr>
            <a:picLocks noChangeAspect="1"/>
          </p:cNvPicPr>
          <p:nvPr/>
        </p:nvPicPr>
        <p:blipFill>
          <a:blip r:embed="rId3"/>
          <a:srcRect/>
          <a:stretch/>
        </p:blipFill>
        <p:spPr>
          <a:xfrm>
            <a:off x="7324725" y="4524375"/>
            <a:ext cx="1366838" cy="285750"/>
          </a:xfrm>
          <a:prstGeom prst="rect">
            <a:avLst/>
          </a:prstGeom>
        </p:spPr>
      </p:pic>
      <p:sp>
        <p:nvSpPr>
          <p:cNvPr id="4" name="Text 1"/>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000000">
                    <a:alpha val="99000"/>
                  </a:srgbClr>
                </a:solidFill>
                <a:latin typeface="Open Sans" pitchFamily="34" charset="0"/>
                <a:ea typeface="Open Sans" pitchFamily="34" charset="-122"/>
                <a:cs typeface="Open Sans" pitchFamily="34" charset="-120"/>
              </a:rPr>
              <a:t>Digital impact division</a:t>
            </a:r>
            <a:endParaRPr lang="en-US" sz="713" dirty="0"/>
          </a:p>
        </p:txBody>
      </p:sp>
      <p:sp>
        <p:nvSpPr>
          <p:cNvPr id="5" name="Text 2"/>
          <p:cNvSpPr/>
          <p:nvPr/>
        </p:nvSpPr>
        <p:spPr>
          <a:xfrm>
            <a:off x="4319588" y="457200"/>
            <a:ext cx="1409700" cy="723900"/>
          </a:xfrm>
          <a:prstGeom prst="rect">
            <a:avLst/>
          </a:prstGeom>
          <a:noFill/>
          <a:ln/>
        </p:spPr>
        <p:txBody>
          <a:bodyPr wrap="square" lIns="0" tIns="0" rIns="0" bIns="0" rtlCol="0" anchor="t"/>
          <a:lstStyle/>
          <a:p>
            <a:pPr marL="0" indent="0" algn="l">
              <a:lnSpc>
                <a:spcPts val="5415"/>
              </a:lnSpc>
              <a:buNone/>
            </a:pPr>
            <a:r>
              <a:rPr lang="en-US" sz="5130" kern="0" spc="-51" dirty="0">
                <a:solidFill>
                  <a:srgbClr val="277AFF">
                    <a:alpha val="99000"/>
                  </a:srgbClr>
                </a:solidFill>
                <a:latin typeface="Manrope" pitchFamily="34" charset="0"/>
                <a:ea typeface="Manrope" pitchFamily="34" charset="-122"/>
                <a:cs typeface="Manrope" pitchFamily="34" charset="-120"/>
              </a:rPr>
              <a:t>36%</a:t>
            </a:r>
            <a:endParaRPr lang="en-US" sz="5130" dirty="0"/>
          </a:p>
        </p:txBody>
      </p:sp>
      <p:sp>
        <p:nvSpPr>
          <p:cNvPr id="6" name="Text 3"/>
          <p:cNvSpPr/>
          <p:nvPr/>
        </p:nvSpPr>
        <p:spPr>
          <a:xfrm>
            <a:off x="4319588" y="2090738"/>
            <a:ext cx="1428750" cy="723900"/>
          </a:xfrm>
          <a:prstGeom prst="rect">
            <a:avLst/>
          </a:prstGeom>
          <a:noFill/>
          <a:ln/>
        </p:spPr>
        <p:txBody>
          <a:bodyPr wrap="square" lIns="0" tIns="0" rIns="0" bIns="0" rtlCol="0" anchor="t"/>
          <a:lstStyle/>
          <a:p>
            <a:pPr marL="0" indent="0" algn="l">
              <a:lnSpc>
                <a:spcPts val="5415"/>
              </a:lnSpc>
              <a:buNone/>
            </a:pPr>
            <a:r>
              <a:rPr lang="en-US" sz="5130" kern="0" spc="-51" dirty="0">
                <a:solidFill>
                  <a:srgbClr val="277AFF">
                    <a:alpha val="99000"/>
                  </a:srgbClr>
                </a:solidFill>
                <a:latin typeface="Manrope" pitchFamily="34" charset="0"/>
                <a:ea typeface="Manrope" pitchFamily="34" charset="-122"/>
                <a:cs typeface="Manrope" pitchFamily="34" charset="-120"/>
              </a:rPr>
              <a:t>56%</a:t>
            </a:r>
            <a:endParaRPr lang="en-US" sz="5130" dirty="0"/>
          </a:p>
        </p:txBody>
      </p:sp>
      <p:sp>
        <p:nvSpPr>
          <p:cNvPr id="7" name="Text 4"/>
          <p:cNvSpPr/>
          <p:nvPr/>
        </p:nvSpPr>
        <p:spPr>
          <a:xfrm>
            <a:off x="6096000" y="2090737"/>
            <a:ext cx="2657475" cy="1705655"/>
          </a:xfrm>
          <a:prstGeom prst="rect">
            <a:avLst/>
          </a:prstGeom>
          <a:noFill/>
          <a:ln/>
        </p:spPr>
        <p:txBody>
          <a:bodyPr wrap="square" lIns="0" tIns="0" rIns="0" bIns="0" rtlCol="0" anchor="t"/>
          <a:lstStyle/>
          <a:p>
            <a:pPr marL="0" indent="0" algn="l">
              <a:lnSpc>
                <a:spcPts val="1710"/>
              </a:lnSpc>
              <a:buNone/>
            </a:pPr>
            <a:r>
              <a:rPr lang="en-US" sz="1140" dirty="0">
                <a:solidFill>
                  <a:srgbClr val="000000">
                    <a:alpha val="99000"/>
                  </a:srgbClr>
                </a:solidFill>
                <a:latin typeface="Open Sans" pitchFamily="34" charset="0"/>
                <a:ea typeface="Open Sans" pitchFamily="34" charset="-122"/>
                <a:cs typeface="Open Sans" pitchFamily="34" charset="-120"/>
              </a:rPr>
              <a:t>To generate extra income, they run small businesses across 10+ platforms with significant complexities and admin overheads</a:t>
            </a:r>
            <a:endParaRPr lang="en-US" sz="1140" dirty="0"/>
          </a:p>
        </p:txBody>
      </p:sp>
      <p:sp>
        <p:nvSpPr>
          <p:cNvPr id="8" name="Text 5"/>
          <p:cNvSpPr/>
          <p:nvPr/>
        </p:nvSpPr>
        <p:spPr>
          <a:xfrm>
            <a:off x="6096000" y="476249"/>
            <a:ext cx="2657475" cy="1450521"/>
          </a:xfrm>
          <a:prstGeom prst="rect">
            <a:avLst/>
          </a:prstGeom>
          <a:noFill/>
          <a:ln/>
        </p:spPr>
        <p:txBody>
          <a:bodyPr wrap="square" lIns="0" tIns="0" rIns="0" bIns="0" rtlCol="0" anchor="t"/>
          <a:lstStyle/>
          <a:p>
            <a:pPr marL="0" indent="0" algn="l">
              <a:lnSpc>
                <a:spcPts val="1710"/>
              </a:lnSpc>
              <a:buNone/>
            </a:pPr>
            <a:r>
              <a:rPr lang="en-US" sz="1140" dirty="0">
                <a:solidFill>
                  <a:srgbClr val="000000">
                    <a:alpha val="99000"/>
                  </a:srgbClr>
                </a:solidFill>
                <a:latin typeface="Open Sans" pitchFamily="34" charset="0"/>
                <a:ea typeface="Open Sans" pitchFamily="34" charset="-122"/>
                <a:cs typeface="Open Sans" pitchFamily="34" charset="-120"/>
              </a:rPr>
              <a:t>To generate extra income, they run small businesses across 10+ platforms with significant complexities and admin overheads</a:t>
            </a:r>
            <a:endParaRPr lang="en-US" sz="114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593AD7C-0DCA-510F-5953-62418484E2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67C3C7D-8C7D-F00F-4D17-3874094D0ABF}"/>
              </a:ext>
            </a:extLst>
          </p:cNvPr>
          <p:cNvSpPr/>
          <p:nvPr/>
        </p:nvSpPr>
        <p:spPr>
          <a:xfrm>
            <a:off x="476250" y="476249"/>
            <a:ext cx="3162300" cy="3867151"/>
          </a:xfrm>
          <a:prstGeom prst="rect">
            <a:avLst/>
          </a:prstGeom>
          <a:noFill/>
          <a:ln/>
        </p:spPr>
        <p:txBody>
          <a:bodyPr wrap="square" lIns="0" tIns="0" rIns="0" bIns="0" rtlCol="0" anchor="t"/>
          <a:lstStyle/>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Hong Kong Digital Inclusion</a:t>
            </a:r>
            <a:endParaRPr lang="en-US" sz="2850" dirty="0"/>
          </a:p>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Center​</a:t>
            </a:r>
            <a:endParaRPr lang="en-US" sz="2850" dirty="0"/>
          </a:p>
        </p:txBody>
      </p:sp>
      <p:pic>
        <p:nvPicPr>
          <p:cNvPr id="3" name="Image 0" descr="preencoded.png">
            <a:extLst>
              <a:ext uri="{FF2B5EF4-FFF2-40B4-BE49-F238E27FC236}">
                <a16:creationId xmlns:a16="http://schemas.microsoft.com/office/drawing/2014/main" id="{EB299F5B-7DBB-4A91-E3FC-490E262C67FF}"/>
              </a:ext>
            </a:extLst>
          </p:cNvPr>
          <p:cNvPicPr>
            <a:picLocks noChangeAspect="1"/>
          </p:cNvPicPr>
          <p:nvPr/>
        </p:nvPicPr>
        <p:blipFill>
          <a:blip r:embed="rId3"/>
          <a:srcRect/>
          <a:stretch/>
        </p:blipFill>
        <p:spPr>
          <a:xfrm>
            <a:off x="7324725" y="4524375"/>
            <a:ext cx="1366838" cy="285750"/>
          </a:xfrm>
          <a:prstGeom prst="rect">
            <a:avLst/>
          </a:prstGeom>
        </p:spPr>
      </p:pic>
      <p:sp>
        <p:nvSpPr>
          <p:cNvPr id="4" name="Text 1">
            <a:extLst>
              <a:ext uri="{FF2B5EF4-FFF2-40B4-BE49-F238E27FC236}">
                <a16:creationId xmlns:a16="http://schemas.microsoft.com/office/drawing/2014/main" id="{6A83178F-4471-A432-917F-7366CDF7DC28}"/>
              </a:ext>
            </a:extLst>
          </p:cNvPr>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000000">
                    <a:alpha val="99000"/>
                  </a:srgbClr>
                </a:solidFill>
                <a:latin typeface="Open Sans" pitchFamily="34" charset="0"/>
                <a:ea typeface="Open Sans" pitchFamily="34" charset="-122"/>
                <a:cs typeface="Open Sans" pitchFamily="34" charset="-120"/>
              </a:rPr>
              <a:t>Digital impact division</a:t>
            </a:r>
            <a:endParaRPr lang="en-US" sz="713" dirty="0"/>
          </a:p>
        </p:txBody>
      </p:sp>
      <p:sp>
        <p:nvSpPr>
          <p:cNvPr id="6" name="Text 3">
            <a:extLst>
              <a:ext uri="{FF2B5EF4-FFF2-40B4-BE49-F238E27FC236}">
                <a16:creationId xmlns:a16="http://schemas.microsoft.com/office/drawing/2014/main" id="{3C6F457F-1A1D-9ED4-266D-8841A2EBD2FF}"/>
              </a:ext>
            </a:extLst>
          </p:cNvPr>
          <p:cNvSpPr/>
          <p:nvPr/>
        </p:nvSpPr>
        <p:spPr>
          <a:xfrm>
            <a:off x="4904013" y="415015"/>
            <a:ext cx="3787549" cy="2013858"/>
          </a:xfrm>
          <a:prstGeom prst="rect">
            <a:avLst/>
          </a:prstGeom>
          <a:noFill/>
          <a:ln/>
        </p:spPr>
        <p:txBody>
          <a:bodyPr wrap="square" lIns="0" tIns="0" rIns="0" bIns="0" rtlCol="0" anchor="b"/>
          <a:lstStyle/>
          <a:p>
            <a:pPr marL="0" indent="0" algn="l">
              <a:lnSpc>
                <a:spcPts val="5415"/>
              </a:lnSpc>
              <a:buNone/>
            </a:pPr>
            <a:r>
              <a:rPr lang="en-US" sz="8000" kern="0" spc="-51" dirty="0">
                <a:solidFill>
                  <a:srgbClr val="277AFF">
                    <a:alpha val="99000"/>
                  </a:srgbClr>
                </a:solidFill>
                <a:latin typeface="Manrope" pitchFamily="34" charset="0"/>
                <a:ea typeface="Manrope" pitchFamily="34" charset="-122"/>
                <a:cs typeface="Manrope" pitchFamily="34" charset="-120"/>
              </a:rPr>
              <a:t>100%</a:t>
            </a:r>
            <a:endParaRPr lang="en-US" sz="8000" dirty="0"/>
          </a:p>
        </p:txBody>
      </p:sp>
      <p:sp>
        <p:nvSpPr>
          <p:cNvPr id="7" name="Text 4">
            <a:extLst>
              <a:ext uri="{FF2B5EF4-FFF2-40B4-BE49-F238E27FC236}">
                <a16:creationId xmlns:a16="http://schemas.microsoft.com/office/drawing/2014/main" id="{4E584F62-33D2-D1BB-80B4-B8C09566E105}"/>
              </a:ext>
            </a:extLst>
          </p:cNvPr>
          <p:cNvSpPr/>
          <p:nvPr/>
        </p:nvSpPr>
        <p:spPr>
          <a:xfrm>
            <a:off x="4904014" y="2571750"/>
            <a:ext cx="3763736" cy="1208314"/>
          </a:xfrm>
          <a:prstGeom prst="rect">
            <a:avLst/>
          </a:prstGeom>
          <a:noFill/>
          <a:ln/>
        </p:spPr>
        <p:txBody>
          <a:bodyPr wrap="square" lIns="0" tIns="0" rIns="0" bIns="0" rtlCol="0" anchor="t"/>
          <a:lstStyle/>
          <a:p>
            <a:pPr marL="0" indent="0" algn="l">
              <a:lnSpc>
                <a:spcPts val="1710"/>
              </a:lnSpc>
              <a:buNone/>
            </a:pPr>
            <a:r>
              <a:rPr lang="en-US" sz="1140" dirty="0">
                <a:solidFill>
                  <a:srgbClr val="000000">
                    <a:alpha val="99000"/>
                  </a:srgbClr>
                </a:solidFill>
                <a:latin typeface="Open Sans" pitchFamily="34" charset="0"/>
                <a:ea typeface="Open Sans" pitchFamily="34" charset="-122"/>
                <a:cs typeface="Open Sans" pitchFamily="34" charset="-120"/>
              </a:rPr>
              <a:t>To generate extra income, they run small businesses across 10+ platforms with significant complexities and admin overheads</a:t>
            </a:r>
            <a:endParaRPr lang="en-US" sz="1140" dirty="0"/>
          </a:p>
        </p:txBody>
      </p:sp>
    </p:spTree>
    <p:extLst>
      <p:ext uri="{BB962C8B-B14F-4D97-AF65-F5344CB8AC3E}">
        <p14:creationId xmlns:p14="http://schemas.microsoft.com/office/powerpoint/2010/main" val="41852977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7324725" y="4524375"/>
            <a:ext cx="1366838" cy="285750"/>
          </a:xfrm>
          <a:prstGeom prst="rect">
            <a:avLst/>
          </a:prstGeom>
        </p:spPr>
      </p:pic>
      <p:sp>
        <p:nvSpPr>
          <p:cNvPr id="3" name="Text 0"/>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000000">
                    <a:alpha val="99000"/>
                  </a:srgbClr>
                </a:solidFill>
                <a:latin typeface="Open Sans" pitchFamily="34" charset="0"/>
                <a:ea typeface="Open Sans" pitchFamily="34" charset="-122"/>
                <a:cs typeface="Open Sans" pitchFamily="34" charset="-120"/>
              </a:rPr>
              <a:t>Digital impact division</a:t>
            </a:r>
            <a:endParaRPr lang="en-US" sz="713" dirty="0"/>
          </a:p>
        </p:txBody>
      </p:sp>
      <p:sp>
        <p:nvSpPr>
          <p:cNvPr id="8" name="Text 3"/>
          <p:cNvSpPr/>
          <p:nvPr/>
        </p:nvSpPr>
        <p:spPr>
          <a:xfrm>
            <a:off x="485775" y="476249"/>
            <a:ext cx="3057525" cy="3099707"/>
          </a:xfrm>
          <a:prstGeom prst="rect">
            <a:avLst/>
          </a:prstGeom>
          <a:noFill/>
          <a:ln/>
        </p:spPr>
        <p:txBody>
          <a:bodyPr wrap="square" lIns="0" tIns="0" rIns="0" bIns="0" rtlCol="0" anchor="t"/>
          <a:lstStyle/>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Hong Kong Digital Inclusion Center​</a:t>
            </a:r>
            <a:endParaRPr lang="en-US" sz="2850" dirty="0"/>
          </a:p>
        </p:txBody>
      </p:sp>
      <p:graphicFrame>
        <p:nvGraphicFramePr>
          <p:cNvPr id="12" name="Chart 11">
            <a:extLst>
              <a:ext uri="{FF2B5EF4-FFF2-40B4-BE49-F238E27FC236}">
                <a16:creationId xmlns:a16="http://schemas.microsoft.com/office/drawing/2014/main" id="{3D96D808-801B-8587-FE8B-986DE2FDF079}"/>
              </a:ext>
            </a:extLst>
          </p:cNvPr>
          <p:cNvGraphicFramePr/>
          <p:nvPr>
            <p:extLst>
              <p:ext uri="{D42A27DB-BD31-4B8C-83A1-F6EECF244321}">
                <p14:modId xmlns:p14="http://schemas.microsoft.com/office/powerpoint/2010/main" val="699708362"/>
              </p:ext>
            </p:extLst>
          </p:nvPr>
        </p:nvGraphicFramePr>
        <p:xfrm>
          <a:off x="3648456" y="333375"/>
          <a:ext cx="5303520" cy="40640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7324725" y="4524375"/>
            <a:ext cx="1366838" cy="285750"/>
          </a:xfrm>
          <a:prstGeom prst="rect">
            <a:avLst/>
          </a:prstGeom>
        </p:spPr>
      </p:pic>
      <p:sp>
        <p:nvSpPr>
          <p:cNvPr id="3" name="Text 0"/>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000000">
                    <a:alpha val="99000"/>
                  </a:srgbClr>
                </a:solidFill>
                <a:latin typeface="Open Sans" pitchFamily="34" charset="0"/>
                <a:ea typeface="Open Sans" pitchFamily="34" charset="-122"/>
                <a:cs typeface="Open Sans" pitchFamily="34" charset="-120"/>
              </a:rPr>
              <a:t>Digital impact division</a:t>
            </a:r>
            <a:endParaRPr lang="en-US" sz="713" dirty="0"/>
          </a:p>
        </p:txBody>
      </p:sp>
      <p:sp>
        <p:nvSpPr>
          <p:cNvPr id="19" name="Text 4"/>
          <p:cNvSpPr/>
          <p:nvPr/>
        </p:nvSpPr>
        <p:spPr>
          <a:xfrm>
            <a:off x="485775" y="476250"/>
            <a:ext cx="3147332" cy="2895600"/>
          </a:xfrm>
          <a:prstGeom prst="rect">
            <a:avLst/>
          </a:prstGeom>
          <a:noFill/>
          <a:ln/>
        </p:spPr>
        <p:txBody>
          <a:bodyPr wrap="square" lIns="0" tIns="0" rIns="0" bIns="0" rtlCol="0" anchor="t"/>
          <a:lstStyle/>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Hong Kong Digital Inclusion Center​</a:t>
            </a:r>
            <a:endParaRPr lang="en-US" sz="2850" dirty="0"/>
          </a:p>
        </p:txBody>
      </p:sp>
      <mc:AlternateContent xmlns:mc="http://schemas.openxmlformats.org/markup-compatibility/2006" xmlns:cx1="http://schemas.microsoft.com/office/drawing/2015/9/8/chartex">
        <mc:Choice Requires="cx1">
          <p:graphicFrame>
            <p:nvGraphicFramePr>
              <p:cNvPr id="32" name="Chart 31">
                <a:extLst>
                  <a:ext uri="{FF2B5EF4-FFF2-40B4-BE49-F238E27FC236}">
                    <a16:creationId xmlns:a16="http://schemas.microsoft.com/office/drawing/2014/main" id="{E14EDF3C-8CDD-D73D-FEEE-A0B0BCF7A880}"/>
                  </a:ext>
                </a:extLst>
              </p:cNvPr>
              <p:cNvGraphicFramePr/>
              <p:nvPr>
                <p:extLst>
                  <p:ext uri="{D42A27DB-BD31-4B8C-83A1-F6EECF244321}">
                    <p14:modId xmlns:p14="http://schemas.microsoft.com/office/powerpoint/2010/main" val="2983576614"/>
                  </p:ext>
                </p:extLst>
              </p:nvPr>
            </p:nvGraphicFramePr>
            <p:xfrm>
              <a:off x="3840996" y="476250"/>
              <a:ext cx="5050020" cy="3858006"/>
            </p:xfrm>
            <a:graphic>
              <a:graphicData uri="http://schemas.microsoft.com/office/drawing/2014/chartex">
                <cx:chart xmlns:cx="http://schemas.microsoft.com/office/drawing/2014/chartex" xmlns:r="http://schemas.openxmlformats.org/officeDocument/2006/relationships" r:id="rId4"/>
              </a:graphicData>
            </a:graphic>
          </p:graphicFrame>
        </mc:Choice>
        <mc:Fallback xmlns="">
          <p:pic>
            <p:nvPicPr>
              <p:cNvPr id="32" name="Chart 31">
                <a:extLst>
                  <a:ext uri="{FF2B5EF4-FFF2-40B4-BE49-F238E27FC236}">
                    <a16:creationId xmlns:a16="http://schemas.microsoft.com/office/drawing/2014/main" id="{E14EDF3C-8CDD-D73D-FEEE-A0B0BCF7A880}"/>
                  </a:ext>
                </a:extLst>
              </p:cNvPr>
              <p:cNvPicPr>
                <a:picLocks noGrp="1" noRot="1" noChangeAspect="1" noMove="1" noResize="1" noEditPoints="1" noAdjustHandles="1" noChangeArrowheads="1" noChangeShapeType="1"/>
              </p:cNvPicPr>
              <p:nvPr/>
            </p:nvPicPr>
            <p:blipFill>
              <a:blip r:embed="rId5"/>
              <a:stretch>
                <a:fillRect/>
              </a:stretch>
            </p:blipFill>
            <p:spPr>
              <a:xfrm>
                <a:off x="3840996" y="476250"/>
                <a:ext cx="5050020" cy="3858006"/>
              </a:xfrm>
              <a:prstGeom prst="rect">
                <a:avLst/>
              </a:prstGeom>
            </p:spPr>
          </p:pic>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476250"/>
            <a:ext cx="3843337" cy="1333500"/>
          </a:xfrm>
          <a:prstGeom prst="rect">
            <a:avLst/>
          </a:prstGeom>
          <a:noFill/>
          <a:ln/>
        </p:spPr>
        <p:txBody>
          <a:bodyPr wrap="square" lIns="0" tIns="0" rIns="0" bIns="0" rtlCol="0" anchor="t"/>
          <a:lstStyle/>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Timeline</a:t>
            </a:r>
            <a:endParaRPr lang="en-US" sz="2850" dirty="0"/>
          </a:p>
        </p:txBody>
      </p:sp>
      <p:pic>
        <p:nvPicPr>
          <p:cNvPr id="3" name="Image 0" descr="preencoded.png"/>
          <p:cNvPicPr>
            <a:picLocks noChangeAspect="1"/>
          </p:cNvPicPr>
          <p:nvPr/>
        </p:nvPicPr>
        <p:blipFill>
          <a:blip r:embed="rId3"/>
          <a:srcRect/>
          <a:stretch/>
        </p:blipFill>
        <p:spPr>
          <a:xfrm>
            <a:off x="7324725" y="4524375"/>
            <a:ext cx="1366838" cy="285750"/>
          </a:xfrm>
          <a:prstGeom prst="rect">
            <a:avLst/>
          </a:prstGeom>
        </p:spPr>
      </p:pic>
      <p:sp>
        <p:nvSpPr>
          <p:cNvPr id="4" name="Text 1"/>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000000">
                    <a:alpha val="99000"/>
                  </a:srgbClr>
                </a:solidFill>
                <a:latin typeface="Open Sans" pitchFamily="34" charset="0"/>
                <a:ea typeface="Open Sans" pitchFamily="34" charset="-122"/>
                <a:cs typeface="Open Sans" pitchFamily="34" charset="-120"/>
              </a:rPr>
              <a:t>Digital impact division</a:t>
            </a:r>
            <a:endParaRPr lang="en-US" sz="713" dirty="0"/>
          </a:p>
        </p:txBody>
      </p:sp>
      <p:sp>
        <p:nvSpPr>
          <p:cNvPr id="5" name="Text 2"/>
          <p:cNvSpPr/>
          <p:nvPr/>
        </p:nvSpPr>
        <p:spPr>
          <a:xfrm>
            <a:off x="504824" y="3011294"/>
            <a:ext cx="1876425" cy="247650"/>
          </a:xfrm>
          <a:prstGeom prst="rect">
            <a:avLst/>
          </a:prstGeom>
          <a:noFill/>
          <a:ln/>
        </p:spPr>
        <p:txBody>
          <a:bodyPr wrap="square" lIns="0" tIns="0" rIns="0" bIns="0" rtlCol="0" anchor="ctr"/>
          <a:lstStyle/>
          <a:p>
            <a:pPr marL="0" indent="0" algn="l">
              <a:lnSpc>
                <a:spcPts val="1995"/>
              </a:lnSpc>
              <a:buNone/>
            </a:pPr>
            <a:r>
              <a:rPr lang="en-US" sz="1425" kern="0" spc="-14" dirty="0">
                <a:solidFill>
                  <a:srgbClr val="161616">
                    <a:alpha val="99000"/>
                  </a:srgbClr>
                </a:solidFill>
                <a:latin typeface="Manrope" pitchFamily="34" charset="0"/>
                <a:ea typeface="Manrope" pitchFamily="34" charset="-122"/>
                <a:cs typeface="Manrope" pitchFamily="34" charset="-120"/>
              </a:rPr>
              <a:t>2022</a:t>
            </a:r>
            <a:endParaRPr lang="en-US" sz="1425" dirty="0"/>
          </a:p>
        </p:txBody>
      </p:sp>
      <p:sp>
        <p:nvSpPr>
          <p:cNvPr id="6" name="Text 3"/>
          <p:cNvSpPr/>
          <p:nvPr/>
        </p:nvSpPr>
        <p:spPr>
          <a:xfrm>
            <a:off x="495300" y="3333751"/>
            <a:ext cx="1885950" cy="657225"/>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describing the opportunity</a:t>
            </a:r>
            <a:endParaRPr lang="en-US" sz="1069" dirty="0"/>
          </a:p>
        </p:txBody>
      </p:sp>
      <p:sp>
        <p:nvSpPr>
          <p:cNvPr id="7" name="Text 4"/>
          <p:cNvSpPr/>
          <p:nvPr/>
        </p:nvSpPr>
        <p:spPr>
          <a:xfrm>
            <a:off x="2652713" y="3025582"/>
            <a:ext cx="1814513" cy="247650"/>
          </a:xfrm>
          <a:prstGeom prst="rect">
            <a:avLst/>
          </a:prstGeom>
          <a:noFill/>
          <a:ln/>
        </p:spPr>
        <p:txBody>
          <a:bodyPr wrap="square" lIns="0" tIns="0" rIns="0" bIns="0" rtlCol="0" anchor="ctr"/>
          <a:lstStyle/>
          <a:p>
            <a:pPr marL="0" indent="0" algn="l">
              <a:lnSpc>
                <a:spcPts val="1995"/>
              </a:lnSpc>
              <a:buNone/>
            </a:pPr>
            <a:r>
              <a:rPr lang="en-US" sz="1425" kern="0" spc="-14" dirty="0">
                <a:solidFill>
                  <a:srgbClr val="161616">
                    <a:alpha val="99000"/>
                  </a:srgbClr>
                </a:solidFill>
                <a:latin typeface="Manrope" pitchFamily="34" charset="0"/>
                <a:ea typeface="Manrope" pitchFamily="34" charset="-122"/>
                <a:cs typeface="Manrope" pitchFamily="34" charset="-120"/>
              </a:rPr>
              <a:t>2022</a:t>
            </a:r>
            <a:endParaRPr lang="en-US" sz="1425" dirty="0"/>
          </a:p>
        </p:txBody>
      </p:sp>
      <p:sp>
        <p:nvSpPr>
          <p:cNvPr id="8" name="Text 5"/>
          <p:cNvSpPr/>
          <p:nvPr/>
        </p:nvSpPr>
        <p:spPr>
          <a:xfrm>
            <a:off x="2652713" y="3348039"/>
            <a:ext cx="1814513" cy="657225"/>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describing the opportunity</a:t>
            </a:r>
            <a:endParaRPr lang="en-US" sz="1069" dirty="0"/>
          </a:p>
        </p:txBody>
      </p:sp>
      <p:sp>
        <p:nvSpPr>
          <p:cNvPr id="9" name="Text 6"/>
          <p:cNvSpPr/>
          <p:nvPr/>
        </p:nvSpPr>
        <p:spPr>
          <a:xfrm>
            <a:off x="4819650" y="987231"/>
            <a:ext cx="1666875" cy="247650"/>
          </a:xfrm>
          <a:prstGeom prst="rect">
            <a:avLst/>
          </a:prstGeom>
          <a:noFill/>
          <a:ln/>
        </p:spPr>
        <p:txBody>
          <a:bodyPr wrap="square" lIns="0" tIns="0" rIns="0" bIns="0" rtlCol="0" anchor="ctr"/>
          <a:lstStyle/>
          <a:p>
            <a:pPr marL="0" indent="0" algn="l">
              <a:lnSpc>
                <a:spcPts val="1995"/>
              </a:lnSpc>
              <a:buNone/>
            </a:pPr>
            <a:r>
              <a:rPr lang="en-US" sz="1425" kern="0" spc="-14" dirty="0">
                <a:solidFill>
                  <a:srgbClr val="161616">
                    <a:alpha val="99000"/>
                  </a:srgbClr>
                </a:solidFill>
                <a:latin typeface="Manrope" pitchFamily="34" charset="0"/>
                <a:ea typeface="Manrope" pitchFamily="34" charset="-122"/>
                <a:cs typeface="Manrope" pitchFamily="34" charset="-120"/>
              </a:rPr>
              <a:t>2022</a:t>
            </a:r>
            <a:endParaRPr lang="en-US" sz="1425" dirty="0"/>
          </a:p>
        </p:txBody>
      </p:sp>
      <p:sp>
        <p:nvSpPr>
          <p:cNvPr id="10" name="Text 7"/>
          <p:cNvSpPr/>
          <p:nvPr/>
        </p:nvSpPr>
        <p:spPr>
          <a:xfrm>
            <a:off x="4819650" y="1309689"/>
            <a:ext cx="1666875" cy="657225"/>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describing the opportunity</a:t>
            </a:r>
            <a:endParaRPr lang="en-US" sz="1069" dirty="0"/>
          </a:p>
        </p:txBody>
      </p:sp>
      <p:sp>
        <p:nvSpPr>
          <p:cNvPr id="11" name="Text 8"/>
          <p:cNvSpPr/>
          <p:nvPr/>
        </p:nvSpPr>
        <p:spPr>
          <a:xfrm>
            <a:off x="6986588" y="987231"/>
            <a:ext cx="1666874" cy="247650"/>
          </a:xfrm>
          <a:prstGeom prst="rect">
            <a:avLst/>
          </a:prstGeom>
          <a:noFill/>
          <a:ln/>
        </p:spPr>
        <p:txBody>
          <a:bodyPr wrap="square" lIns="0" tIns="0" rIns="0" bIns="0" rtlCol="0" anchor="ctr"/>
          <a:lstStyle/>
          <a:p>
            <a:pPr marL="0" indent="0" algn="l">
              <a:lnSpc>
                <a:spcPts val="1995"/>
              </a:lnSpc>
              <a:buNone/>
            </a:pPr>
            <a:r>
              <a:rPr lang="en-US" sz="1425" kern="0" spc="-14" dirty="0">
                <a:solidFill>
                  <a:srgbClr val="161616">
                    <a:alpha val="99000"/>
                  </a:srgbClr>
                </a:solidFill>
                <a:latin typeface="Manrope" pitchFamily="34" charset="0"/>
                <a:ea typeface="Manrope" pitchFamily="34" charset="-122"/>
                <a:cs typeface="Manrope" pitchFamily="34" charset="-120"/>
              </a:rPr>
              <a:t>2022</a:t>
            </a:r>
            <a:endParaRPr lang="en-US" sz="1425" dirty="0"/>
          </a:p>
        </p:txBody>
      </p:sp>
      <p:sp>
        <p:nvSpPr>
          <p:cNvPr id="12" name="Text 9"/>
          <p:cNvSpPr/>
          <p:nvPr/>
        </p:nvSpPr>
        <p:spPr>
          <a:xfrm>
            <a:off x="6986588" y="1309689"/>
            <a:ext cx="1704975" cy="657225"/>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describing the opportunity</a:t>
            </a:r>
            <a:endParaRPr lang="en-US" sz="1069" dirty="0"/>
          </a:p>
        </p:txBody>
      </p:sp>
      <p:sp>
        <p:nvSpPr>
          <p:cNvPr id="13" name="Shape 10"/>
          <p:cNvSpPr/>
          <p:nvPr/>
        </p:nvSpPr>
        <p:spPr>
          <a:xfrm>
            <a:off x="495300" y="2124075"/>
            <a:ext cx="8648700" cy="657225"/>
          </a:xfrm>
          <a:prstGeom prst="rect">
            <a:avLst/>
          </a:prstGeom>
          <a:noFill/>
          <a:ln/>
        </p:spPr>
        <p:txBody>
          <a:bodyPr/>
          <a:lstStyle/>
          <a:p>
            <a:endParaRPr lang="en-IT"/>
          </a:p>
        </p:txBody>
      </p:sp>
      <p:sp>
        <p:nvSpPr>
          <p:cNvPr id="14" name="Shape 11"/>
          <p:cNvSpPr/>
          <p:nvPr/>
        </p:nvSpPr>
        <p:spPr>
          <a:xfrm>
            <a:off x="495300" y="2124075"/>
            <a:ext cx="2162175" cy="657225"/>
          </a:xfrm>
          <a:prstGeom prst="rect">
            <a:avLst/>
          </a:prstGeom>
          <a:solidFill>
            <a:srgbClr val="277AFF">
              <a:alpha val="40000"/>
            </a:srgbClr>
          </a:solidFill>
          <a:ln/>
        </p:spPr>
        <p:txBody>
          <a:bodyPr/>
          <a:lstStyle/>
          <a:p>
            <a:endParaRPr lang="en-IT"/>
          </a:p>
        </p:txBody>
      </p:sp>
      <p:sp>
        <p:nvSpPr>
          <p:cNvPr id="15" name="Shape 12"/>
          <p:cNvSpPr/>
          <p:nvPr/>
        </p:nvSpPr>
        <p:spPr>
          <a:xfrm>
            <a:off x="2657475" y="2124075"/>
            <a:ext cx="2162175" cy="657225"/>
          </a:xfrm>
          <a:prstGeom prst="rect">
            <a:avLst/>
          </a:prstGeom>
          <a:solidFill>
            <a:srgbClr val="277AFF">
              <a:alpha val="60000"/>
            </a:srgbClr>
          </a:solidFill>
          <a:ln/>
        </p:spPr>
        <p:txBody>
          <a:bodyPr/>
          <a:lstStyle/>
          <a:p>
            <a:endParaRPr lang="en-IT"/>
          </a:p>
        </p:txBody>
      </p:sp>
      <p:sp>
        <p:nvSpPr>
          <p:cNvPr id="16" name="Shape 13"/>
          <p:cNvSpPr/>
          <p:nvPr/>
        </p:nvSpPr>
        <p:spPr>
          <a:xfrm>
            <a:off x="4819650" y="2124075"/>
            <a:ext cx="2162175" cy="657225"/>
          </a:xfrm>
          <a:prstGeom prst="rect">
            <a:avLst/>
          </a:prstGeom>
          <a:solidFill>
            <a:srgbClr val="277AFF">
              <a:alpha val="80000"/>
            </a:srgbClr>
          </a:solidFill>
          <a:ln/>
        </p:spPr>
        <p:txBody>
          <a:bodyPr/>
          <a:lstStyle/>
          <a:p>
            <a:endParaRPr lang="en-IT"/>
          </a:p>
        </p:txBody>
      </p:sp>
      <p:sp>
        <p:nvSpPr>
          <p:cNvPr id="17" name="Shape 14"/>
          <p:cNvSpPr/>
          <p:nvPr/>
        </p:nvSpPr>
        <p:spPr>
          <a:xfrm>
            <a:off x="6981825" y="2124075"/>
            <a:ext cx="2162175" cy="657225"/>
          </a:xfrm>
          <a:prstGeom prst="rect">
            <a:avLst/>
          </a:prstGeom>
          <a:solidFill>
            <a:srgbClr val="277AFF"/>
          </a:solidFill>
          <a:ln/>
        </p:spPr>
        <p:txBody>
          <a:bodyPr/>
          <a:lstStyle/>
          <a:p>
            <a:endParaRPr lang="en-IT"/>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6250" y="476250"/>
            <a:ext cx="3171825" cy="419100"/>
          </a:xfrm>
          <a:prstGeom prst="rect">
            <a:avLst/>
          </a:prstGeom>
          <a:noFill/>
          <a:ln/>
        </p:spPr>
        <p:txBody>
          <a:bodyPr wrap="square" lIns="0" tIns="0" rIns="0" bIns="0" rtlCol="0" anchor="ctr"/>
          <a:lstStyle/>
          <a:p>
            <a:pPr marL="0" indent="0" algn="l">
              <a:lnSpc>
                <a:spcPts val="3135"/>
              </a:lnSpc>
              <a:buNone/>
            </a:pPr>
            <a:r>
              <a:rPr lang="en-US" sz="2850" kern="0" spc="-63" dirty="0">
                <a:solidFill>
                  <a:srgbClr val="000000">
                    <a:alpha val="99000"/>
                  </a:srgbClr>
                </a:solidFill>
                <a:latin typeface="Manrope" pitchFamily="34" charset="0"/>
                <a:ea typeface="Manrope" pitchFamily="34" charset="-122"/>
                <a:cs typeface="Manrope" pitchFamily="34" charset="-120"/>
              </a:rPr>
              <a:t>Timeline</a:t>
            </a:r>
            <a:endParaRPr lang="en-US" sz="2850" dirty="0"/>
          </a:p>
        </p:txBody>
      </p:sp>
      <p:pic>
        <p:nvPicPr>
          <p:cNvPr id="3" name="Image 0" descr="preencoded.png"/>
          <p:cNvPicPr>
            <a:picLocks noChangeAspect="1"/>
          </p:cNvPicPr>
          <p:nvPr/>
        </p:nvPicPr>
        <p:blipFill>
          <a:blip r:embed="rId3"/>
          <a:srcRect/>
          <a:stretch/>
        </p:blipFill>
        <p:spPr>
          <a:xfrm>
            <a:off x="7324725" y="4524375"/>
            <a:ext cx="1366838" cy="285750"/>
          </a:xfrm>
          <a:prstGeom prst="rect">
            <a:avLst/>
          </a:prstGeom>
        </p:spPr>
      </p:pic>
      <p:sp>
        <p:nvSpPr>
          <p:cNvPr id="4" name="Text 1"/>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000000">
                    <a:alpha val="99000"/>
                  </a:srgbClr>
                </a:solidFill>
                <a:latin typeface="Open Sans" pitchFamily="34" charset="0"/>
                <a:ea typeface="Open Sans" pitchFamily="34" charset="-122"/>
                <a:cs typeface="Open Sans" pitchFamily="34" charset="-120"/>
              </a:rPr>
              <a:t>Digital impact division</a:t>
            </a:r>
            <a:endParaRPr lang="en-US" sz="713" dirty="0"/>
          </a:p>
        </p:txBody>
      </p:sp>
      <p:sp>
        <p:nvSpPr>
          <p:cNvPr id="5" name="Shape 2"/>
          <p:cNvSpPr/>
          <p:nvPr/>
        </p:nvSpPr>
        <p:spPr>
          <a:xfrm>
            <a:off x="495300" y="2124075"/>
            <a:ext cx="8648700" cy="657225"/>
          </a:xfrm>
          <a:prstGeom prst="rect">
            <a:avLst/>
          </a:prstGeom>
          <a:noFill/>
          <a:ln/>
        </p:spPr>
        <p:txBody>
          <a:bodyPr/>
          <a:lstStyle/>
          <a:p>
            <a:endParaRPr lang="en-IT"/>
          </a:p>
        </p:txBody>
      </p:sp>
      <p:sp>
        <p:nvSpPr>
          <p:cNvPr id="6" name="Shape 3"/>
          <p:cNvSpPr/>
          <p:nvPr/>
        </p:nvSpPr>
        <p:spPr>
          <a:xfrm>
            <a:off x="495300" y="2124075"/>
            <a:ext cx="1729740" cy="657225"/>
          </a:xfrm>
          <a:prstGeom prst="rect">
            <a:avLst/>
          </a:prstGeom>
          <a:solidFill>
            <a:srgbClr val="277AFF">
              <a:alpha val="20000"/>
            </a:srgbClr>
          </a:solidFill>
          <a:ln/>
        </p:spPr>
        <p:txBody>
          <a:bodyPr/>
          <a:lstStyle/>
          <a:p>
            <a:endParaRPr lang="en-IT"/>
          </a:p>
        </p:txBody>
      </p:sp>
      <p:sp>
        <p:nvSpPr>
          <p:cNvPr id="7" name="Shape 4"/>
          <p:cNvSpPr/>
          <p:nvPr/>
        </p:nvSpPr>
        <p:spPr>
          <a:xfrm>
            <a:off x="2225036" y="2124075"/>
            <a:ext cx="1729740" cy="657225"/>
          </a:xfrm>
          <a:prstGeom prst="rect">
            <a:avLst/>
          </a:prstGeom>
          <a:solidFill>
            <a:srgbClr val="277AFF">
              <a:alpha val="40000"/>
            </a:srgbClr>
          </a:solidFill>
          <a:ln/>
        </p:spPr>
        <p:txBody>
          <a:bodyPr/>
          <a:lstStyle/>
          <a:p>
            <a:endParaRPr lang="en-IT"/>
          </a:p>
        </p:txBody>
      </p:sp>
      <p:sp>
        <p:nvSpPr>
          <p:cNvPr id="8" name="Shape 5"/>
          <p:cNvSpPr/>
          <p:nvPr/>
        </p:nvSpPr>
        <p:spPr>
          <a:xfrm>
            <a:off x="3954773" y="2124075"/>
            <a:ext cx="1729740" cy="657225"/>
          </a:xfrm>
          <a:prstGeom prst="rect">
            <a:avLst/>
          </a:prstGeom>
          <a:solidFill>
            <a:srgbClr val="277AFF">
              <a:alpha val="60000"/>
            </a:srgbClr>
          </a:solidFill>
          <a:ln/>
        </p:spPr>
        <p:txBody>
          <a:bodyPr/>
          <a:lstStyle/>
          <a:p>
            <a:endParaRPr lang="en-IT"/>
          </a:p>
        </p:txBody>
      </p:sp>
      <p:sp>
        <p:nvSpPr>
          <p:cNvPr id="9" name="Shape 6"/>
          <p:cNvSpPr/>
          <p:nvPr/>
        </p:nvSpPr>
        <p:spPr>
          <a:xfrm>
            <a:off x="5684527" y="2124075"/>
            <a:ext cx="1729740" cy="657225"/>
          </a:xfrm>
          <a:prstGeom prst="rect">
            <a:avLst/>
          </a:prstGeom>
          <a:solidFill>
            <a:srgbClr val="277AFF">
              <a:alpha val="80000"/>
            </a:srgbClr>
          </a:solidFill>
          <a:ln/>
        </p:spPr>
        <p:txBody>
          <a:bodyPr/>
          <a:lstStyle/>
          <a:p>
            <a:endParaRPr lang="en-IT"/>
          </a:p>
        </p:txBody>
      </p:sp>
      <p:sp>
        <p:nvSpPr>
          <p:cNvPr id="10" name="Shape 7"/>
          <p:cNvSpPr/>
          <p:nvPr/>
        </p:nvSpPr>
        <p:spPr>
          <a:xfrm>
            <a:off x="7414264" y="2124075"/>
            <a:ext cx="1729740" cy="657225"/>
          </a:xfrm>
          <a:prstGeom prst="rect">
            <a:avLst/>
          </a:prstGeom>
          <a:solidFill>
            <a:srgbClr val="277AFF"/>
          </a:solidFill>
          <a:ln/>
        </p:spPr>
        <p:txBody>
          <a:bodyPr/>
          <a:lstStyle/>
          <a:p>
            <a:endParaRPr lang="en-IT"/>
          </a:p>
        </p:txBody>
      </p:sp>
      <p:sp>
        <p:nvSpPr>
          <p:cNvPr id="11" name="Text 8"/>
          <p:cNvSpPr/>
          <p:nvPr/>
        </p:nvSpPr>
        <p:spPr>
          <a:xfrm>
            <a:off x="514349" y="2993572"/>
            <a:ext cx="1386057" cy="247650"/>
          </a:xfrm>
          <a:prstGeom prst="rect">
            <a:avLst/>
          </a:prstGeom>
          <a:noFill/>
          <a:ln/>
        </p:spPr>
        <p:txBody>
          <a:bodyPr wrap="square" lIns="0" tIns="0" rIns="0" bIns="0" rtlCol="0" anchor="ctr"/>
          <a:lstStyle/>
          <a:p>
            <a:pPr marL="0" indent="0" algn="l">
              <a:lnSpc>
                <a:spcPts val="1995"/>
              </a:lnSpc>
              <a:buNone/>
            </a:pPr>
            <a:r>
              <a:rPr lang="en-US" sz="1425" kern="0" spc="-14" dirty="0">
                <a:solidFill>
                  <a:srgbClr val="161616">
                    <a:alpha val="99000"/>
                  </a:srgbClr>
                </a:solidFill>
                <a:latin typeface="Manrope" pitchFamily="34" charset="0"/>
                <a:ea typeface="Manrope" pitchFamily="34" charset="-122"/>
                <a:cs typeface="Manrope" pitchFamily="34" charset="-120"/>
              </a:rPr>
              <a:t>2022</a:t>
            </a:r>
            <a:endParaRPr lang="en-US" sz="1425" dirty="0"/>
          </a:p>
        </p:txBody>
      </p:sp>
      <p:sp>
        <p:nvSpPr>
          <p:cNvPr id="12" name="Text 9"/>
          <p:cNvSpPr/>
          <p:nvPr/>
        </p:nvSpPr>
        <p:spPr>
          <a:xfrm>
            <a:off x="504825" y="3298372"/>
            <a:ext cx="1376363" cy="736826"/>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describing the opportunity</a:t>
            </a:r>
            <a:endParaRPr lang="en-US" sz="1069" dirty="0"/>
          </a:p>
        </p:txBody>
      </p:sp>
      <p:sp>
        <p:nvSpPr>
          <p:cNvPr id="13" name="Text 10"/>
          <p:cNvSpPr/>
          <p:nvPr/>
        </p:nvSpPr>
        <p:spPr>
          <a:xfrm>
            <a:off x="2224088" y="2993572"/>
            <a:ext cx="1211588" cy="247650"/>
          </a:xfrm>
          <a:prstGeom prst="rect">
            <a:avLst/>
          </a:prstGeom>
          <a:noFill/>
          <a:ln/>
        </p:spPr>
        <p:txBody>
          <a:bodyPr wrap="square" lIns="0" tIns="0" rIns="0" bIns="0" rtlCol="0" anchor="ctr"/>
          <a:lstStyle/>
          <a:p>
            <a:pPr marL="0" indent="0" algn="l">
              <a:lnSpc>
                <a:spcPts val="1995"/>
              </a:lnSpc>
              <a:buNone/>
            </a:pPr>
            <a:r>
              <a:rPr lang="en-US" sz="1425" kern="0" spc="-14" dirty="0">
                <a:solidFill>
                  <a:srgbClr val="161616">
                    <a:alpha val="99000"/>
                  </a:srgbClr>
                </a:solidFill>
                <a:latin typeface="Manrope" pitchFamily="34" charset="0"/>
                <a:ea typeface="Manrope" pitchFamily="34" charset="-122"/>
                <a:cs typeface="Manrope" pitchFamily="34" charset="-120"/>
              </a:rPr>
              <a:t>2022</a:t>
            </a:r>
            <a:endParaRPr lang="en-US" sz="1425" dirty="0"/>
          </a:p>
        </p:txBody>
      </p:sp>
      <p:sp>
        <p:nvSpPr>
          <p:cNvPr id="14" name="Text 11"/>
          <p:cNvSpPr/>
          <p:nvPr/>
        </p:nvSpPr>
        <p:spPr>
          <a:xfrm>
            <a:off x="2224088" y="3298372"/>
            <a:ext cx="1376363" cy="736826"/>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describing the opportunity</a:t>
            </a:r>
            <a:endParaRPr lang="en-US" sz="1069" dirty="0"/>
          </a:p>
        </p:txBody>
      </p:sp>
      <p:sp>
        <p:nvSpPr>
          <p:cNvPr id="15" name="Text 12"/>
          <p:cNvSpPr/>
          <p:nvPr/>
        </p:nvSpPr>
        <p:spPr>
          <a:xfrm>
            <a:off x="3952875" y="893310"/>
            <a:ext cx="1376363" cy="247650"/>
          </a:xfrm>
          <a:prstGeom prst="rect">
            <a:avLst/>
          </a:prstGeom>
          <a:noFill/>
          <a:ln/>
        </p:spPr>
        <p:txBody>
          <a:bodyPr wrap="square" lIns="0" tIns="0" rIns="0" bIns="0" rtlCol="0" anchor="ctr"/>
          <a:lstStyle/>
          <a:p>
            <a:pPr marL="0" indent="0" algn="l">
              <a:lnSpc>
                <a:spcPts val="1995"/>
              </a:lnSpc>
              <a:buNone/>
            </a:pPr>
            <a:r>
              <a:rPr lang="en-US" sz="1425" kern="0" spc="-14" dirty="0">
                <a:solidFill>
                  <a:srgbClr val="161616">
                    <a:alpha val="99000"/>
                  </a:srgbClr>
                </a:solidFill>
                <a:latin typeface="Manrope" pitchFamily="34" charset="0"/>
                <a:ea typeface="Manrope" pitchFamily="34" charset="-122"/>
                <a:cs typeface="Manrope" pitchFamily="34" charset="-120"/>
              </a:rPr>
              <a:t>2022</a:t>
            </a:r>
            <a:endParaRPr lang="en-US" sz="1425" dirty="0"/>
          </a:p>
        </p:txBody>
      </p:sp>
      <p:sp>
        <p:nvSpPr>
          <p:cNvPr id="16" name="Text 13"/>
          <p:cNvSpPr/>
          <p:nvPr/>
        </p:nvSpPr>
        <p:spPr>
          <a:xfrm>
            <a:off x="3952875" y="1198110"/>
            <a:ext cx="1376363" cy="736826"/>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describing the opportunity</a:t>
            </a:r>
            <a:endParaRPr lang="en-US" sz="1069" dirty="0"/>
          </a:p>
        </p:txBody>
      </p:sp>
      <p:sp>
        <p:nvSpPr>
          <p:cNvPr id="17" name="Text 14"/>
          <p:cNvSpPr/>
          <p:nvPr/>
        </p:nvSpPr>
        <p:spPr>
          <a:xfrm>
            <a:off x="5686425" y="893310"/>
            <a:ext cx="1356978" cy="247650"/>
          </a:xfrm>
          <a:prstGeom prst="rect">
            <a:avLst/>
          </a:prstGeom>
          <a:noFill/>
          <a:ln/>
        </p:spPr>
        <p:txBody>
          <a:bodyPr wrap="square" lIns="0" tIns="0" rIns="0" bIns="0" rtlCol="0" anchor="ctr"/>
          <a:lstStyle/>
          <a:p>
            <a:pPr marL="0" indent="0" algn="l">
              <a:lnSpc>
                <a:spcPts val="1995"/>
              </a:lnSpc>
              <a:buNone/>
            </a:pPr>
            <a:r>
              <a:rPr lang="en-US" sz="1425" kern="0" spc="-14" dirty="0">
                <a:solidFill>
                  <a:srgbClr val="161616">
                    <a:alpha val="99000"/>
                  </a:srgbClr>
                </a:solidFill>
                <a:latin typeface="Manrope" pitchFamily="34" charset="0"/>
                <a:ea typeface="Manrope" pitchFamily="34" charset="-122"/>
                <a:cs typeface="Manrope" pitchFamily="34" charset="-120"/>
              </a:rPr>
              <a:t>2022</a:t>
            </a:r>
            <a:endParaRPr lang="en-US" sz="1425" dirty="0"/>
          </a:p>
        </p:txBody>
      </p:sp>
      <p:sp>
        <p:nvSpPr>
          <p:cNvPr id="18" name="Text 15"/>
          <p:cNvSpPr/>
          <p:nvPr/>
        </p:nvSpPr>
        <p:spPr>
          <a:xfrm>
            <a:off x="5686425" y="1198110"/>
            <a:ext cx="1376363" cy="736826"/>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describing the opportunity</a:t>
            </a:r>
            <a:endParaRPr lang="en-US" sz="1069" dirty="0"/>
          </a:p>
        </p:txBody>
      </p:sp>
      <p:sp>
        <p:nvSpPr>
          <p:cNvPr id="19" name="Text 16"/>
          <p:cNvSpPr/>
          <p:nvPr/>
        </p:nvSpPr>
        <p:spPr>
          <a:xfrm>
            <a:off x="7415213" y="893310"/>
            <a:ext cx="1356978" cy="247650"/>
          </a:xfrm>
          <a:prstGeom prst="rect">
            <a:avLst/>
          </a:prstGeom>
          <a:noFill/>
          <a:ln/>
        </p:spPr>
        <p:txBody>
          <a:bodyPr wrap="square" lIns="0" tIns="0" rIns="0" bIns="0" rtlCol="0" anchor="ctr"/>
          <a:lstStyle/>
          <a:p>
            <a:pPr marL="0" indent="0" algn="l">
              <a:lnSpc>
                <a:spcPts val="1995"/>
              </a:lnSpc>
              <a:buNone/>
            </a:pPr>
            <a:r>
              <a:rPr lang="en-US" sz="1425" kern="0" spc="-14" dirty="0">
                <a:solidFill>
                  <a:srgbClr val="161616">
                    <a:alpha val="99000"/>
                  </a:srgbClr>
                </a:solidFill>
                <a:latin typeface="Manrope" pitchFamily="34" charset="0"/>
                <a:ea typeface="Manrope" pitchFamily="34" charset="-122"/>
                <a:cs typeface="Manrope" pitchFamily="34" charset="-120"/>
              </a:rPr>
              <a:t>2022</a:t>
            </a:r>
            <a:endParaRPr lang="en-US" sz="1425" dirty="0"/>
          </a:p>
        </p:txBody>
      </p:sp>
      <p:sp>
        <p:nvSpPr>
          <p:cNvPr id="20" name="Text 17"/>
          <p:cNvSpPr/>
          <p:nvPr/>
        </p:nvSpPr>
        <p:spPr>
          <a:xfrm>
            <a:off x="7415213" y="1198110"/>
            <a:ext cx="1376363" cy="736826"/>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One sentence describing the opportunity</a:t>
            </a:r>
            <a:endParaRPr lang="en-US" sz="1069"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4000500" cy="5143500"/>
          </a:xfrm>
          <a:prstGeom prst="rect">
            <a:avLst/>
          </a:prstGeom>
        </p:spPr>
      </p:pic>
      <p:sp>
        <p:nvSpPr>
          <p:cNvPr id="3" name="Text 0"/>
          <p:cNvSpPr/>
          <p:nvPr/>
        </p:nvSpPr>
        <p:spPr>
          <a:xfrm>
            <a:off x="4572000" y="2457450"/>
            <a:ext cx="0"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 </a:t>
            </a:r>
            <a:endParaRPr lang="en-US" sz="1283" dirty="0"/>
          </a:p>
        </p:txBody>
      </p:sp>
      <p:sp>
        <p:nvSpPr>
          <p:cNvPr id="4" name="Text 1"/>
          <p:cNvSpPr/>
          <p:nvPr/>
        </p:nvSpPr>
        <p:spPr>
          <a:xfrm>
            <a:off x="4381500" y="476250"/>
            <a:ext cx="4286250" cy="685800"/>
          </a:xfrm>
          <a:prstGeom prst="rect">
            <a:avLst/>
          </a:prstGeom>
          <a:noFill/>
          <a:ln/>
        </p:spPr>
        <p:txBody>
          <a:bodyPr wrap="square" lIns="0" tIns="0" rIns="0" bIns="0" rtlCol="0" anchor="t"/>
          <a:lstStyle/>
          <a:p>
            <a:pPr marL="0" indent="0" algn="l">
              <a:lnSpc>
                <a:spcPts val="2565"/>
              </a:lnSpc>
              <a:buNone/>
            </a:pPr>
            <a:r>
              <a:rPr lang="en-US" sz="2138" kern="0" spc="-47" dirty="0">
                <a:solidFill>
                  <a:srgbClr val="000000">
                    <a:alpha val="99000"/>
                  </a:srgbClr>
                </a:solidFill>
                <a:latin typeface="Manrope" pitchFamily="34" charset="0"/>
                <a:ea typeface="Manrope" pitchFamily="34" charset="-122"/>
                <a:cs typeface="Manrope" pitchFamily="34" charset="-120"/>
              </a:rPr>
              <a:t>Example: Giga Platform</a:t>
            </a:r>
            <a:endParaRPr lang="en-US" sz="2138" dirty="0"/>
          </a:p>
          <a:p>
            <a:pPr marL="0" indent="0" algn="l">
              <a:lnSpc>
                <a:spcPts val="2565"/>
              </a:lnSpc>
              <a:buNone/>
            </a:pPr>
            <a:r>
              <a:rPr lang="en-US" sz="2138" kern="0" spc="-47" dirty="0">
                <a:solidFill>
                  <a:srgbClr val="000000">
                    <a:alpha val="99000"/>
                  </a:srgbClr>
                </a:solidFill>
                <a:latin typeface="Manrope" pitchFamily="34" charset="0"/>
                <a:ea typeface="Manrope" pitchFamily="34" charset="-122"/>
                <a:cs typeface="Manrope" pitchFamily="34" charset="-120"/>
              </a:rPr>
              <a:t>Engineering​</a:t>
            </a:r>
            <a:endParaRPr lang="en-US" sz="2138" dirty="0"/>
          </a:p>
        </p:txBody>
      </p:sp>
      <p:sp>
        <p:nvSpPr>
          <p:cNvPr id="5" name="Text 2"/>
          <p:cNvSpPr/>
          <p:nvPr/>
        </p:nvSpPr>
        <p:spPr>
          <a:xfrm>
            <a:off x="4381500" y="1332701"/>
            <a:ext cx="4286250" cy="225346"/>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What</a:t>
            </a:r>
            <a:endParaRPr lang="en-US" sz="1283" dirty="0"/>
          </a:p>
        </p:txBody>
      </p:sp>
      <p:sp>
        <p:nvSpPr>
          <p:cNvPr id="6" name="Text 3"/>
          <p:cNvSpPr/>
          <p:nvPr/>
        </p:nvSpPr>
        <p:spPr>
          <a:xfrm>
            <a:off x="4381500" y="1635406"/>
            <a:ext cx="4286250" cy="974444"/>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In a world of endless possibilities, new doors open every day, inviting us to explore uncharted territories. Opportunities await those who dare to dream and take action. Embrace the unknown and let your ambitions soar. The future is bright with potential.</a:t>
            </a:r>
            <a:endParaRPr lang="en-US" sz="1069" dirty="0"/>
          </a:p>
        </p:txBody>
      </p:sp>
      <p:sp>
        <p:nvSpPr>
          <p:cNvPr id="7" name="Text 4"/>
          <p:cNvSpPr/>
          <p:nvPr/>
        </p:nvSpPr>
        <p:spPr>
          <a:xfrm>
            <a:off x="4381500" y="2780501"/>
            <a:ext cx="4286250" cy="226636"/>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Give</a:t>
            </a:r>
            <a:endParaRPr lang="en-US" sz="1283" dirty="0"/>
          </a:p>
        </p:txBody>
      </p:sp>
      <p:sp>
        <p:nvSpPr>
          <p:cNvPr id="8" name="Text 5"/>
          <p:cNvSpPr/>
          <p:nvPr/>
        </p:nvSpPr>
        <p:spPr>
          <a:xfrm>
            <a:off x="4381500" y="3082465"/>
            <a:ext cx="4286250" cy="975185"/>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Our partner brings a wealth of resources and expertise, ensuring a seamless collaboration. They provide innovative solutions tailored to meet our needs. With their support, we can achieve remarkable results together. Their commitment to excellence is unmatched.</a:t>
            </a:r>
            <a:endParaRPr lang="en-US" sz="1069" dirty="0"/>
          </a:p>
        </p:txBody>
      </p:sp>
      <p:pic>
        <p:nvPicPr>
          <p:cNvPr id="9" name="Image 1" descr="preencoded.png"/>
          <p:cNvPicPr>
            <a:picLocks noChangeAspect="1"/>
          </p:cNvPicPr>
          <p:nvPr/>
        </p:nvPicPr>
        <p:blipFill>
          <a:blip r:embed="rId4"/>
          <a:srcRect/>
          <a:stretch/>
        </p:blipFill>
        <p:spPr>
          <a:xfrm>
            <a:off x="7324725" y="4524375"/>
            <a:ext cx="1366838" cy="285750"/>
          </a:xfrm>
          <a:prstGeom prst="rect">
            <a:avLst/>
          </a:prstGeom>
        </p:spPr>
      </p:pic>
      <p:sp>
        <p:nvSpPr>
          <p:cNvPr id="10" name="Text 6"/>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FFFFFF">
                    <a:alpha val="99000"/>
                  </a:srgbClr>
                </a:solidFill>
                <a:latin typeface="Open Sans" pitchFamily="34" charset="0"/>
                <a:ea typeface="Open Sans" pitchFamily="34" charset="-122"/>
                <a:cs typeface="Open Sans" pitchFamily="34" charset="-120"/>
              </a:rPr>
              <a:t>Digital impact division</a:t>
            </a:r>
            <a:endParaRPr lang="en-US" sz="713"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5143500" y="0"/>
            <a:ext cx="4000500" cy="5143500"/>
          </a:xfrm>
          <a:prstGeom prst="rect">
            <a:avLst/>
          </a:prstGeom>
        </p:spPr>
      </p:pic>
      <p:sp>
        <p:nvSpPr>
          <p:cNvPr id="3" name="Text 0"/>
          <p:cNvSpPr/>
          <p:nvPr/>
        </p:nvSpPr>
        <p:spPr>
          <a:xfrm>
            <a:off x="4572000" y="2457450"/>
            <a:ext cx="0"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0000">
                    <a:alpha val="99000"/>
                  </a:srgbClr>
                </a:solidFill>
                <a:latin typeface="Inter" pitchFamily="34" charset="0"/>
                <a:ea typeface="Inter" pitchFamily="34" charset="-122"/>
                <a:cs typeface="Inter" pitchFamily="34" charset="-120"/>
              </a:rPr>
              <a:t> </a:t>
            </a:r>
            <a:endParaRPr lang="en-US" sz="1283" dirty="0"/>
          </a:p>
        </p:txBody>
      </p:sp>
      <p:sp>
        <p:nvSpPr>
          <p:cNvPr id="4" name="Text 1"/>
          <p:cNvSpPr/>
          <p:nvPr/>
        </p:nvSpPr>
        <p:spPr>
          <a:xfrm>
            <a:off x="485775" y="476250"/>
            <a:ext cx="4286250" cy="685800"/>
          </a:xfrm>
          <a:prstGeom prst="rect">
            <a:avLst/>
          </a:prstGeom>
          <a:noFill/>
          <a:ln/>
        </p:spPr>
        <p:txBody>
          <a:bodyPr wrap="square" lIns="0" tIns="0" rIns="0" bIns="0" rtlCol="0" anchor="t"/>
          <a:lstStyle/>
          <a:p>
            <a:pPr marL="0" indent="0" algn="l">
              <a:lnSpc>
                <a:spcPts val="2565"/>
              </a:lnSpc>
              <a:buNone/>
            </a:pPr>
            <a:r>
              <a:rPr lang="en-US" sz="2138" kern="0" spc="-47" dirty="0">
                <a:solidFill>
                  <a:srgbClr val="000000">
                    <a:alpha val="99000"/>
                  </a:srgbClr>
                </a:solidFill>
                <a:latin typeface="Manrope" pitchFamily="34" charset="0"/>
                <a:ea typeface="Manrope" pitchFamily="34" charset="-122"/>
                <a:cs typeface="Manrope" pitchFamily="34" charset="-120"/>
              </a:rPr>
              <a:t>Example: Giga Platform</a:t>
            </a:r>
            <a:endParaRPr lang="en-US" sz="2138" dirty="0"/>
          </a:p>
          <a:p>
            <a:pPr marL="0" indent="0" algn="l">
              <a:lnSpc>
                <a:spcPts val="2565"/>
              </a:lnSpc>
              <a:buNone/>
            </a:pPr>
            <a:r>
              <a:rPr lang="en-US" sz="2138" kern="0" spc="-47" dirty="0">
                <a:solidFill>
                  <a:srgbClr val="000000">
                    <a:alpha val="99000"/>
                  </a:srgbClr>
                </a:solidFill>
                <a:latin typeface="Manrope" pitchFamily="34" charset="0"/>
                <a:ea typeface="Manrope" pitchFamily="34" charset="-122"/>
                <a:cs typeface="Manrope" pitchFamily="34" charset="-120"/>
              </a:rPr>
              <a:t>Engineering​</a:t>
            </a:r>
            <a:endParaRPr lang="en-US" sz="2138" dirty="0"/>
          </a:p>
        </p:txBody>
      </p:sp>
      <p:sp>
        <p:nvSpPr>
          <p:cNvPr id="5" name="Text 2"/>
          <p:cNvSpPr/>
          <p:nvPr/>
        </p:nvSpPr>
        <p:spPr>
          <a:xfrm>
            <a:off x="485775" y="1466869"/>
            <a:ext cx="4286250" cy="204860"/>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What</a:t>
            </a:r>
            <a:endParaRPr lang="en-US" sz="1283" dirty="0"/>
          </a:p>
        </p:txBody>
      </p:sp>
      <p:sp>
        <p:nvSpPr>
          <p:cNvPr id="6" name="Text 3"/>
          <p:cNvSpPr/>
          <p:nvPr/>
        </p:nvSpPr>
        <p:spPr>
          <a:xfrm>
            <a:off x="485775" y="1719966"/>
            <a:ext cx="4286250" cy="805325"/>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In a world of endless possibilities, new doors open every day, inviting us to explore uncharted territories. Opportunities await those who dare to dream and take action. Embrace the unknown and let your ambitions soar. The future is bright with potential.</a:t>
            </a:r>
            <a:endParaRPr lang="en-US" sz="1069" dirty="0"/>
          </a:p>
        </p:txBody>
      </p:sp>
      <p:sp>
        <p:nvSpPr>
          <p:cNvPr id="7" name="Text 4"/>
          <p:cNvSpPr/>
          <p:nvPr/>
        </p:nvSpPr>
        <p:spPr>
          <a:xfrm>
            <a:off x="485775" y="2914728"/>
            <a:ext cx="4286250" cy="206033"/>
          </a:xfrm>
          <a:prstGeom prst="rect">
            <a:avLst/>
          </a:prstGeom>
          <a:noFill/>
          <a:ln/>
        </p:spPr>
        <p:txBody>
          <a:bodyPr wrap="square" lIns="0" tIns="0" rIns="0" bIns="0" rtlCol="0" anchor="t"/>
          <a:lstStyle/>
          <a:p>
            <a:pPr marL="0" indent="0" algn="l">
              <a:lnSpc>
                <a:spcPts val="1693"/>
              </a:lnSpc>
              <a:buNone/>
            </a:pPr>
            <a:r>
              <a:rPr lang="en-US" sz="1283" kern="0" spc="-26" dirty="0">
                <a:solidFill>
                  <a:srgbClr val="277AFF">
                    <a:alpha val="99000"/>
                  </a:srgbClr>
                </a:solidFill>
                <a:latin typeface="Manrope" pitchFamily="34" charset="0"/>
                <a:ea typeface="Manrope" pitchFamily="34" charset="-122"/>
                <a:cs typeface="Manrope" pitchFamily="34" charset="-120"/>
              </a:rPr>
              <a:t>Give</a:t>
            </a:r>
            <a:endParaRPr lang="en-US" sz="1283" dirty="0"/>
          </a:p>
        </p:txBody>
      </p:sp>
      <p:sp>
        <p:nvSpPr>
          <p:cNvPr id="8" name="Text 5"/>
          <p:cNvSpPr/>
          <p:nvPr/>
        </p:nvSpPr>
        <p:spPr>
          <a:xfrm>
            <a:off x="485775" y="3167088"/>
            <a:ext cx="4286250" cy="805938"/>
          </a:xfrm>
          <a:prstGeom prst="rect">
            <a:avLst/>
          </a:prstGeom>
          <a:noFill/>
          <a:ln/>
        </p:spPr>
        <p:txBody>
          <a:bodyPr wrap="square" lIns="0" tIns="0" rIns="0" bIns="0" rtlCol="0" anchor="t"/>
          <a:lstStyle/>
          <a:p>
            <a:pPr marL="0" indent="0" algn="l">
              <a:lnSpc>
                <a:spcPts val="1453"/>
              </a:lnSpc>
              <a:buNone/>
            </a:pPr>
            <a:r>
              <a:rPr lang="en-US" sz="1069" kern="0" spc="-11" dirty="0">
                <a:solidFill>
                  <a:srgbClr val="000000">
                    <a:alpha val="99000"/>
                  </a:srgbClr>
                </a:solidFill>
                <a:latin typeface="Open Sans" pitchFamily="34" charset="0"/>
                <a:ea typeface="Open Sans" pitchFamily="34" charset="-122"/>
                <a:cs typeface="Open Sans" pitchFamily="34" charset="-120"/>
              </a:rPr>
              <a:t>Our partner brings a wealth of resources and expertise, ensuring a seamless collaboration. They provide innovative solutions tailored to meet our needs. With their support, we can achieve remarkable results together. Their commitment to excellence is unmatched.</a:t>
            </a:r>
            <a:endParaRPr lang="en-US" sz="1069" dirty="0"/>
          </a:p>
        </p:txBody>
      </p:sp>
      <p:pic>
        <p:nvPicPr>
          <p:cNvPr id="9" name="Image 1" descr="preencoded.png"/>
          <p:cNvPicPr>
            <a:picLocks noChangeAspect="1"/>
          </p:cNvPicPr>
          <p:nvPr/>
        </p:nvPicPr>
        <p:blipFill>
          <a:blip r:embed="rId4"/>
          <a:srcRect/>
          <a:stretch/>
        </p:blipFill>
        <p:spPr>
          <a:xfrm>
            <a:off x="7324725" y="4524375"/>
            <a:ext cx="1366838" cy="285750"/>
          </a:xfrm>
          <a:prstGeom prst="rect">
            <a:avLst/>
          </a:prstGeom>
        </p:spPr>
      </p:pic>
      <p:sp>
        <p:nvSpPr>
          <p:cNvPr id="10" name="Text 6"/>
          <p:cNvSpPr/>
          <p:nvPr/>
        </p:nvSpPr>
        <p:spPr>
          <a:xfrm>
            <a:off x="485775" y="4600575"/>
            <a:ext cx="2057400" cy="133350"/>
          </a:xfrm>
          <a:prstGeom prst="rect">
            <a:avLst/>
          </a:prstGeom>
          <a:noFill/>
          <a:ln/>
        </p:spPr>
        <p:txBody>
          <a:bodyPr wrap="square" lIns="0" tIns="0" rIns="0" bIns="0" rtlCol="0" anchor="ctr"/>
          <a:lstStyle/>
          <a:p>
            <a:pPr marL="0" indent="0" algn="l">
              <a:lnSpc>
                <a:spcPts val="998"/>
              </a:lnSpc>
              <a:buNone/>
            </a:pPr>
            <a:r>
              <a:rPr lang="en-US" sz="713" dirty="0">
                <a:solidFill>
                  <a:srgbClr val="000000">
                    <a:alpha val="99000"/>
                  </a:srgbClr>
                </a:solidFill>
                <a:latin typeface="Open Sans" pitchFamily="34" charset="0"/>
                <a:ea typeface="Open Sans" pitchFamily="34" charset="-122"/>
                <a:cs typeface="Open Sans" pitchFamily="34" charset="-120"/>
              </a:rPr>
              <a:t>Digital impact division</a:t>
            </a:r>
            <a:endParaRPr lang="en-US" sz="713"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2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277AFF"/>
        </a:solidFill>
        <a:effectLst/>
      </p:bgPr>
    </p:bg>
    <p:spTree>
      <p:nvGrpSpPr>
        <p:cNvPr id="1" name=""/>
        <p:cNvGrpSpPr/>
        <p:nvPr/>
      </p:nvGrpSpPr>
      <p:grpSpPr>
        <a:xfrm>
          <a:off x="0" y="0"/>
          <a:ext cx="0" cy="0"/>
          <a:chOff x="0" y="0"/>
          <a:chExt cx="0" cy="0"/>
        </a:xfrm>
      </p:grpSpPr>
      <p:sp>
        <p:nvSpPr>
          <p:cNvPr id="2" name="Shape 0"/>
          <p:cNvSpPr/>
          <p:nvPr/>
        </p:nvSpPr>
        <p:spPr>
          <a:xfrm>
            <a:off x="4572000" y="476250"/>
            <a:ext cx="3929063" cy="4057650"/>
          </a:xfrm>
          <a:prstGeom prst="rect">
            <a:avLst/>
          </a:prstGeom>
          <a:noFill/>
          <a:ln/>
        </p:spPr>
        <p:txBody>
          <a:bodyPr/>
          <a:lstStyle/>
          <a:p>
            <a:endParaRPr lang="en-IT"/>
          </a:p>
        </p:txBody>
      </p:sp>
      <p:sp>
        <p:nvSpPr>
          <p:cNvPr id="3" name="Shape 1"/>
          <p:cNvSpPr/>
          <p:nvPr/>
        </p:nvSpPr>
        <p:spPr>
          <a:xfrm>
            <a:off x="4572000" y="476250"/>
            <a:ext cx="1257300" cy="628650"/>
          </a:xfrm>
          <a:prstGeom prst="rect">
            <a:avLst/>
          </a:prstGeom>
          <a:noFill/>
          <a:ln/>
        </p:spPr>
        <p:txBody>
          <a:bodyPr/>
          <a:lstStyle/>
          <a:p>
            <a:endParaRPr lang="en-IT"/>
          </a:p>
        </p:txBody>
      </p:sp>
      <p:pic>
        <p:nvPicPr>
          <p:cNvPr id="4" name="Image 0" descr="preencoded.png"/>
          <p:cNvPicPr>
            <a:picLocks noChangeAspect="1"/>
          </p:cNvPicPr>
          <p:nvPr/>
        </p:nvPicPr>
        <p:blipFill>
          <a:blip r:embed="rId3"/>
          <a:srcRect r="26"/>
          <a:stretch/>
        </p:blipFill>
        <p:spPr>
          <a:xfrm>
            <a:off x="4814888" y="658511"/>
            <a:ext cx="22752" cy="42181"/>
          </a:xfrm>
          <a:prstGeom prst="rect">
            <a:avLst/>
          </a:prstGeom>
        </p:spPr>
      </p:pic>
      <p:pic>
        <p:nvPicPr>
          <p:cNvPr id="5" name="Image 1" descr="preencoded.png"/>
          <p:cNvPicPr>
            <a:picLocks noChangeAspect="1"/>
          </p:cNvPicPr>
          <p:nvPr/>
        </p:nvPicPr>
        <p:blipFill>
          <a:blip r:embed="rId4"/>
          <a:srcRect r="9"/>
          <a:stretch/>
        </p:blipFill>
        <p:spPr>
          <a:xfrm>
            <a:off x="4847667" y="669504"/>
            <a:ext cx="21896" cy="31219"/>
          </a:xfrm>
          <a:prstGeom prst="rect">
            <a:avLst/>
          </a:prstGeom>
        </p:spPr>
      </p:pic>
      <p:pic>
        <p:nvPicPr>
          <p:cNvPr id="6" name="Image 2" descr="preencoded.png"/>
          <p:cNvPicPr>
            <a:picLocks noChangeAspect="1"/>
          </p:cNvPicPr>
          <p:nvPr/>
        </p:nvPicPr>
        <p:blipFill>
          <a:blip r:embed="rId5"/>
          <a:srcRect r="9"/>
          <a:stretch/>
        </p:blipFill>
        <p:spPr>
          <a:xfrm>
            <a:off x="4880390" y="656173"/>
            <a:ext cx="23273" cy="43828"/>
          </a:xfrm>
          <a:prstGeom prst="rect">
            <a:avLst/>
          </a:prstGeom>
        </p:spPr>
      </p:pic>
      <p:pic>
        <p:nvPicPr>
          <p:cNvPr id="7" name="Image 3" descr="preencoded.png"/>
          <p:cNvPicPr>
            <a:picLocks noChangeAspect="1"/>
          </p:cNvPicPr>
          <p:nvPr/>
        </p:nvPicPr>
        <p:blipFill>
          <a:blip r:embed="rId6"/>
          <a:srcRect/>
          <a:stretch/>
        </p:blipFill>
        <p:spPr>
          <a:xfrm>
            <a:off x="4913207" y="670212"/>
            <a:ext cx="44686" cy="29817"/>
          </a:xfrm>
          <a:prstGeom prst="rect">
            <a:avLst/>
          </a:prstGeom>
        </p:spPr>
      </p:pic>
      <p:pic>
        <p:nvPicPr>
          <p:cNvPr id="8" name="Image 4" descr="preencoded.png"/>
          <p:cNvPicPr>
            <a:picLocks noChangeAspect="1"/>
          </p:cNvPicPr>
          <p:nvPr/>
        </p:nvPicPr>
        <p:blipFill>
          <a:blip r:embed="rId7"/>
          <a:srcRect r="12"/>
          <a:stretch/>
        </p:blipFill>
        <p:spPr>
          <a:xfrm>
            <a:off x="4965204" y="669526"/>
            <a:ext cx="24426" cy="31218"/>
          </a:xfrm>
          <a:prstGeom prst="rect">
            <a:avLst/>
          </a:prstGeom>
        </p:spPr>
      </p:pic>
      <p:pic>
        <p:nvPicPr>
          <p:cNvPr id="9" name="Image 5" descr="preencoded.png"/>
          <p:cNvPicPr>
            <a:picLocks noChangeAspect="1"/>
          </p:cNvPicPr>
          <p:nvPr/>
        </p:nvPicPr>
        <p:blipFill>
          <a:blip r:embed="rId8"/>
          <a:srcRect r="108"/>
          <a:stretch/>
        </p:blipFill>
        <p:spPr>
          <a:xfrm>
            <a:off x="5001239" y="657355"/>
            <a:ext cx="3683" cy="42673"/>
          </a:xfrm>
          <a:prstGeom prst="rect">
            <a:avLst/>
          </a:prstGeom>
        </p:spPr>
      </p:pic>
      <p:pic>
        <p:nvPicPr>
          <p:cNvPr id="10" name="Image 6" descr="preencoded.png"/>
          <p:cNvPicPr>
            <a:picLocks noChangeAspect="1"/>
          </p:cNvPicPr>
          <p:nvPr/>
        </p:nvPicPr>
        <p:blipFill>
          <a:blip r:embed="rId9"/>
          <a:srcRect r="23"/>
          <a:stretch/>
        </p:blipFill>
        <p:spPr>
          <a:xfrm>
            <a:off x="5016010" y="670247"/>
            <a:ext cx="22213" cy="29793"/>
          </a:xfrm>
          <a:prstGeom prst="rect">
            <a:avLst/>
          </a:prstGeom>
        </p:spPr>
      </p:pic>
      <p:pic>
        <p:nvPicPr>
          <p:cNvPr id="11" name="Image 7" descr="preencoded.png"/>
          <p:cNvPicPr>
            <a:picLocks noChangeAspect="1"/>
          </p:cNvPicPr>
          <p:nvPr/>
        </p:nvPicPr>
        <p:blipFill>
          <a:blip r:embed="rId7"/>
          <a:srcRect r="12"/>
          <a:stretch/>
        </p:blipFill>
        <p:spPr>
          <a:xfrm>
            <a:off x="5047004" y="669526"/>
            <a:ext cx="24426" cy="31218"/>
          </a:xfrm>
          <a:prstGeom prst="rect">
            <a:avLst/>
          </a:prstGeom>
        </p:spPr>
      </p:pic>
      <p:pic>
        <p:nvPicPr>
          <p:cNvPr id="12" name="Image 8" descr="preencoded.png"/>
          <p:cNvPicPr>
            <a:picLocks noChangeAspect="1"/>
          </p:cNvPicPr>
          <p:nvPr/>
        </p:nvPicPr>
        <p:blipFill>
          <a:blip r:embed="rId10"/>
          <a:srcRect/>
          <a:stretch/>
        </p:blipFill>
        <p:spPr>
          <a:xfrm>
            <a:off x="5082778" y="669526"/>
            <a:ext cx="14064" cy="30505"/>
          </a:xfrm>
          <a:prstGeom prst="rect">
            <a:avLst/>
          </a:prstGeom>
        </p:spPr>
      </p:pic>
      <p:pic>
        <p:nvPicPr>
          <p:cNvPr id="13" name="Image 9" descr="preencoded.png"/>
          <p:cNvPicPr>
            <a:picLocks noChangeAspect="1"/>
          </p:cNvPicPr>
          <p:nvPr/>
        </p:nvPicPr>
        <p:blipFill>
          <a:blip r:embed="rId8"/>
          <a:srcRect r="108"/>
          <a:stretch/>
        </p:blipFill>
        <p:spPr>
          <a:xfrm>
            <a:off x="5107037" y="657355"/>
            <a:ext cx="3683" cy="42673"/>
          </a:xfrm>
          <a:prstGeom prst="rect">
            <a:avLst/>
          </a:prstGeom>
        </p:spPr>
      </p:pic>
      <p:pic>
        <p:nvPicPr>
          <p:cNvPr id="14" name="Image 10" descr="preencoded.png"/>
          <p:cNvPicPr>
            <a:picLocks noChangeAspect="1"/>
          </p:cNvPicPr>
          <p:nvPr/>
        </p:nvPicPr>
        <p:blipFill>
          <a:blip r:embed="rId11"/>
          <a:srcRect/>
          <a:stretch/>
        </p:blipFill>
        <p:spPr>
          <a:xfrm>
            <a:off x="5121976" y="669551"/>
            <a:ext cx="18752" cy="31219"/>
          </a:xfrm>
          <a:prstGeom prst="rect">
            <a:avLst/>
          </a:prstGeom>
        </p:spPr>
      </p:pic>
      <p:pic>
        <p:nvPicPr>
          <p:cNvPr id="15" name="Image 11" descr="preencoded.png"/>
          <p:cNvPicPr>
            <a:picLocks noChangeAspect="1"/>
          </p:cNvPicPr>
          <p:nvPr/>
        </p:nvPicPr>
        <p:blipFill>
          <a:blip r:embed="rId4"/>
          <a:srcRect r="14"/>
          <a:stretch/>
        </p:blipFill>
        <p:spPr>
          <a:xfrm>
            <a:off x="5149658" y="669504"/>
            <a:ext cx="21896" cy="31219"/>
          </a:xfrm>
          <a:prstGeom prst="rect">
            <a:avLst/>
          </a:prstGeom>
        </p:spPr>
      </p:pic>
      <p:pic>
        <p:nvPicPr>
          <p:cNvPr id="16" name="Image 12" descr="preencoded.png"/>
          <p:cNvPicPr>
            <a:picLocks noChangeAspect="1"/>
          </p:cNvPicPr>
          <p:nvPr/>
        </p:nvPicPr>
        <p:blipFill>
          <a:blip r:embed="rId5"/>
          <a:srcRect r="9"/>
          <a:stretch/>
        </p:blipFill>
        <p:spPr>
          <a:xfrm>
            <a:off x="5182344" y="656173"/>
            <a:ext cx="23273" cy="43828"/>
          </a:xfrm>
          <a:prstGeom prst="rect">
            <a:avLst/>
          </a:prstGeom>
        </p:spPr>
      </p:pic>
      <p:pic>
        <p:nvPicPr>
          <p:cNvPr id="17" name="Image 13" descr="preencoded.png"/>
          <p:cNvPicPr>
            <a:picLocks noChangeAspect="1"/>
          </p:cNvPicPr>
          <p:nvPr/>
        </p:nvPicPr>
        <p:blipFill>
          <a:blip r:embed="rId7"/>
          <a:srcRect r="12"/>
          <a:stretch/>
        </p:blipFill>
        <p:spPr>
          <a:xfrm>
            <a:off x="5217170" y="669526"/>
            <a:ext cx="24426" cy="31218"/>
          </a:xfrm>
          <a:prstGeom prst="rect">
            <a:avLst/>
          </a:prstGeom>
        </p:spPr>
      </p:pic>
      <p:pic>
        <p:nvPicPr>
          <p:cNvPr id="18" name="Image 14" descr="preencoded.png"/>
          <p:cNvPicPr>
            <a:picLocks noChangeAspect="1"/>
          </p:cNvPicPr>
          <p:nvPr/>
        </p:nvPicPr>
        <p:blipFill>
          <a:blip r:embed="rId12"/>
          <a:srcRect r="34"/>
          <a:stretch/>
        </p:blipFill>
        <p:spPr>
          <a:xfrm>
            <a:off x="5272627" y="659232"/>
            <a:ext cx="20687" cy="40829"/>
          </a:xfrm>
          <a:prstGeom prst="rect">
            <a:avLst/>
          </a:prstGeom>
        </p:spPr>
      </p:pic>
      <p:pic>
        <p:nvPicPr>
          <p:cNvPr id="19" name="Image 15" descr="preencoded.png"/>
          <p:cNvPicPr>
            <a:picLocks noChangeAspect="1"/>
          </p:cNvPicPr>
          <p:nvPr/>
        </p:nvPicPr>
        <p:blipFill>
          <a:blip r:embed="rId8"/>
          <a:srcRect r="108"/>
          <a:stretch/>
        </p:blipFill>
        <p:spPr>
          <a:xfrm>
            <a:off x="5306002" y="657355"/>
            <a:ext cx="3683" cy="42673"/>
          </a:xfrm>
          <a:prstGeom prst="rect">
            <a:avLst/>
          </a:prstGeom>
        </p:spPr>
      </p:pic>
      <p:pic>
        <p:nvPicPr>
          <p:cNvPr id="20" name="Image 16" descr="preencoded.png"/>
          <p:cNvPicPr>
            <a:picLocks noChangeAspect="1"/>
          </p:cNvPicPr>
          <p:nvPr/>
        </p:nvPicPr>
        <p:blipFill>
          <a:blip r:embed="rId13"/>
          <a:srcRect r="24"/>
          <a:stretch/>
        </p:blipFill>
        <p:spPr>
          <a:xfrm>
            <a:off x="5321815" y="656173"/>
            <a:ext cx="25357" cy="44541"/>
          </a:xfrm>
          <a:prstGeom prst="rect">
            <a:avLst/>
          </a:prstGeom>
        </p:spPr>
      </p:pic>
      <p:pic>
        <p:nvPicPr>
          <p:cNvPr id="21" name="Image 17" descr="preencoded.png"/>
          <p:cNvPicPr>
            <a:picLocks noChangeAspect="1"/>
          </p:cNvPicPr>
          <p:nvPr/>
        </p:nvPicPr>
        <p:blipFill>
          <a:blip r:embed="rId14"/>
          <a:srcRect r="28"/>
          <a:stretch/>
        </p:blipFill>
        <p:spPr>
          <a:xfrm>
            <a:off x="5358892" y="669526"/>
            <a:ext cx="25357" cy="43116"/>
          </a:xfrm>
          <a:prstGeom prst="rect">
            <a:avLst/>
          </a:prstGeom>
        </p:spPr>
      </p:pic>
      <p:pic>
        <p:nvPicPr>
          <p:cNvPr id="22" name="Image 18" descr="preencoded.png"/>
          <p:cNvPicPr>
            <a:picLocks noChangeAspect="1"/>
          </p:cNvPicPr>
          <p:nvPr/>
        </p:nvPicPr>
        <p:blipFill>
          <a:blip r:embed="rId7"/>
          <a:srcRect r="12"/>
          <a:stretch/>
        </p:blipFill>
        <p:spPr>
          <a:xfrm>
            <a:off x="5395410" y="669526"/>
            <a:ext cx="24426" cy="31218"/>
          </a:xfrm>
          <a:prstGeom prst="rect">
            <a:avLst/>
          </a:prstGeom>
        </p:spPr>
      </p:pic>
      <p:pic>
        <p:nvPicPr>
          <p:cNvPr id="23" name="Image 19" descr="preencoded.png"/>
          <p:cNvPicPr>
            <a:picLocks noChangeAspect="1"/>
          </p:cNvPicPr>
          <p:nvPr/>
        </p:nvPicPr>
        <p:blipFill>
          <a:blip r:embed="rId15"/>
          <a:srcRect/>
          <a:stretch/>
        </p:blipFill>
        <p:spPr>
          <a:xfrm>
            <a:off x="5431148" y="669504"/>
            <a:ext cx="23478" cy="30505"/>
          </a:xfrm>
          <a:prstGeom prst="rect">
            <a:avLst/>
          </a:prstGeom>
        </p:spPr>
      </p:pic>
      <p:pic>
        <p:nvPicPr>
          <p:cNvPr id="24" name="Image 20" descr="preencoded.png"/>
          <p:cNvPicPr>
            <a:picLocks noChangeAspect="1"/>
          </p:cNvPicPr>
          <p:nvPr/>
        </p:nvPicPr>
        <p:blipFill>
          <a:blip r:embed="rId16"/>
          <a:srcRect r="32"/>
          <a:stretch/>
        </p:blipFill>
        <p:spPr>
          <a:xfrm>
            <a:off x="5466197" y="669504"/>
            <a:ext cx="27812" cy="31219"/>
          </a:xfrm>
          <a:prstGeom prst="rect">
            <a:avLst/>
          </a:prstGeom>
        </p:spPr>
      </p:pic>
      <p:pic>
        <p:nvPicPr>
          <p:cNvPr id="25" name="Image 21" descr="preencoded.png"/>
          <p:cNvPicPr>
            <a:picLocks noChangeAspect="1"/>
          </p:cNvPicPr>
          <p:nvPr/>
        </p:nvPicPr>
        <p:blipFill>
          <a:blip r:embed="rId17"/>
          <a:srcRect/>
          <a:stretch/>
        </p:blipFill>
        <p:spPr>
          <a:xfrm>
            <a:off x="5502846" y="669551"/>
            <a:ext cx="18752" cy="31219"/>
          </a:xfrm>
          <a:prstGeom prst="rect">
            <a:avLst/>
          </a:prstGeom>
        </p:spPr>
      </p:pic>
      <p:pic>
        <p:nvPicPr>
          <p:cNvPr id="26" name="Image 22" descr="preencoded.png"/>
          <p:cNvPicPr>
            <a:picLocks noChangeAspect="1"/>
          </p:cNvPicPr>
          <p:nvPr/>
        </p:nvPicPr>
        <p:blipFill>
          <a:blip r:embed="rId18"/>
          <a:srcRect r="5"/>
          <a:stretch/>
        </p:blipFill>
        <p:spPr>
          <a:xfrm>
            <a:off x="5530155" y="669551"/>
            <a:ext cx="18752" cy="31219"/>
          </a:xfrm>
          <a:prstGeom prst="rect">
            <a:avLst/>
          </a:prstGeom>
        </p:spPr>
      </p:pic>
      <p:pic>
        <p:nvPicPr>
          <p:cNvPr id="27" name="Image 23" descr="preencoded.png"/>
          <p:cNvPicPr>
            <a:picLocks noChangeAspect="1"/>
          </p:cNvPicPr>
          <p:nvPr/>
        </p:nvPicPr>
        <p:blipFill>
          <a:blip r:embed="rId7"/>
          <a:srcRect r="12"/>
          <a:stretch/>
        </p:blipFill>
        <p:spPr>
          <a:xfrm>
            <a:off x="5557838" y="669526"/>
            <a:ext cx="24426" cy="31218"/>
          </a:xfrm>
          <a:prstGeom prst="rect">
            <a:avLst/>
          </a:prstGeom>
        </p:spPr>
      </p:pic>
      <p:pic>
        <p:nvPicPr>
          <p:cNvPr id="28" name="Image 24" descr="preencoded.png"/>
          <p:cNvPicPr>
            <a:picLocks noChangeAspect="1"/>
          </p:cNvPicPr>
          <p:nvPr/>
        </p:nvPicPr>
        <p:blipFill>
          <a:blip r:embed="rId15"/>
          <a:srcRect/>
          <a:stretch/>
        </p:blipFill>
        <p:spPr>
          <a:xfrm>
            <a:off x="5593575" y="669504"/>
            <a:ext cx="23478" cy="30505"/>
          </a:xfrm>
          <a:prstGeom prst="rect">
            <a:avLst/>
          </a:prstGeom>
        </p:spPr>
      </p:pic>
      <p:pic>
        <p:nvPicPr>
          <p:cNvPr id="29" name="Image 25" descr="preencoded.png"/>
          <p:cNvPicPr>
            <a:picLocks noChangeAspect="1"/>
          </p:cNvPicPr>
          <p:nvPr/>
        </p:nvPicPr>
        <p:blipFill>
          <a:blip r:embed="rId11"/>
          <a:srcRect r="16"/>
          <a:stretch/>
        </p:blipFill>
        <p:spPr>
          <a:xfrm>
            <a:off x="5628270" y="669551"/>
            <a:ext cx="18752" cy="31219"/>
          </a:xfrm>
          <a:prstGeom prst="rect">
            <a:avLst/>
          </a:prstGeom>
        </p:spPr>
      </p:pic>
      <p:pic>
        <p:nvPicPr>
          <p:cNvPr id="30" name="Image 26" descr="preencoded.png"/>
          <p:cNvPicPr>
            <a:picLocks noChangeAspect="1"/>
          </p:cNvPicPr>
          <p:nvPr/>
        </p:nvPicPr>
        <p:blipFill>
          <a:blip r:embed="rId4"/>
          <a:srcRect r="9"/>
          <a:stretch/>
        </p:blipFill>
        <p:spPr>
          <a:xfrm>
            <a:off x="5655952" y="669504"/>
            <a:ext cx="21896" cy="31219"/>
          </a:xfrm>
          <a:prstGeom prst="rect">
            <a:avLst/>
          </a:prstGeom>
        </p:spPr>
      </p:pic>
      <p:pic>
        <p:nvPicPr>
          <p:cNvPr id="31" name="Image 27" descr="preencoded.png"/>
          <p:cNvPicPr>
            <a:picLocks noChangeAspect="1"/>
          </p:cNvPicPr>
          <p:nvPr/>
        </p:nvPicPr>
        <p:blipFill>
          <a:blip r:embed="rId5"/>
          <a:srcRect r="34"/>
          <a:stretch/>
        </p:blipFill>
        <p:spPr>
          <a:xfrm>
            <a:off x="5688676" y="656173"/>
            <a:ext cx="23273" cy="43828"/>
          </a:xfrm>
          <a:prstGeom prst="rect">
            <a:avLst/>
          </a:prstGeom>
        </p:spPr>
      </p:pic>
      <p:pic>
        <p:nvPicPr>
          <p:cNvPr id="32" name="Image 28" descr="preencoded.png"/>
          <p:cNvPicPr>
            <a:picLocks noChangeAspect="1"/>
          </p:cNvPicPr>
          <p:nvPr/>
        </p:nvPicPr>
        <p:blipFill>
          <a:blip r:embed="rId19"/>
          <a:srcRect r="-4" b="3"/>
          <a:stretch/>
        </p:blipFill>
        <p:spPr>
          <a:xfrm>
            <a:off x="5723427" y="669551"/>
            <a:ext cx="23031" cy="31169"/>
          </a:xfrm>
          <a:prstGeom prst="rect">
            <a:avLst/>
          </a:prstGeom>
        </p:spPr>
      </p:pic>
      <p:pic>
        <p:nvPicPr>
          <p:cNvPr id="33" name="Image 29" descr="preencoded.png"/>
          <p:cNvPicPr>
            <a:picLocks noChangeAspect="1"/>
          </p:cNvPicPr>
          <p:nvPr/>
        </p:nvPicPr>
        <p:blipFill>
          <a:blip r:embed="rId20"/>
          <a:srcRect r="-35"/>
          <a:stretch/>
        </p:blipFill>
        <p:spPr>
          <a:xfrm>
            <a:off x="5755984" y="655487"/>
            <a:ext cx="17357" cy="44542"/>
          </a:xfrm>
          <a:prstGeom prst="rect">
            <a:avLst/>
          </a:prstGeom>
        </p:spPr>
      </p:pic>
      <p:pic>
        <p:nvPicPr>
          <p:cNvPr id="34" name="Image 30" descr="preencoded.png"/>
          <p:cNvPicPr>
            <a:picLocks noChangeAspect="1"/>
          </p:cNvPicPr>
          <p:nvPr/>
        </p:nvPicPr>
        <p:blipFill>
          <a:blip r:embed="rId21"/>
          <a:srcRect r="-18"/>
          <a:stretch/>
        </p:blipFill>
        <p:spPr>
          <a:xfrm>
            <a:off x="5780038" y="661755"/>
            <a:ext cx="17134" cy="38962"/>
          </a:xfrm>
          <a:prstGeom prst="rect">
            <a:avLst/>
          </a:prstGeom>
        </p:spPr>
      </p:pic>
      <p:pic>
        <p:nvPicPr>
          <p:cNvPr id="35" name="Image 31" descr="preencoded.png"/>
          <p:cNvPicPr>
            <a:picLocks noChangeAspect="1"/>
          </p:cNvPicPr>
          <p:nvPr/>
        </p:nvPicPr>
        <p:blipFill>
          <a:blip r:embed="rId22"/>
          <a:srcRect r="-13"/>
          <a:stretch/>
        </p:blipFill>
        <p:spPr>
          <a:xfrm>
            <a:off x="4814348" y="739184"/>
            <a:ext cx="29914" cy="42181"/>
          </a:xfrm>
          <a:prstGeom prst="rect">
            <a:avLst/>
          </a:prstGeom>
        </p:spPr>
      </p:pic>
      <p:pic>
        <p:nvPicPr>
          <p:cNvPr id="36" name="Image 32" descr="preencoded.png"/>
          <p:cNvPicPr>
            <a:picLocks noChangeAspect="1"/>
          </p:cNvPicPr>
          <p:nvPr/>
        </p:nvPicPr>
        <p:blipFill>
          <a:blip r:embed="rId16"/>
          <a:srcRect r="32"/>
          <a:stretch/>
        </p:blipFill>
        <p:spPr>
          <a:xfrm>
            <a:off x="4855443" y="750127"/>
            <a:ext cx="27812" cy="31219"/>
          </a:xfrm>
          <a:prstGeom prst="rect">
            <a:avLst/>
          </a:prstGeom>
        </p:spPr>
      </p:pic>
      <p:pic>
        <p:nvPicPr>
          <p:cNvPr id="37" name="Image 33" descr="preencoded.png"/>
          <p:cNvPicPr>
            <a:picLocks noChangeAspect="1"/>
          </p:cNvPicPr>
          <p:nvPr/>
        </p:nvPicPr>
        <p:blipFill>
          <a:blip r:embed="rId23"/>
          <a:srcRect r="-4"/>
          <a:stretch/>
        </p:blipFill>
        <p:spPr>
          <a:xfrm>
            <a:off x="4894529" y="750127"/>
            <a:ext cx="23496" cy="30506"/>
          </a:xfrm>
          <a:prstGeom prst="rect">
            <a:avLst/>
          </a:prstGeom>
        </p:spPr>
      </p:pic>
      <p:pic>
        <p:nvPicPr>
          <p:cNvPr id="38" name="Image 34" descr="preencoded.png"/>
          <p:cNvPicPr>
            <a:picLocks noChangeAspect="1"/>
          </p:cNvPicPr>
          <p:nvPr/>
        </p:nvPicPr>
        <p:blipFill>
          <a:blip r:embed="rId20"/>
          <a:srcRect r="-35"/>
          <a:stretch/>
        </p:blipFill>
        <p:spPr>
          <a:xfrm>
            <a:off x="4928313" y="736114"/>
            <a:ext cx="17357" cy="44542"/>
          </a:xfrm>
          <a:prstGeom prst="rect">
            <a:avLst/>
          </a:prstGeom>
        </p:spPr>
      </p:pic>
      <p:pic>
        <p:nvPicPr>
          <p:cNvPr id="39" name="Image 35" descr="preencoded.png"/>
          <p:cNvPicPr>
            <a:picLocks noChangeAspect="1"/>
          </p:cNvPicPr>
          <p:nvPr/>
        </p:nvPicPr>
        <p:blipFill>
          <a:blip r:embed="rId24"/>
          <a:srcRect r="12"/>
          <a:stretch/>
        </p:blipFill>
        <p:spPr>
          <a:xfrm>
            <a:off x="4953595" y="739312"/>
            <a:ext cx="24426" cy="42035"/>
          </a:xfrm>
          <a:prstGeom prst="rect">
            <a:avLst/>
          </a:prstGeom>
        </p:spPr>
      </p:pic>
      <p:pic>
        <p:nvPicPr>
          <p:cNvPr id="40" name="Image 36" descr="preencoded.png"/>
          <p:cNvPicPr>
            <a:picLocks noChangeAspect="1"/>
          </p:cNvPicPr>
          <p:nvPr/>
        </p:nvPicPr>
        <p:blipFill>
          <a:blip r:embed="rId13"/>
          <a:srcRect r="28"/>
          <a:stretch/>
        </p:blipFill>
        <p:spPr>
          <a:xfrm>
            <a:off x="4987826" y="736779"/>
            <a:ext cx="25357" cy="44542"/>
          </a:xfrm>
          <a:prstGeom prst="rect">
            <a:avLst/>
          </a:prstGeom>
        </p:spPr>
      </p:pic>
      <p:pic>
        <p:nvPicPr>
          <p:cNvPr id="41" name="Image 37" descr="preencoded.png"/>
          <p:cNvPicPr>
            <a:picLocks noChangeAspect="1"/>
          </p:cNvPicPr>
          <p:nvPr/>
        </p:nvPicPr>
        <p:blipFill>
          <a:blip r:embed="rId24"/>
          <a:srcRect r="12"/>
          <a:stretch/>
        </p:blipFill>
        <p:spPr>
          <a:xfrm>
            <a:off x="5024419" y="739312"/>
            <a:ext cx="24426" cy="42035"/>
          </a:xfrm>
          <a:prstGeom prst="rect">
            <a:avLst/>
          </a:prstGeom>
        </p:spPr>
      </p:pic>
      <p:pic>
        <p:nvPicPr>
          <p:cNvPr id="42" name="Image 38" descr="preencoded.png"/>
          <p:cNvPicPr>
            <a:picLocks noChangeAspect="1"/>
          </p:cNvPicPr>
          <p:nvPr/>
        </p:nvPicPr>
        <p:blipFill>
          <a:blip r:embed="rId25"/>
          <a:srcRect/>
          <a:stretch/>
        </p:blipFill>
        <p:spPr>
          <a:xfrm>
            <a:off x="5060193" y="750107"/>
            <a:ext cx="14064" cy="30505"/>
          </a:xfrm>
          <a:prstGeom prst="rect">
            <a:avLst/>
          </a:prstGeom>
        </p:spPr>
      </p:pic>
      <p:pic>
        <p:nvPicPr>
          <p:cNvPr id="43" name="Image 39" descr="preencoded.png"/>
          <p:cNvPicPr>
            <a:picLocks noChangeAspect="1"/>
          </p:cNvPicPr>
          <p:nvPr/>
        </p:nvPicPr>
        <p:blipFill>
          <a:blip r:embed="rId19"/>
          <a:srcRect r="-4" b="3"/>
          <a:stretch/>
        </p:blipFill>
        <p:spPr>
          <a:xfrm>
            <a:off x="5082146" y="750153"/>
            <a:ext cx="23031" cy="31169"/>
          </a:xfrm>
          <a:prstGeom prst="rect">
            <a:avLst/>
          </a:prstGeom>
        </p:spPr>
      </p:pic>
      <p:pic>
        <p:nvPicPr>
          <p:cNvPr id="44" name="Image 40" descr="preencoded.png"/>
          <p:cNvPicPr>
            <a:picLocks noChangeAspect="1"/>
          </p:cNvPicPr>
          <p:nvPr/>
        </p:nvPicPr>
        <p:blipFill>
          <a:blip r:embed="rId21"/>
          <a:srcRect r="-23"/>
          <a:stretch/>
        </p:blipFill>
        <p:spPr>
          <a:xfrm>
            <a:off x="5114758" y="742382"/>
            <a:ext cx="17134" cy="38962"/>
          </a:xfrm>
          <a:prstGeom prst="rect">
            <a:avLst/>
          </a:prstGeom>
        </p:spPr>
      </p:pic>
      <p:pic>
        <p:nvPicPr>
          <p:cNvPr id="45" name="Image 41" descr="preencoded.png"/>
          <p:cNvPicPr>
            <a:picLocks noChangeAspect="1"/>
          </p:cNvPicPr>
          <p:nvPr/>
        </p:nvPicPr>
        <p:blipFill>
          <a:blip r:embed="rId8"/>
          <a:srcRect r="243"/>
          <a:stretch/>
        </p:blipFill>
        <p:spPr>
          <a:xfrm>
            <a:off x="5142198" y="737961"/>
            <a:ext cx="3702" cy="42674"/>
          </a:xfrm>
          <a:prstGeom prst="rect">
            <a:avLst/>
          </a:prstGeom>
        </p:spPr>
      </p:pic>
      <p:pic>
        <p:nvPicPr>
          <p:cNvPr id="46" name="Image 42" descr="preencoded.png"/>
          <p:cNvPicPr>
            <a:picLocks noChangeAspect="1"/>
          </p:cNvPicPr>
          <p:nvPr/>
        </p:nvPicPr>
        <p:blipFill>
          <a:blip r:embed="rId16"/>
          <a:srcRect r="32"/>
          <a:stretch/>
        </p:blipFill>
        <p:spPr>
          <a:xfrm>
            <a:off x="5157471" y="750127"/>
            <a:ext cx="27812" cy="31219"/>
          </a:xfrm>
          <a:prstGeom prst="rect">
            <a:avLst/>
          </a:prstGeom>
        </p:spPr>
      </p:pic>
      <p:pic>
        <p:nvPicPr>
          <p:cNvPr id="47" name="Image 43" descr="preencoded.png"/>
          <p:cNvPicPr>
            <a:picLocks noChangeAspect="1"/>
          </p:cNvPicPr>
          <p:nvPr/>
        </p:nvPicPr>
        <p:blipFill>
          <a:blip r:embed="rId15"/>
          <a:srcRect/>
          <a:stretch/>
        </p:blipFill>
        <p:spPr>
          <a:xfrm>
            <a:off x="5196557" y="750127"/>
            <a:ext cx="23496" cy="30506"/>
          </a:xfrm>
          <a:prstGeom prst="rect">
            <a:avLst/>
          </a:prstGeom>
        </p:spPr>
      </p:pic>
      <p:pic>
        <p:nvPicPr>
          <p:cNvPr id="48" name="Image 44" descr="preencoded.png"/>
          <p:cNvPicPr>
            <a:picLocks noChangeAspect="1"/>
          </p:cNvPicPr>
          <p:nvPr/>
        </p:nvPicPr>
        <p:blipFill>
          <a:blip r:embed="rId11"/>
          <a:srcRect/>
          <a:stretch/>
        </p:blipFill>
        <p:spPr>
          <a:xfrm>
            <a:off x="5251475" y="750153"/>
            <a:ext cx="18752" cy="31218"/>
          </a:xfrm>
          <a:prstGeom prst="rect">
            <a:avLst/>
          </a:prstGeom>
        </p:spPr>
      </p:pic>
      <p:pic>
        <p:nvPicPr>
          <p:cNvPr id="49" name="Image 45" descr="preencoded.png"/>
          <p:cNvPicPr>
            <a:picLocks noChangeAspect="1"/>
          </p:cNvPicPr>
          <p:nvPr/>
        </p:nvPicPr>
        <p:blipFill>
          <a:blip r:embed="rId26"/>
          <a:srcRect/>
          <a:stretch/>
        </p:blipFill>
        <p:spPr>
          <a:xfrm>
            <a:off x="5281352" y="750844"/>
            <a:ext cx="23496" cy="30505"/>
          </a:xfrm>
          <a:prstGeom prst="rect">
            <a:avLst/>
          </a:prstGeom>
        </p:spPr>
      </p:pic>
      <p:pic>
        <p:nvPicPr>
          <p:cNvPr id="50" name="Image 46" descr="preencoded.png"/>
          <p:cNvPicPr>
            <a:picLocks noChangeAspect="1"/>
          </p:cNvPicPr>
          <p:nvPr/>
        </p:nvPicPr>
        <p:blipFill>
          <a:blip r:embed="rId8"/>
          <a:srcRect r="81"/>
          <a:stretch/>
        </p:blipFill>
        <p:spPr>
          <a:xfrm>
            <a:off x="5318392" y="737961"/>
            <a:ext cx="3683" cy="42674"/>
          </a:xfrm>
          <a:prstGeom prst="rect">
            <a:avLst/>
          </a:prstGeom>
        </p:spPr>
      </p:pic>
      <p:pic>
        <p:nvPicPr>
          <p:cNvPr id="51" name="Image 47" descr="preencoded.png"/>
          <p:cNvPicPr>
            <a:picLocks noChangeAspect="1"/>
          </p:cNvPicPr>
          <p:nvPr/>
        </p:nvPicPr>
        <p:blipFill>
          <a:blip r:embed="rId11"/>
          <a:srcRect r="5"/>
          <a:stretch/>
        </p:blipFill>
        <p:spPr>
          <a:xfrm>
            <a:off x="5333312" y="750153"/>
            <a:ext cx="18752" cy="31218"/>
          </a:xfrm>
          <a:prstGeom prst="rect">
            <a:avLst/>
          </a:prstGeom>
        </p:spPr>
      </p:pic>
      <p:pic>
        <p:nvPicPr>
          <p:cNvPr id="52" name="Image 48" descr="preencoded.png"/>
          <p:cNvPicPr>
            <a:picLocks noChangeAspect="1"/>
          </p:cNvPicPr>
          <p:nvPr/>
        </p:nvPicPr>
        <p:blipFill>
          <a:blip r:embed="rId11"/>
          <a:srcRect r="5"/>
          <a:stretch/>
        </p:blipFill>
        <p:spPr>
          <a:xfrm>
            <a:off x="5360622" y="750153"/>
            <a:ext cx="18752" cy="31218"/>
          </a:xfrm>
          <a:prstGeom prst="rect">
            <a:avLst/>
          </a:prstGeom>
        </p:spPr>
      </p:pic>
      <p:pic>
        <p:nvPicPr>
          <p:cNvPr id="53" name="Image 49" descr="preencoded.png"/>
          <p:cNvPicPr>
            <a:picLocks noChangeAspect="1"/>
          </p:cNvPicPr>
          <p:nvPr/>
        </p:nvPicPr>
        <p:blipFill>
          <a:blip r:embed="rId7"/>
          <a:srcRect r="12"/>
          <a:stretch/>
        </p:blipFill>
        <p:spPr>
          <a:xfrm>
            <a:off x="5388266" y="750127"/>
            <a:ext cx="24426" cy="31219"/>
          </a:xfrm>
          <a:prstGeom prst="rect">
            <a:avLst/>
          </a:prstGeom>
        </p:spPr>
      </p:pic>
      <p:pic>
        <p:nvPicPr>
          <p:cNvPr id="54" name="Image 50" descr="preencoded.png"/>
          <p:cNvPicPr>
            <a:picLocks noChangeAspect="1"/>
          </p:cNvPicPr>
          <p:nvPr/>
        </p:nvPicPr>
        <p:blipFill>
          <a:blip r:embed="rId22"/>
          <a:srcRect r="-13"/>
          <a:stretch/>
        </p:blipFill>
        <p:spPr>
          <a:xfrm>
            <a:off x="4814348" y="819786"/>
            <a:ext cx="29914" cy="42181"/>
          </a:xfrm>
          <a:prstGeom prst="rect">
            <a:avLst/>
          </a:prstGeom>
        </p:spPr>
      </p:pic>
      <p:pic>
        <p:nvPicPr>
          <p:cNvPr id="55" name="Image 51" descr="preencoded.png"/>
          <p:cNvPicPr>
            <a:picLocks noChangeAspect="1"/>
          </p:cNvPicPr>
          <p:nvPr/>
        </p:nvPicPr>
        <p:blipFill>
          <a:blip r:embed="rId16"/>
          <a:srcRect r="32"/>
          <a:stretch/>
        </p:blipFill>
        <p:spPr>
          <a:xfrm>
            <a:off x="4855443" y="830724"/>
            <a:ext cx="27812" cy="31219"/>
          </a:xfrm>
          <a:prstGeom prst="rect">
            <a:avLst/>
          </a:prstGeom>
        </p:spPr>
      </p:pic>
      <p:pic>
        <p:nvPicPr>
          <p:cNvPr id="56" name="Image 52" descr="preencoded.png"/>
          <p:cNvPicPr>
            <a:picLocks noChangeAspect="1"/>
          </p:cNvPicPr>
          <p:nvPr/>
        </p:nvPicPr>
        <p:blipFill>
          <a:blip r:embed="rId23"/>
          <a:srcRect/>
          <a:stretch/>
        </p:blipFill>
        <p:spPr>
          <a:xfrm>
            <a:off x="4894529" y="830724"/>
            <a:ext cx="23496" cy="30506"/>
          </a:xfrm>
          <a:prstGeom prst="rect">
            <a:avLst/>
          </a:prstGeom>
        </p:spPr>
      </p:pic>
      <p:pic>
        <p:nvPicPr>
          <p:cNvPr id="57" name="Image 53" descr="preencoded.png"/>
          <p:cNvPicPr>
            <a:picLocks noChangeAspect="1"/>
          </p:cNvPicPr>
          <p:nvPr/>
        </p:nvPicPr>
        <p:blipFill>
          <a:blip r:embed="rId20"/>
          <a:srcRect r="-35"/>
          <a:stretch/>
        </p:blipFill>
        <p:spPr>
          <a:xfrm>
            <a:off x="4928313" y="816712"/>
            <a:ext cx="17357" cy="44542"/>
          </a:xfrm>
          <a:prstGeom prst="rect">
            <a:avLst/>
          </a:prstGeom>
        </p:spPr>
      </p:pic>
      <p:pic>
        <p:nvPicPr>
          <p:cNvPr id="58" name="Image 54" descr="preencoded.png"/>
          <p:cNvPicPr>
            <a:picLocks noChangeAspect="1"/>
          </p:cNvPicPr>
          <p:nvPr/>
        </p:nvPicPr>
        <p:blipFill>
          <a:blip r:embed="rId7"/>
          <a:srcRect r="12"/>
          <a:stretch/>
        </p:blipFill>
        <p:spPr>
          <a:xfrm>
            <a:off x="4953595" y="830724"/>
            <a:ext cx="24426" cy="31219"/>
          </a:xfrm>
          <a:prstGeom prst="rect">
            <a:avLst/>
          </a:prstGeom>
        </p:spPr>
      </p:pic>
      <p:pic>
        <p:nvPicPr>
          <p:cNvPr id="59" name="Image 55" descr="preencoded.png"/>
          <p:cNvPicPr>
            <a:picLocks noChangeAspect="1"/>
          </p:cNvPicPr>
          <p:nvPr/>
        </p:nvPicPr>
        <p:blipFill>
          <a:blip r:embed="rId13"/>
          <a:srcRect r="28"/>
          <a:stretch/>
        </p:blipFill>
        <p:spPr>
          <a:xfrm>
            <a:off x="4987826" y="817382"/>
            <a:ext cx="25357" cy="44541"/>
          </a:xfrm>
          <a:prstGeom prst="rect">
            <a:avLst/>
          </a:prstGeom>
        </p:spPr>
      </p:pic>
      <p:pic>
        <p:nvPicPr>
          <p:cNvPr id="60" name="Image 56" descr="preencoded.png"/>
          <p:cNvPicPr>
            <a:picLocks noChangeAspect="1"/>
          </p:cNvPicPr>
          <p:nvPr/>
        </p:nvPicPr>
        <p:blipFill>
          <a:blip r:embed="rId7"/>
          <a:srcRect r="12"/>
          <a:stretch/>
        </p:blipFill>
        <p:spPr>
          <a:xfrm>
            <a:off x="5024419" y="830724"/>
            <a:ext cx="24426" cy="31219"/>
          </a:xfrm>
          <a:prstGeom prst="rect">
            <a:avLst/>
          </a:prstGeom>
        </p:spPr>
      </p:pic>
      <p:pic>
        <p:nvPicPr>
          <p:cNvPr id="61" name="Image 57" descr="preencoded.png"/>
          <p:cNvPicPr>
            <a:picLocks noChangeAspect="1"/>
          </p:cNvPicPr>
          <p:nvPr/>
        </p:nvPicPr>
        <p:blipFill>
          <a:blip r:embed="rId25"/>
          <a:srcRect/>
          <a:stretch/>
        </p:blipFill>
        <p:spPr>
          <a:xfrm>
            <a:off x="5060193" y="830756"/>
            <a:ext cx="14064" cy="30505"/>
          </a:xfrm>
          <a:prstGeom prst="rect">
            <a:avLst/>
          </a:prstGeom>
        </p:spPr>
      </p:pic>
      <p:pic>
        <p:nvPicPr>
          <p:cNvPr id="62" name="Image 58" descr="preencoded.png"/>
          <p:cNvPicPr>
            <a:picLocks noChangeAspect="1"/>
          </p:cNvPicPr>
          <p:nvPr/>
        </p:nvPicPr>
        <p:blipFill>
          <a:blip r:embed="rId19"/>
          <a:srcRect r="-4"/>
          <a:stretch/>
        </p:blipFill>
        <p:spPr>
          <a:xfrm>
            <a:off x="5082146" y="830756"/>
            <a:ext cx="23031" cy="31168"/>
          </a:xfrm>
          <a:prstGeom prst="rect">
            <a:avLst/>
          </a:prstGeom>
        </p:spPr>
      </p:pic>
      <p:pic>
        <p:nvPicPr>
          <p:cNvPr id="63" name="Image 59" descr="preencoded.png"/>
          <p:cNvPicPr>
            <a:picLocks noChangeAspect="1"/>
          </p:cNvPicPr>
          <p:nvPr/>
        </p:nvPicPr>
        <p:blipFill>
          <a:blip r:embed="rId9"/>
          <a:srcRect r="23"/>
          <a:stretch/>
        </p:blipFill>
        <p:spPr>
          <a:xfrm>
            <a:off x="5115465" y="831446"/>
            <a:ext cx="22213" cy="29793"/>
          </a:xfrm>
          <a:prstGeom prst="rect">
            <a:avLst/>
          </a:prstGeom>
        </p:spPr>
      </p:pic>
      <p:pic>
        <p:nvPicPr>
          <p:cNvPr id="64" name="Image 60" descr="preencoded.png"/>
          <p:cNvPicPr>
            <a:picLocks noChangeAspect="1"/>
          </p:cNvPicPr>
          <p:nvPr/>
        </p:nvPicPr>
        <p:blipFill>
          <a:blip r:embed="rId8"/>
          <a:srcRect r="243"/>
          <a:stretch/>
        </p:blipFill>
        <p:spPr>
          <a:xfrm>
            <a:off x="5148672" y="818564"/>
            <a:ext cx="3702" cy="42698"/>
          </a:xfrm>
          <a:prstGeom prst="rect">
            <a:avLst/>
          </a:prstGeom>
        </p:spPr>
      </p:pic>
      <p:pic>
        <p:nvPicPr>
          <p:cNvPr id="65" name="Image 61" descr="preencoded.png"/>
          <p:cNvPicPr>
            <a:picLocks noChangeAspect="1"/>
          </p:cNvPicPr>
          <p:nvPr/>
        </p:nvPicPr>
        <p:blipFill>
          <a:blip r:embed="rId16"/>
          <a:srcRect r="32"/>
          <a:stretch/>
        </p:blipFill>
        <p:spPr>
          <a:xfrm>
            <a:off x="5163945" y="830724"/>
            <a:ext cx="27812" cy="31219"/>
          </a:xfrm>
          <a:prstGeom prst="rect">
            <a:avLst/>
          </a:prstGeom>
        </p:spPr>
      </p:pic>
      <p:pic>
        <p:nvPicPr>
          <p:cNvPr id="66" name="Image 62" descr="preencoded.png"/>
          <p:cNvPicPr>
            <a:picLocks noChangeAspect="1"/>
          </p:cNvPicPr>
          <p:nvPr/>
        </p:nvPicPr>
        <p:blipFill>
          <a:blip r:embed="rId15"/>
          <a:srcRect/>
          <a:stretch/>
        </p:blipFill>
        <p:spPr>
          <a:xfrm>
            <a:off x="5203068" y="830724"/>
            <a:ext cx="23496" cy="30506"/>
          </a:xfrm>
          <a:prstGeom prst="rect">
            <a:avLst/>
          </a:prstGeom>
        </p:spPr>
      </p:pic>
      <p:pic>
        <p:nvPicPr>
          <p:cNvPr id="67" name="Image 63" descr="preencoded.png"/>
          <p:cNvPicPr>
            <a:picLocks noChangeAspect="1"/>
          </p:cNvPicPr>
          <p:nvPr/>
        </p:nvPicPr>
        <p:blipFill>
          <a:blip r:embed="rId7"/>
          <a:srcRect r="12"/>
          <a:stretch/>
        </p:blipFill>
        <p:spPr>
          <a:xfrm>
            <a:off x="5238117" y="830724"/>
            <a:ext cx="24426" cy="31219"/>
          </a:xfrm>
          <a:prstGeom prst="rect">
            <a:avLst/>
          </a:prstGeom>
        </p:spPr>
      </p:pic>
      <p:pic>
        <p:nvPicPr>
          <p:cNvPr id="68" name="Image 64" descr="preencoded.png"/>
          <p:cNvPicPr>
            <a:picLocks noChangeAspect="1"/>
          </p:cNvPicPr>
          <p:nvPr/>
        </p:nvPicPr>
        <p:blipFill>
          <a:blip r:embed="rId3"/>
          <a:srcRect r="26"/>
          <a:stretch/>
        </p:blipFill>
        <p:spPr>
          <a:xfrm>
            <a:off x="5293091" y="819745"/>
            <a:ext cx="22752" cy="42181"/>
          </a:xfrm>
          <a:prstGeom prst="rect">
            <a:avLst/>
          </a:prstGeom>
        </p:spPr>
      </p:pic>
      <p:pic>
        <p:nvPicPr>
          <p:cNvPr id="69" name="Image 65" descr="preencoded.png"/>
          <p:cNvPicPr>
            <a:picLocks noChangeAspect="1"/>
          </p:cNvPicPr>
          <p:nvPr/>
        </p:nvPicPr>
        <p:blipFill>
          <a:blip r:embed="rId27"/>
          <a:srcRect r="20"/>
          <a:stretch/>
        </p:blipFill>
        <p:spPr>
          <a:xfrm>
            <a:off x="5323991" y="831420"/>
            <a:ext cx="24892" cy="29818"/>
          </a:xfrm>
          <a:prstGeom prst="rect">
            <a:avLst/>
          </a:prstGeom>
        </p:spPr>
      </p:pic>
      <p:pic>
        <p:nvPicPr>
          <p:cNvPr id="70" name="Image 66" descr="preencoded.png"/>
          <p:cNvPicPr>
            <a:picLocks noChangeAspect="1"/>
          </p:cNvPicPr>
          <p:nvPr/>
        </p:nvPicPr>
        <p:blipFill>
          <a:blip r:embed="rId8"/>
          <a:srcRect r="243"/>
          <a:stretch/>
        </p:blipFill>
        <p:spPr>
          <a:xfrm>
            <a:off x="5358575" y="818564"/>
            <a:ext cx="3702" cy="42698"/>
          </a:xfrm>
          <a:prstGeom prst="rect">
            <a:avLst/>
          </a:prstGeom>
        </p:spPr>
      </p:pic>
      <p:pic>
        <p:nvPicPr>
          <p:cNvPr id="71" name="Image 67" descr="preencoded.png"/>
          <p:cNvPicPr>
            <a:picLocks noChangeAspect="1"/>
          </p:cNvPicPr>
          <p:nvPr/>
        </p:nvPicPr>
        <p:blipFill>
          <a:blip r:embed="rId9"/>
          <a:srcRect r="23"/>
          <a:stretch/>
        </p:blipFill>
        <p:spPr>
          <a:xfrm>
            <a:off x="5373384" y="831446"/>
            <a:ext cx="22213" cy="29793"/>
          </a:xfrm>
          <a:prstGeom prst="rect">
            <a:avLst/>
          </a:prstGeom>
        </p:spPr>
      </p:pic>
      <p:pic>
        <p:nvPicPr>
          <p:cNvPr id="72" name="Image 68" descr="preencoded.png"/>
          <p:cNvPicPr>
            <a:picLocks noChangeAspect="1"/>
          </p:cNvPicPr>
          <p:nvPr/>
        </p:nvPicPr>
        <p:blipFill>
          <a:blip r:embed="rId9"/>
          <a:srcRect r="23"/>
          <a:stretch/>
        </p:blipFill>
        <p:spPr>
          <a:xfrm>
            <a:off x="5403893" y="831446"/>
            <a:ext cx="22213" cy="29793"/>
          </a:xfrm>
          <a:prstGeom prst="rect">
            <a:avLst/>
          </a:prstGeom>
        </p:spPr>
      </p:pic>
      <p:pic>
        <p:nvPicPr>
          <p:cNvPr id="73" name="Image 69" descr="preencoded.png"/>
          <p:cNvPicPr>
            <a:picLocks noChangeAspect="1"/>
          </p:cNvPicPr>
          <p:nvPr/>
        </p:nvPicPr>
        <p:blipFill>
          <a:blip r:embed="rId7"/>
          <a:srcRect r="12"/>
          <a:stretch/>
        </p:blipFill>
        <p:spPr>
          <a:xfrm>
            <a:off x="5434887" y="830724"/>
            <a:ext cx="24426" cy="31219"/>
          </a:xfrm>
          <a:prstGeom prst="rect">
            <a:avLst/>
          </a:prstGeom>
        </p:spPr>
      </p:pic>
      <p:pic>
        <p:nvPicPr>
          <p:cNvPr id="74" name="Image 70" descr="preencoded.png"/>
          <p:cNvPicPr>
            <a:picLocks noChangeAspect="1"/>
          </p:cNvPicPr>
          <p:nvPr/>
        </p:nvPicPr>
        <p:blipFill>
          <a:blip r:embed="rId10"/>
          <a:srcRect r="50"/>
          <a:stretch/>
        </p:blipFill>
        <p:spPr>
          <a:xfrm>
            <a:off x="5470699" y="830756"/>
            <a:ext cx="14027" cy="30505"/>
          </a:xfrm>
          <a:prstGeom prst="rect">
            <a:avLst/>
          </a:prstGeom>
        </p:spPr>
      </p:pic>
      <p:pic>
        <p:nvPicPr>
          <p:cNvPr id="75" name="Image 71" descr="preencoded.png"/>
          <p:cNvPicPr>
            <a:picLocks noChangeAspect="1"/>
          </p:cNvPicPr>
          <p:nvPr/>
        </p:nvPicPr>
        <p:blipFill>
          <a:blip r:embed="rId19"/>
          <a:srcRect r="-4"/>
          <a:stretch/>
        </p:blipFill>
        <p:spPr>
          <a:xfrm>
            <a:off x="5492651" y="830756"/>
            <a:ext cx="23031" cy="31168"/>
          </a:xfrm>
          <a:prstGeom prst="rect">
            <a:avLst/>
          </a:prstGeom>
        </p:spPr>
      </p:pic>
      <p:pic>
        <p:nvPicPr>
          <p:cNvPr id="76" name="Image 72" descr="preencoded.png"/>
          <p:cNvPicPr>
            <a:picLocks noChangeAspect="1"/>
          </p:cNvPicPr>
          <p:nvPr/>
        </p:nvPicPr>
        <p:blipFill>
          <a:blip r:embed="rId22"/>
          <a:srcRect/>
          <a:stretch/>
        </p:blipFill>
        <p:spPr>
          <a:xfrm>
            <a:off x="4814348" y="900389"/>
            <a:ext cx="29914" cy="42181"/>
          </a:xfrm>
          <a:prstGeom prst="rect">
            <a:avLst/>
          </a:prstGeom>
        </p:spPr>
      </p:pic>
      <p:pic>
        <p:nvPicPr>
          <p:cNvPr id="77" name="Image 73" descr="preencoded.png"/>
          <p:cNvPicPr>
            <a:picLocks noChangeAspect="1"/>
          </p:cNvPicPr>
          <p:nvPr/>
        </p:nvPicPr>
        <p:blipFill>
          <a:blip r:embed="rId16"/>
          <a:srcRect r="32"/>
          <a:stretch/>
        </p:blipFill>
        <p:spPr>
          <a:xfrm>
            <a:off x="4855443" y="911332"/>
            <a:ext cx="27812" cy="31218"/>
          </a:xfrm>
          <a:prstGeom prst="rect">
            <a:avLst/>
          </a:prstGeom>
        </p:spPr>
      </p:pic>
      <p:pic>
        <p:nvPicPr>
          <p:cNvPr id="78" name="Image 74" descr="preencoded.png"/>
          <p:cNvPicPr>
            <a:picLocks noChangeAspect="1"/>
          </p:cNvPicPr>
          <p:nvPr/>
        </p:nvPicPr>
        <p:blipFill>
          <a:blip r:embed="rId23"/>
          <a:srcRect r="-4"/>
          <a:stretch/>
        </p:blipFill>
        <p:spPr>
          <a:xfrm>
            <a:off x="4894529" y="911332"/>
            <a:ext cx="23496" cy="30505"/>
          </a:xfrm>
          <a:prstGeom prst="rect">
            <a:avLst/>
          </a:prstGeom>
        </p:spPr>
      </p:pic>
      <p:pic>
        <p:nvPicPr>
          <p:cNvPr id="79" name="Image 75" descr="preencoded.png"/>
          <p:cNvPicPr>
            <a:picLocks noChangeAspect="1"/>
          </p:cNvPicPr>
          <p:nvPr/>
        </p:nvPicPr>
        <p:blipFill>
          <a:blip r:embed="rId20"/>
          <a:srcRect/>
          <a:stretch/>
        </p:blipFill>
        <p:spPr>
          <a:xfrm>
            <a:off x="4928313" y="897320"/>
            <a:ext cx="17357" cy="44541"/>
          </a:xfrm>
          <a:prstGeom prst="rect">
            <a:avLst/>
          </a:prstGeom>
        </p:spPr>
      </p:pic>
      <p:pic>
        <p:nvPicPr>
          <p:cNvPr id="80" name="Image 76" descr="preencoded.png"/>
          <p:cNvPicPr>
            <a:picLocks noChangeAspect="1"/>
          </p:cNvPicPr>
          <p:nvPr/>
        </p:nvPicPr>
        <p:blipFill>
          <a:blip r:embed="rId7"/>
          <a:srcRect r="12"/>
          <a:stretch/>
        </p:blipFill>
        <p:spPr>
          <a:xfrm>
            <a:off x="4953595" y="911332"/>
            <a:ext cx="24426" cy="31218"/>
          </a:xfrm>
          <a:prstGeom prst="rect">
            <a:avLst/>
          </a:prstGeom>
        </p:spPr>
      </p:pic>
      <p:pic>
        <p:nvPicPr>
          <p:cNvPr id="81" name="Image 77" descr="preencoded.png"/>
          <p:cNvPicPr>
            <a:picLocks noChangeAspect="1"/>
          </p:cNvPicPr>
          <p:nvPr/>
        </p:nvPicPr>
        <p:blipFill>
          <a:blip r:embed="rId13"/>
          <a:srcRect r="28"/>
          <a:stretch/>
        </p:blipFill>
        <p:spPr>
          <a:xfrm>
            <a:off x="4987826" y="897985"/>
            <a:ext cx="25357" cy="44541"/>
          </a:xfrm>
          <a:prstGeom prst="rect">
            <a:avLst/>
          </a:prstGeom>
        </p:spPr>
      </p:pic>
      <p:pic>
        <p:nvPicPr>
          <p:cNvPr id="82" name="Image 78" descr="preencoded.png"/>
          <p:cNvPicPr>
            <a:picLocks noChangeAspect="1"/>
          </p:cNvPicPr>
          <p:nvPr/>
        </p:nvPicPr>
        <p:blipFill>
          <a:blip r:embed="rId7"/>
          <a:srcRect r="12"/>
          <a:stretch/>
        </p:blipFill>
        <p:spPr>
          <a:xfrm>
            <a:off x="5024419" y="911332"/>
            <a:ext cx="24426" cy="31218"/>
          </a:xfrm>
          <a:prstGeom prst="rect">
            <a:avLst/>
          </a:prstGeom>
        </p:spPr>
      </p:pic>
      <p:pic>
        <p:nvPicPr>
          <p:cNvPr id="83" name="Image 79" descr="preencoded.png"/>
          <p:cNvPicPr>
            <a:picLocks noChangeAspect="1"/>
          </p:cNvPicPr>
          <p:nvPr/>
        </p:nvPicPr>
        <p:blipFill>
          <a:blip r:embed="rId25"/>
          <a:srcRect/>
          <a:stretch/>
        </p:blipFill>
        <p:spPr>
          <a:xfrm>
            <a:off x="5060193" y="911357"/>
            <a:ext cx="14064" cy="30506"/>
          </a:xfrm>
          <a:prstGeom prst="rect">
            <a:avLst/>
          </a:prstGeom>
        </p:spPr>
      </p:pic>
      <p:pic>
        <p:nvPicPr>
          <p:cNvPr id="84" name="Image 80" descr="preencoded.png"/>
          <p:cNvPicPr>
            <a:picLocks noChangeAspect="1"/>
          </p:cNvPicPr>
          <p:nvPr/>
        </p:nvPicPr>
        <p:blipFill>
          <a:blip r:embed="rId19"/>
          <a:srcRect r="-4"/>
          <a:stretch/>
        </p:blipFill>
        <p:spPr>
          <a:xfrm>
            <a:off x="5082146" y="911383"/>
            <a:ext cx="23031" cy="31168"/>
          </a:xfrm>
          <a:prstGeom prst="rect">
            <a:avLst/>
          </a:prstGeom>
        </p:spPr>
      </p:pic>
      <p:pic>
        <p:nvPicPr>
          <p:cNvPr id="85" name="Image 81" descr="preencoded.png"/>
          <p:cNvPicPr>
            <a:picLocks noChangeAspect="1"/>
          </p:cNvPicPr>
          <p:nvPr/>
        </p:nvPicPr>
        <p:blipFill>
          <a:blip r:embed="rId9"/>
          <a:srcRect r="23"/>
          <a:stretch/>
        </p:blipFill>
        <p:spPr>
          <a:xfrm>
            <a:off x="5115465" y="912069"/>
            <a:ext cx="22213" cy="29793"/>
          </a:xfrm>
          <a:prstGeom prst="rect">
            <a:avLst/>
          </a:prstGeom>
        </p:spPr>
      </p:pic>
      <p:pic>
        <p:nvPicPr>
          <p:cNvPr id="86" name="Image 82" descr="preencoded.png"/>
          <p:cNvPicPr>
            <a:picLocks noChangeAspect="1"/>
          </p:cNvPicPr>
          <p:nvPr/>
        </p:nvPicPr>
        <p:blipFill>
          <a:blip r:embed="rId8"/>
          <a:srcRect r="243"/>
          <a:stretch/>
        </p:blipFill>
        <p:spPr>
          <a:xfrm>
            <a:off x="5148672" y="899192"/>
            <a:ext cx="3702" cy="42673"/>
          </a:xfrm>
          <a:prstGeom prst="rect">
            <a:avLst/>
          </a:prstGeom>
        </p:spPr>
      </p:pic>
      <p:pic>
        <p:nvPicPr>
          <p:cNvPr id="87" name="Image 83" descr="preencoded.png"/>
          <p:cNvPicPr>
            <a:picLocks noChangeAspect="1"/>
          </p:cNvPicPr>
          <p:nvPr/>
        </p:nvPicPr>
        <p:blipFill>
          <a:blip r:embed="rId26"/>
          <a:srcRect/>
          <a:stretch/>
        </p:blipFill>
        <p:spPr>
          <a:xfrm>
            <a:off x="5166233" y="912048"/>
            <a:ext cx="23496" cy="30505"/>
          </a:xfrm>
          <a:prstGeom prst="rect">
            <a:avLst/>
          </a:prstGeom>
        </p:spPr>
      </p:pic>
      <p:pic>
        <p:nvPicPr>
          <p:cNvPr id="88" name="Image 84" descr="preencoded.png"/>
          <p:cNvPicPr>
            <a:picLocks noChangeAspect="1"/>
          </p:cNvPicPr>
          <p:nvPr/>
        </p:nvPicPr>
        <p:blipFill>
          <a:blip r:embed="rId15"/>
          <a:srcRect r="-4"/>
          <a:stretch/>
        </p:blipFill>
        <p:spPr>
          <a:xfrm>
            <a:off x="5203068" y="911332"/>
            <a:ext cx="23496" cy="30505"/>
          </a:xfrm>
          <a:prstGeom prst="rect">
            <a:avLst/>
          </a:prstGeom>
        </p:spPr>
      </p:pic>
      <p:pic>
        <p:nvPicPr>
          <p:cNvPr id="89" name="Image 85" descr="preencoded.png"/>
          <p:cNvPicPr>
            <a:picLocks noChangeAspect="1"/>
          </p:cNvPicPr>
          <p:nvPr/>
        </p:nvPicPr>
        <p:blipFill>
          <a:blip r:embed="rId11"/>
          <a:srcRect r="5"/>
          <a:stretch/>
        </p:blipFill>
        <p:spPr>
          <a:xfrm>
            <a:off x="5257949" y="911383"/>
            <a:ext cx="18752" cy="31218"/>
          </a:xfrm>
          <a:prstGeom prst="rect">
            <a:avLst/>
          </a:prstGeom>
        </p:spPr>
      </p:pic>
      <p:pic>
        <p:nvPicPr>
          <p:cNvPr id="90" name="Image 86" descr="preencoded.png"/>
          <p:cNvPicPr>
            <a:picLocks noChangeAspect="1"/>
          </p:cNvPicPr>
          <p:nvPr/>
        </p:nvPicPr>
        <p:blipFill>
          <a:blip r:embed="rId27"/>
          <a:srcRect r="20"/>
          <a:stretch/>
        </p:blipFill>
        <p:spPr>
          <a:xfrm>
            <a:off x="5283733" y="912022"/>
            <a:ext cx="24892" cy="29817"/>
          </a:xfrm>
          <a:prstGeom prst="rect">
            <a:avLst/>
          </a:prstGeom>
        </p:spPr>
      </p:pic>
      <p:pic>
        <p:nvPicPr>
          <p:cNvPr id="91" name="Image 87" descr="preencoded.png"/>
          <p:cNvPicPr>
            <a:picLocks noChangeAspect="1"/>
          </p:cNvPicPr>
          <p:nvPr/>
        </p:nvPicPr>
        <p:blipFill>
          <a:blip r:embed="rId8"/>
          <a:srcRect r="108"/>
          <a:stretch/>
        </p:blipFill>
        <p:spPr>
          <a:xfrm>
            <a:off x="5318317" y="899192"/>
            <a:ext cx="3683" cy="42673"/>
          </a:xfrm>
          <a:prstGeom prst="rect">
            <a:avLst/>
          </a:prstGeom>
        </p:spPr>
      </p:pic>
      <p:pic>
        <p:nvPicPr>
          <p:cNvPr id="92" name="Image 88" descr="preencoded.png"/>
          <p:cNvPicPr>
            <a:picLocks noChangeAspect="1"/>
          </p:cNvPicPr>
          <p:nvPr/>
        </p:nvPicPr>
        <p:blipFill>
          <a:blip r:embed="rId9"/>
          <a:srcRect r="23"/>
          <a:stretch/>
        </p:blipFill>
        <p:spPr>
          <a:xfrm>
            <a:off x="5333144" y="912069"/>
            <a:ext cx="22213" cy="29793"/>
          </a:xfrm>
          <a:prstGeom prst="rect">
            <a:avLst/>
          </a:prstGeom>
        </p:spPr>
      </p:pic>
      <p:pic>
        <p:nvPicPr>
          <p:cNvPr id="93" name="Image 89" descr="preencoded.png"/>
          <p:cNvPicPr>
            <a:picLocks noChangeAspect="1"/>
          </p:cNvPicPr>
          <p:nvPr/>
        </p:nvPicPr>
        <p:blipFill>
          <a:blip r:embed="rId10"/>
          <a:srcRect r="43"/>
          <a:stretch/>
        </p:blipFill>
        <p:spPr>
          <a:xfrm>
            <a:off x="5366128" y="911357"/>
            <a:ext cx="14027" cy="30506"/>
          </a:xfrm>
          <a:prstGeom prst="rect">
            <a:avLst/>
          </a:prstGeom>
        </p:spPr>
      </p:pic>
      <p:pic>
        <p:nvPicPr>
          <p:cNvPr id="94" name="Image 90" descr="preencoded.png"/>
          <p:cNvPicPr>
            <a:picLocks noChangeAspect="1"/>
          </p:cNvPicPr>
          <p:nvPr/>
        </p:nvPicPr>
        <p:blipFill>
          <a:blip r:embed="rId19"/>
          <a:srcRect r="-9"/>
          <a:stretch/>
        </p:blipFill>
        <p:spPr>
          <a:xfrm>
            <a:off x="5388118" y="911383"/>
            <a:ext cx="23031" cy="31168"/>
          </a:xfrm>
          <a:prstGeom prst="rect">
            <a:avLst/>
          </a:prstGeom>
        </p:spPr>
      </p:pic>
      <p:pic>
        <p:nvPicPr>
          <p:cNvPr id="95" name="Image 91" descr="preencoded.png"/>
          <p:cNvPicPr>
            <a:picLocks noChangeAspect="1"/>
          </p:cNvPicPr>
          <p:nvPr/>
        </p:nvPicPr>
        <p:blipFill>
          <a:blip r:embed="rId28"/>
          <a:srcRect r="5"/>
          <a:stretch/>
        </p:blipFill>
        <p:spPr>
          <a:xfrm>
            <a:off x="4582474" y="643890"/>
            <a:ext cx="165869" cy="183697"/>
          </a:xfrm>
          <a:prstGeom prst="rect">
            <a:avLst/>
          </a:prstGeom>
        </p:spPr>
      </p:pic>
      <p:sp>
        <p:nvSpPr>
          <p:cNvPr id="96" name="Shape 2"/>
          <p:cNvSpPr/>
          <p:nvPr/>
        </p:nvSpPr>
        <p:spPr>
          <a:xfrm>
            <a:off x="6210300" y="476250"/>
            <a:ext cx="952500" cy="476250"/>
          </a:xfrm>
          <a:prstGeom prst="rect">
            <a:avLst/>
          </a:prstGeom>
          <a:noFill/>
          <a:ln/>
        </p:spPr>
        <p:txBody>
          <a:bodyPr/>
          <a:lstStyle/>
          <a:p>
            <a:endParaRPr lang="en-IT"/>
          </a:p>
        </p:txBody>
      </p:sp>
      <p:pic>
        <p:nvPicPr>
          <p:cNvPr id="97" name="Image 92" descr="preencoded.png"/>
          <p:cNvPicPr>
            <a:picLocks noChangeAspect="1"/>
          </p:cNvPicPr>
          <p:nvPr/>
        </p:nvPicPr>
        <p:blipFill>
          <a:blip r:embed="rId29"/>
          <a:srcRect r="2"/>
          <a:stretch/>
        </p:blipFill>
        <p:spPr>
          <a:xfrm>
            <a:off x="6738082" y="651111"/>
            <a:ext cx="49895" cy="56052"/>
          </a:xfrm>
          <a:prstGeom prst="rect">
            <a:avLst/>
          </a:prstGeom>
        </p:spPr>
      </p:pic>
      <p:pic>
        <p:nvPicPr>
          <p:cNvPr id="98" name="Image 93" descr="preencoded.png"/>
          <p:cNvPicPr>
            <a:picLocks noChangeAspect="1"/>
          </p:cNvPicPr>
          <p:nvPr/>
        </p:nvPicPr>
        <p:blipFill>
          <a:blip r:embed="rId30"/>
          <a:srcRect/>
          <a:stretch/>
        </p:blipFill>
        <p:spPr>
          <a:xfrm>
            <a:off x="6796943" y="651034"/>
            <a:ext cx="58843" cy="56145"/>
          </a:xfrm>
          <a:prstGeom prst="rect">
            <a:avLst/>
          </a:prstGeom>
        </p:spPr>
      </p:pic>
      <p:pic>
        <p:nvPicPr>
          <p:cNvPr id="99" name="Image 94" descr="preencoded.png"/>
          <p:cNvPicPr>
            <a:picLocks noChangeAspect="1"/>
          </p:cNvPicPr>
          <p:nvPr/>
        </p:nvPicPr>
        <p:blipFill>
          <a:blip r:embed="rId31"/>
          <a:srcRect r="16"/>
          <a:stretch/>
        </p:blipFill>
        <p:spPr>
          <a:xfrm>
            <a:off x="6865441" y="651817"/>
            <a:ext cx="37430" cy="54710"/>
          </a:xfrm>
          <a:prstGeom prst="rect">
            <a:avLst/>
          </a:prstGeom>
        </p:spPr>
      </p:pic>
      <p:pic>
        <p:nvPicPr>
          <p:cNvPr id="100" name="Image 95" descr="preencoded.png"/>
          <p:cNvPicPr>
            <a:picLocks noChangeAspect="1"/>
          </p:cNvPicPr>
          <p:nvPr/>
        </p:nvPicPr>
        <p:blipFill>
          <a:blip r:embed="rId32"/>
          <a:srcRect/>
          <a:stretch/>
        </p:blipFill>
        <p:spPr>
          <a:xfrm>
            <a:off x="6910685" y="651817"/>
            <a:ext cx="7851" cy="54710"/>
          </a:xfrm>
          <a:prstGeom prst="rect">
            <a:avLst/>
          </a:prstGeom>
        </p:spPr>
      </p:pic>
      <p:pic>
        <p:nvPicPr>
          <p:cNvPr id="101" name="Image 96" descr="preencoded.png"/>
          <p:cNvPicPr>
            <a:picLocks noChangeAspect="1"/>
          </p:cNvPicPr>
          <p:nvPr/>
        </p:nvPicPr>
        <p:blipFill>
          <a:blip r:embed="rId33"/>
          <a:srcRect/>
          <a:stretch/>
        </p:blipFill>
        <p:spPr>
          <a:xfrm>
            <a:off x="6930647" y="651817"/>
            <a:ext cx="31756" cy="54673"/>
          </a:xfrm>
          <a:prstGeom prst="rect">
            <a:avLst/>
          </a:prstGeom>
        </p:spPr>
      </p:pic>
      <p:pic>
        <p:nvPicPr>
          <p:cNvPr id="102" name="Image 97" descr="preencoded.png"/>
          <p:cNvPicPr>
            <a:picLocks noChangeAspect="1"/>
          </p:cNvPicPr>
          <p:nvPr/>
        </p:nvPicPr>
        <p:blipFill>
          <a:blip r:embed="rId34"/>
          <a:srcRect/>
          <a:stretch/>
        </p:blipFill>
        <p:spPr>
          <a:xfrm>
            <a:off x="6970979" y="651817"/>
            <a:ext cx="42193" cy="54710"/>
          </a:xfrm>
          <a:prstGeom prst="rect">
            <a:avLst/>
          </a:prstGeom>
        </p:spPr>
      </p:pic>
      <p:pic>
        <p:nvPicPr>
          <p:cNvPr id="103" name="Image 98" descr="preencoded.png"/>
          <p:cNvPicPr>
            <a:picLocks noChangeAspect="1"/>
          </p:cNvPicPr>
          <p:nvPr/>
        </p:nvPicPr>
        <p:blipFill>
          <a:blip r:embed="rId35"/>
          <a:srcRect/>
          <a:stretch/>
        </p:blipFill>
        <p:spPr>
          <a:xfrm>
            <a:off x="7019441" y="651817"/>
            <a:ext cx="50676" cy="54710"/>
          </a:xfrm>
          <a:prstGeom prst="rect">
            <a:avLst/>
          </a:prstGeom>
        </p:spPr>
      </p:pic>
      <p:pic>
        <p:nvPicPr>
          <p:cNvPr id="104" name="Image 99" descr="preencoded.png"/>
          <p:cNvPicPr>
            <a:picLocks noChangeAspect="1"/>
          </p:cNvPicPr>
          <p:nvPr/>
        </p:nvPicPr>
        <p:blipFill>
          <a:blip r:embed="rId30"/>
          <a:srcRect/>
          <a:stretch/>
        </p:blipFill>
        <p:spPr>
          <a:xfrm>
            <a:off x="7079363" y="651034"/>
            <a:ext cx="58843" cy="56145"/>
          </a:xfrm>
          <a:prstGeom prst="rect">
            <a:avLst/>
          </a:prstGeom>
        </p:spPr>
      </p:pic>
      <p:pic>
        <p:nvPicPr>
          <p:cNvPr id="105" name="Image 100" descr="preencoded.png"/>
          <p:cNvPicPr>
            <a:picLocks noChangeAspect="1"/>
          </p:cNvPicPr>
          <p:nvPr/>
        </p:nvPicPr>
        <p:blipFill>
          <a:blip r:embed="rId36"/>
          <a:srcRect r="2"/>
          <a:stretch/>
        </p:blipFill>
        <p:spPr>
          <a:xfrm>
            <a:off x="6740072" y="737606"/>
            <a:ext cx="50304" cy="54674"/>
          </a:xfrm>
          <a:prstGeom prst="rect">
            <a:avLst/>
          </a:prstGeom>
        </p:spPr>
      </p:pic>
      <p:pic>
        <p:nvPicPr>
          <p:cNvPr id="106" name="Image 101" descr="preencoded.png"/>
          <p:cNvPicPr>
            <a:picLocks noChangeAspect="1"/>
          </p:cNvPicPr>
          <p:nvPr/>
        </p:nvPicPr>
        <p:blipFill>
          <a:blip r:embed="rId33"/>
          <a:srcRect/>
          <a:stretch/>
        </p:blipFill>
        <p:spPr>
          <a:xfrm>
            <a:off x="6800199" y="737606"/>
            <a:ext cx="31756" cy="54674"/>
          </a:xfrm>
          <a:prstGeom prst="rect">
            <a:avLst/>
          </a:prstGeom>
        </p:spPr>
      </p:pic>
      <p:pic>
        <p:nvPicPr>
          <p:cNvPr id="107" name="Image 102" descr="preencoded.png"/>
          <p:cNvPicPr>
            <a:picLocks noChangeAspect="1"/>
          </p:cNvPicPr>
          <p:nvPr/>
        </p:nvPicPr>
        <p:blipFill>
          <a:blip r:embed="rId33"/>
          <a:srcRect/>
          <a:stretch/>
        </p:blipFill>
        <p:spPr>
          <a:xfrm>
            <a:off x="6862576" y="737606"/>
            <a:ext cx="31756" cy="54674"/>
          </a:xfrm>
          <a:prstGeom prst="rect">
            <a:avLst/>
          </a:prstGeom>
        </p:spPr>
      </p:pic>
      <p:pic>
        <p:nvPicPr>
          <p:cNvPr id="108" name="Image 103" descr="preencoded.png"/>
          <p:cNvPicPr>
            <a:picLocks noChangeAspect="1"/>
          </p:cNvPicPr>
          <p:nvPr/>
        </p:nvPicPr>
        <p:blipFill>
          <a:blip r:embed="rId37"/>
          <a:srcRect r="-6"/>
          <a:stretch/>
        </p:blipFill>
        <p:spPr>
          <a:xfrm>
            <a:off x="6899932" y="736897"/>
            <a:ext cx="30882" cy="56052"/>
          </a:xfrm>
          <a:prstGeom prst="rect">
            <a:avLst/>
          </a:prstGeom>
        </p:spPr>
      </p:pic>
      <p:pic>
        <p:nvPicPr>
          <p:cNvPr id="109" name="Image 104" descr="preencoded.png"/>
          <p:cNvPicPr>
            <a:picLocks noChangeAspect="1"/>
          </p:cNvPicPr>
          <p:nvPr/>
        </p:nvPicPr>
        <p:blipFill>
          <a:blip r:embed="rId38"/>
          <a:srcRect r="6"/>
          <a:stretch/>
        </p:blipFill>
        <p:spPr>
          <a:xfrm>
            <a:off x="6939000" y="737532"/>
            <a:ext cx="34491" cy="54785"/>
          </a:xfrm>
          <a:prstGeom prst="rect">
            <a:avLst/>
          </a:prstGeom>
        </p:spPr>
      </p:pic>
      <p:pic>
        <p:nvPicPr>
          <p:cNvPr id="110" name="Image 105" descr="preencoded.png"/>
          <p:cNvPicPr>
            <a:picLocks noChangeAspect="1"/>
          </p:cNvPicPr>
          <p:nvPr/>
        </p:nvPicPr>
        <p:blipFill>
          <a:blip r:embed="rId39"/>
          <a:srcRect r="15" b="2"/>
          <a:stretch/>
        </p:blipFill>
        <p:spPr>
          <a:xfrm>
            <a:off x="6968840" y="737288"/>
            <a:ext cx="53522" cy="55027"/>
          </a:xfrm>
          <a:prstGeom prst="rect">
            <a:avLst/>
          </a:prstGeom>
        </p:spPr>
      </p:pic>
      <p:pic>
        <p:nvPicPr>
          <p:cNvPr id="111" name="Image 106" descr="preencoded.png"/>
          <p:cNvPicPr>
            <a:picLocks noChangeAspect="1"/>
          </p:cNvPicPr>
          <p:nvPr/>
        </p:nvPicPr>
        <p:blipFill>
          <a:blip r:embed="rId40"/>
          <a:srcRect/>
          <a:stretch/>
        </p:blipFill>
        <p:spPr>
          <a:xfrm>
            <a:off x="7028576" y="722720"/>
            <a:ext cx="50676" cy="69594"/>
          </a:xfrm>
          <a:prstGeom prst="rect">
            <a:avLst/>
          </a:prstGeom>
        </p:spPr>
      </p:pic>
      <p:pic>
        <p:nvPicPr>
          <p:cNvPr id="112" name="Image 107" descr="preencoded.png"/>
          <p:cNvPicPr>
            <a:picLocks noChangeAspect="1"/>
          </p:cNvPicPr>
          <p:nvPr/>
        </p:nvPicPr>
        <p:blipFill>
          <a:blip r:embed="rId39"/>
          <a:srcRect r="15" b="2"/>
          <a:stretch/>
        </p:blipFill>
        <p:spPr>
          <a:xfrm>
            <a:off x="7084926" y="737288"/>
            <a:ext cx="53522" cy="55027"/>
          </a:xfrm>
          <a:prstGeom prst="rect">
            <a:avLst/>
          </a:prstGeom>
        </p:spPr>
      </p:pic>
      <p:pic>
        <p:nvPicPr>
          <p:cNvPr id="113" name="Image 108" descr="preencoded.png"/>
          <p:cNvPicPr>
            <a:picLocks noChangeAspect="1"/>
          </p:cNvPicPr>
          <p:nvPr/>
        </p:nvPicPr>
        <p:blipFill>
          <a:blip r:embed="rId41"/>
          <a:srcRect/>
          <a:stretch/>
        </p:blipFill>
        <p:spPr>
          <a:xfrm>
            <a:off x="6580901" y="631791"/>
            <a:ext cx="49783" cy="14802"/>
          </a:xfrm>
          <a:prstGeom prst="rect">
            <a:avLst/>
          </a:prstGeom>
        </p:spPr>
      </p:pic>
      <p:pic>
        <p:nvPicPr>
          <p:cNvPr id="114" name="Image 109" descr="preencoded.png"/>
          <p:cNvPicPr>
            <a:picLocks noChangeAspect="1"/>
          </p:cNvPicPr>
          <p:nvPr/>
        </p:nvPicPr>
        <p:blipFill>
          <a:blip r:embed="rId42"/>
          <a:srcRect/>
          <a:stretch/>
        </p:blipFill>
        <p:spPr>
          <a:xfrm>
            <a:off x="6602016" y="626132"/>
            <a:ext cx="7516" cy="10705"/>
          </a:xfrm>
          <a:prstGeom prst="rect">
            <a:avLst/>
          </a:prstGeom>
        </p:spPr>
      </p:pic>
      <p:pic>
        <p:nvPicPr>
          <p:cNvPr id="115" name="Image 110" descr="preencoded.png"/>
          <p:cNvPicPr>
            <a:picLocks noChangeAspect="1"/>
          </p:cNvPicPr>
          <p:nvPr/>
        </p:nvPicPr>
        <p:blipFill>
          <a:blip r:embed="rId43"/>
          <a:srcRect/>
          <a:stretch/>
        </p:blipFill>
        <p:spPr>
          <a:xfrm>
            <a:off x="6603783" y="626527"/>
            <a:ext cx="4111" cy="9941"/>
          </a:xfrm>
          <a:prstGeom prst="rect">
            <a:avLst/>
          </a:prstGeom>
        </p:spPr>
      </p:pic>
      <p:pic>
        <p:nvPicPr>
          <p:cNvPr id="116" name="Image 111" descr="preencoded.png"/>
          <p:cNvPicPr>
            <a:picLocks noChangeAspect="1"/>
          </p:cNvPicPr>
          <p:nvPr/>
        </p:nvPicPr>
        <p:blipFill>
          <a:blip r:embed="rId44"/>
          <a:srcRect/>
          <a:stretch/>
        </p:blipFill>
        <p:spPr>
          <a:xfrm>
            <a:off x="6587654" y="645476"/>
            <a:ext cx="37021" cy="7724"/>
          </a:xfrm>
          <a:prstGeom prst="rect">
            <a:avLst/>
          </a:prstGeom>
        </p:spPr>
      </p:pic>
      <p:pic>
        <p:nvPicPr>
          <p:cNvPr id="117" name="Image 112" descr="preencoded.png"/>
          <p:cNvPicPr>
            <a:picLocks noChangeAspect="1"/>
          </p:cNvPicPr>
          <p:nvPr/>
        </p:nvPicPr>
        <p:blipFill>
          <a:blip r:embed="rId45"/>
          <a:srcRect/>
          <a:stretch/>
        </p:blipFill>
        <p:spPr>
          <a:xfrm>
            <a:off x="6588956" y="649918"/>
            <a:ext cx="33672" cy="7612"/>
          </a:xfrm>
          <a:prstGeom prst="rect">
            <a:avLst/>
          </a:prstGeom>
        </p:spPr>
      </p:pic>
      <p:pic>
        <p:nvPicPr>
          <p:cNvPr id="118" name="Image 113" descr="preencoded.png"/>
          <p:cNvPicPr>
            <a:picLocks noChangeAspect="1"/>
          </p:cNvPicPr>
          <p:nvPr/>
        </p:nvPicPr>
        <p:blipFill>
          <a:blip r:embed="rId46"/>
          <a:srcRect/>
          <a:stretch/>
        </p:blipFill>
        <p:spPr>
          <a:xfrm>
            <a:off x="6619838" y="630492"/>
            <a:ext cx="10530" cy="10369"/>
          </a:xfrm>
          <a:prstGeom prst="rect">
            <a:avLst/>
          </a:prstGeom>
        </p:spPr>
      </p:pic>
      <p:pic>
        <p:nvPicPr>
          <p:cNvPr id="119" name="Image 114" descr="preencoded.png"/>
          <p:cNvPicPr>
            <a:picLocks noChangeAspect="1"/>
          </p:cNvPicPr>
          <p:nvPr/>
        </p:nvPicPr>
        <p:blipFill>
          <a:blip r:embed="rId47"/>
          <a:srcRect/>
          <a:stretch/>
        </p:blipFill>
        <p:spPr>
          <a:xfrm>
            <a:off x="6608192" y="628012"/>
            <a:ext cx="10753" cy="8025"/>
          </a:xfrm>
          <a:prstGeom prst="rect">
            <a:avLst/>
          </a:prstGeom>
        </p:spPr>
      </p:pic>
      <p:pic>
        <p:nvPicPr>
          <p:cNvPr id="120" name="Image 115" descr="preencoded.png"/>
          <p:cNvPicPr>
            <a:picLocks noChangeAspect="1"/>
          </p:cNvPicPr>
          <p:nvPr/>
        </p:nvPicPr>
        <p:blipFill>
          <a:blip r:embed="rId48"/>
          <a:srcRect/>
          <a:stretch/>
        </p:blipFill>
        <p:spPr>
          <a:xfrm>
            <a:off x="6587542" y="641150"/>
            <a:ext cx="36965" cy="7023"/>
          </a:xfrm>
          <a:prstGeom prst="rect">
            <a:avLst/>
          </a:prstGeom>
        </p:spPr>
      </p:pic>
      <p:pic>
        <p:nvPicPr>
          <p:cNvPr id="121" name="Image 116" descr="preencoded.png"/>
          <p:cNvPicPr>
            <a:picLocks noChangeAspect="1"/>
          </p:cNvPicPr>
          <p:nvPr/>
        </p:nvPicPr>
        <p:blipFill>
          <a:blip r:embed="rId49"/>
          <a:srcRect/>
          <a:stretch/>
        </p:blipFill>
        <p:spPr>
          <a:xfrm>
            <a:off x="6589495" y="631942"/>
            <a:ext cx="3274" cy="3287"/>
          </a:xfrm>
          <a:prstGeom prst="rect">
            <a:avLst/>
          </a:prstGeom>
        </p:spPr>
      </p:pic>
      <p:pic>
        <p:nvPicPr>
          <p:cNvPr id="122" name="Image 117" descr="preencoded.png"/>
          <p:cNvPicPr>
            <a:picLocks noChangeAspect="1"/>
          </p:cNvPicPr>
          <p:nvPr/>
        </p:nvPicPr>
        <p:blipFill>
          <a:blip r:embed="rId49"/>
          <a:srcRect/>
          <a:stretch/>
        </p:blipFill>
        <p:spPr>
          <a:xfrm>
            <a:off x="6590054" y="628330"/>
            <a:ext cx="3274" cy="3287"/>
          </a:xfrm>
          <a:prstGeom prst="rect">
            <a:avLst/>
          </a:prstGeom>
        </p:spPr>
      </p:pic>
      <p:pic>
        <p:nvPicPr>
          <p:cNvPr id="123" name="Image 118" descr="preencoded.png"/>
          <p:cNvPicPr>
            <a:picLocks noChangeAspect="1"/>
          </p:cNvPicPr>
          <p:nvPr/>
        </p:nvPicPr>
        <p:blipFill>
          <a:blip r:embed="rId49"/>
          <a:srcRect/>
          <a:stretch/>
        </p:blipFill>
        <p:spPr>
          <a:xfrm>
            <a:off x="6592658" y="626058"/>
            <a:ext cx="3274" cy="3287"/>
          </a:xfrm>
          <a:prstGeom prst="rect">
            <a:avLst/>
          </a:prstGeom>
        </p:spPr>
      </p:pic>
      <p:pic>
        <p:nvPicPr>
          <p:cNvPr id="124" name="Image 119" descr="preencoded.png"/>
          <p:cNvPicPr>
            <a:picLocks noChangeAspect="1"/>
          </p:cNvPicPr>
          <p:nvPr/>
        </p:nvPicPr>
        <p:blipFill>
          <a:blip r:embed="rId49"/>
          <a:srcRect/>
          <a:stretch/>
        </p:blipFill>
        <p:spPr>
          <a:xfrm>
            <a:off x="6595895" y="624966"/>
            <a:ext cx="3274" cy="3287"/>
          </a:xfrm>
          <a:prstGeom prst="rect">
            <a:avLst/>
          </a:prstGeom>
        </p:spPr>
      </p:pic>
      <p:pic>
        <p:nvPicPr>
          <p:cNvPr id="125" name="Image 120" descr="preencoded.png"/>
          <p:cNvPicPr>
            <a:picLocks noChangeAspect="1"/>
          </p:cNvPicPr>
          <p:nvPr/>
        </p:nvPicPr>
        <p:blipFill>
          <a:blip r:embed="rId49"/>
          <a:srcRect/>
          <a:stretch/>
        </p:blipFill>
        <p:spPr>
          <a:xfrm>
            <a:off x="6599206" y="625086"/>
            <a:ext cx="3274" cy="3287"/>
          </a:xfrm>
          <a:prstGeom prst="rect">
            <a:avLst/>
          </a:prstGeom>
        </p:spPr>
      </p:pic>
      <p:pic>
        <p:nvPicPr>
          <p:cNvPr id="126" name="Image 121" descr="preencoded.png"/>
          <p:cNvPicPr>
            <a:picLocks noChangeAspect="1"/>
          </p:cNvPicPr>
          <p:nvPr/>
        </p:nvPicPr>
        <p:blipFill>
          <a:blip r:embed="rId50"/>
          <a:srcRect/>
          <a:stretch/>
        </p:blipFill>
        <p:spPr>
          <a:xfrm>
            <a:off x="6580808" y="630492"/>
            <a:ext cx="10530" cy="10369"/>
          </a:xfrm>
          <a:prstGeom prst="rect">
            <a:avLst/>
          </a:prstGeom>
        </p:spPr>
      </p:pic>
      <p:pic>
        <p:nvPicPr>
          <p:cNvPr id="127" name="Image 122" descr="preencoded.png"/>
          <p:cNvPicPr>
            <a:picLocks noChangeAspect="1"/>
          </p:cNvPicPr>
          <p:nvPr/>
        </p:nvPicPr>
        <p:blipFill>
          <a:blip r:embed="rId51"/>
          <a:srcRect/>
          <a:stretch/>
        </p:blipFill>
        <p:spPr>
          <a:xfrm>
            <a:off x="6592286" y="628004"/>
            <a:ext cx="10734" cy="7950"/>
          </a:xfrm>
          <a:prstGeom prst="rect">
            <a:avLst/>
          </a:prstGeom>
        </p:spPr>
      </p:pic>
      <p:pic>
        <p:nvPicPr>
          <p:cNvPr id="128" name="Image 123" descr="preencoded.png"/>
          <p:cNvPicPr>
            <a:picLocks noChangeAspect="1"/>
          </p:cNvPicPr>
          <p:nvPr/>
        </p:nvPicPr>
        <p:blipFill>
          <a:blip r:embed="rId49"/>
          <a:srcRect/>
          <a:stretch/>
        </p:blipFill>
        <p:spPr>
          <a:xfrm>
            <a:off x="6578352" y="635841"/>
            <a:ext cx="3274" cy="3286"/>
          </a:xfrm>
          <a:prstGeom prst="rect">
            <a:avLst/>
          </a:prstGeom>
        </p:spPr>
      </p:pic>
      <p:pic>
        <p:nvPicPr>
          <p:cNvPr id="129" name="Image 124" descr="preencoded.png"/>
          <p:cNvPicPr>
            <a:picLocks noChangeAspect="1"/>
          </p:cNvPicPr>
          <p:nvPr/>
        </p:nvPicPr>
        <p:blipFill>
          <a:blip r:embed="rId49"/>
          <a:srcRect/>
          <a:stretch/>
        </p:blipFill>
        <p:spPr>
          <a:xfrm>
            <a:off x="6578743" y="632020"/>
            <a:ext cx="3274" cy="3287"/>
          </a:xfrm>
          <a:prstGeom prst="rect">
            <a:avLst/>
          </a:prstGeom>
        </p:spPr>
      </p:pic>
      <p:pic>
        <p:nvPicPr>
          <p:cNvPr id="130" name="Image 125" descr="preencoded.png"/>
          <p:cNvPicPr>
            <a:picLocks noChangeAspect="1"/>
          </p:cNvPicPr>
          <p:nvPr/>
        </p:nvPicPr>
        <p:blipFill>
          <a:blip r:embed="rId49"/>
          <a:srcRect/>
          <a:stretch/>
        </p:blipFill>
        <p:spPr>
          <a:xfrm>
            <a:off x="6581068" y="629117"/>
            <a:ext cx="3274" cy="3287"/>
          </a:xfrm>
          <a:prstGeom prst="rect">
            <a:avLst/>
          </a:prstGeom>
        </p:spPr>
      </p:pic>
      <p:pic>
        <p:nvPicPr>
          <p:cNvPr id="131" name="Image 126" descr="preencoded.png"/>
          <p:cNvPicPr>
            <a:picLocks noChangeAspect="1"/>
          </p:cNvPicPr>
          <p:nvPr/>
        </p:nvPicPr>
        <p:blipFill>
          <a:blip r:embed="rId49"/>
          <a:srcRect/>
          <a:stretch/>
        </p:blipFill>
        <p:spPr>
          <a:xfrm>
            <a:off x="6584193" y="627551"/>
            <a:ext cx="3274" cy="3287"/>
          </a:xfrm>
          <a:prstGeom prst="rect">
            <a:avLst/>
          </a:prstGeom>
        </p:spPr>
      </p:pic>
      <p:pic>
        <p:nvPicPr>
          <p:cNvPr id="132" name="Image 127" descr="preencoded.png"/>
          <p:cNvPicPr>
            <a:picLocks noChangeAspect="1"/>
          </p:cNvPicPr>
          <p:nvPr/>
        </p:nvPicPr>
        <p:blipFill>
          <a:blip r:embed="rId49"/>
          <a:srcRect/>
          <a:stretch/>
        </p:blipFill>
        <p:spPr>
          <a:xfrm>
            <a:off x="6587468" y="627682"/>
            <a:ext cx="3274" cy="3287"/>
          </a:xfrm>
          <a:prstGeom prst="rect">
            <a:avLst/>
          </a:prstGeom>
        </p:spPr>
      </p:pic>
      <p:pic>
        <p:nvPicPr>
          <p:cNvPr id="133" name="Image 128" descr="preencoded.png"/>
          <p:cNvPicPr>
            <a:picLocks noChangeAspect="1"/>
          </p:cNvPicPr>
          <p:nvPr/>
        </p:nvPicPr>
        <p:blipFill>
          <a:blip r:embed="rId52"/>
          <a:srcRect/>
          <a:stretch/>
        </p:blipFill>
        <p:spPr>
          <a:xfrm>
            <a:off x="6582984" y="638856"/>
            <a:ext cx="45634" cy="8704"/>
          </a:xfrm>
          <a:prstGeom prst="rect">
            <a:avLst/>
          </a:prstGeom>
        </p:spPr>
      </p:pic>
      <p:pic>
        <p:nvPicPr>
          <p:cNvPr id="134" name="Image 129" descr="preencoded.png"/>
          <p:cNvPicPr>
            <a:picLocks noChangeAspect="1"/>
          </p:cNvPicPr>
          <p:nvPr/>
        </p:nvPicPr>
        <p:blipFill>
          <a:blip r:embed="rId53"/>
          <a:srcRect/>
          <a:stretch/>
        </p:blipFill>
        <p:spPr>
          <a:xfrm>
            <a:off x="6586891" y="644185"/>
            <a:ext cx="37914" cy="4784"/>
          </a:xfrm>
          <a:prstGeom prst="rect">
            <a:avLst/>
          </a:prstGeom>
        </p:spPr>
      </p:pic>
      <p:pic>
        <p:nvPicPr>
          <p:cNvPr id="135" name="Image 130" descr="preencoded.png"/>
          <p:cNvPicPr>
            <a:picLocks noChangeAspect="1"/>
          </p:cNvPicPr>
          <p:nvPr/>
        </p:nvPicPr>
        <p:blipFill>
          <a:blip r:embed="rId49"/>
          <a:srcRect/>
          <a:stretch/>
        </p:blipFill>
        <p:spPr>
          <a:xfrm>
            <a:off x="6598537" y="647050"/>
            <a:ext cx="3200" cy="3213"/>
          </a:xfrm>
          <a:prstGeom prst="rect">
            <a:avLst/>
          </a:prstGeom>
        </p:spPr>
      </p:pic>
      <p:pic>
        <p:nvPicPr>
          <p:cNvPr id="136" name="Image 131" descr="preencoded.png"/>
          <p:cNvPicPr>
            <a:picLocks noChangeAspect="1"/>
          </p:cNvPicPr>
          <p:nvPr/>
        </p:nvPicPr>
        <p:blipFill>
          <a:blip r:embed="rId54"/>
          <a:srcRect/>
          <a:stretch/>
        </p:blipFill>
        <p:spPr>
          <a:xfrm>
            <a:off x="6602295" y="646995"/>
            <a:ext cx="7181" cy="2695"/>
          </a:xfrm>
          <a:prstGeom prst="rect">
            <a:avLst/>
          </a:prstGeom>
        </p:spPr>
      </p:pic>
      <p:pic>
        <p:nvPicPr>
          <p:cNvPr id="137" name="Image 132" descr="preencoded.png"/>
          <p:cNvPicPr>
            <a:picLocks noChangeAspect="1"/>
          </p:cNvPicPr>
          <p:nvPr/>
        </p:nvPicPr>
        <p:blipFill>
          <a:blip r:embed="rId55"/>
          <a:srcRect/>
          <a:stretch/>
        </p:blipFill>
        <p:spPr>
          <a:xfrm>
            <a:off x="6591672" y="647541"/>
            <a:ext cx="5916" cy="3208"/>
          </a:xfrm>
          <a:prstGeom prst="rect">
            <a:avLst/>
          </a:prstGeom>
        </p:spPr>
      </p:pic>
      <p:pic>
        <p:nvPicPr>
          <p:cNvPr id="138" name="Image 133" descr="preencoded.png"/>
          <p:cNvPicPr>
            <a:picLocks noChangeAspect="1"/>
          </p:cNvPicPr>
          <p:nvPr/>
        </p:nvPicPr>
        <p:blipFill>
          <a:blip r:embed="rId56"/>
          <a:srcRect/>
          <a:stretch/>
        </p:blipFill>
        <p:spPr>
          <a:xfrm>
            <a:off x="6587728" y="649267"/>
            <a:ext cx="4130" cy="3021"/>
          </a:xfrm>
          <a:prstGeom prst="rect">
            <a:avLst/>
          </a:prstGeom>
        </p:spPr>
      </p:pic>
      <p:pic>
        <p:nvPicPr>
          <p:cNvPr id="139" name="Image 134" descr="preencoded.png"/>
          <p:cNvPicPr>
            <a:picLocks noChangeAspect="1"/>
          </p:cNvPicPr>
          <p:nvPr/>
        </p:nvPicPr>
        <p:blipFill>
          <a:blip r:embed="rId49"/>
          <a:srcRect/>
          <a:stretch/>
        </p:blipFill>
        <p:spPr>
          <a:xfrm>
            <a:off x="6609885" y="647050"/>
            <a:ext cx="3200" cy="3213"/>
          </a:xfrm>
          <a:prstGeom prst="rect">
            <a:avLst/>
          </a:prstGeom>
        </p:spPr>
      </p:pic>
      <p:pic>
        <p:nvPicPr>
          <p:cNvPr id="140" name="Image 135" descr="preencoded.png"/>
          <p:cNvPicPr>
            <a:picLocks noChangeAspect="1"/>
          </p:cNvPicPr>
          <p:nvPr/>
        </p:nvPicPr>
        <p:blipFill>
          <a:blip r:embed="rId55"/>
          <a:srcRect/>
          <a:stretch/>
        </p:blipFill>
        <p:spPr>
          <a:xfrm>
            <a:off x="6613996" y="647541"/>
            <a:ext cx="5935" cy="3208"/>
          </a:xfrm>
          <a:prstGeom prst="rect">
            <a:avLst/>
          </a:prstGeom>
        </p:spPr>
      </p:pic>
      <p:pic>
        <p:nvPicPr>
          <p:cNvPr id="141" name="Image 136" descr="preencoded.png"/>
          <p:cNvPicPr>
            <a:picLocks noChangeAspect="1"/>
          </p:cNvPicPr>
          <p:nvPr/>
        </p:nvPicPr>
        <p:blipFill>
          <a:blip r:embed="rId49"/>
          <a:srcRect/>
          <a:stretch/>
        </p:blipFill>
        <p:spPr>
          <a:xfrm>
            <a:off x="6620452" y="649251"/>
            <a:ext cx="3888" cy="2909"/>
          </a:xfrm>
          <a:prstGeom prst="rect">
            <a:avLst/>
          </a:prstGeom>
        </p:spPr>
      </p:pic>
      <p:pic>
        <p:nvPicPr>
          <p:cNvPr id="142" name="Image 137" descr="preencoded.png"/>
          <p:cNvPicPr>
            <a:picLocks noChangeAspect="1"/>
          </p:cNvPicPr>
          <p:nvPr/>
        </p:nvPicPr>
        <p:blipFill>
          <a:blip r:embed="rId57"/>
          <a:srcRect/>
          <a:stretch/>
        </p:blipFill>
        <p:spPr>
          <a:xfrm>
            <a:off x="6590742" y="651692"/>
            <a:ext cx="28928" cy="3279"/>
          </a:xfrm>
          <a:prstGeom prst="rect">
            <a:avLst/>
          </a:prstGeom>
        </p:spPr>
      </p:pic>
      <p:pic>
        <p:nvPicPr>
          <p:cNvPr id="143" name="Image 138" descr="preencoded.png"/>
          <p:cNvPicPr>
            <a:picLocks noChangeAspect="1"/>
          </p:cNvPicPr>
          <p:nvPr/>
        </p:nvPicPr>
        <p:blipFill>
          <a:blip r:embed="rId49"/>
          <a:srcRect/>
          <a:stretch/>
        </p:blipFill>
        <p:spPr>
          <a:xfrm>
            <a:off x="6621568" y="641186"/>
            <a:ext cx="2437" cy="2888"/>
          </a:xfrm>
          <a:prstGeom prst="rect">
            <a:avLst/>
          </a:prstGeom>
        </p:spPr>
      </p:pic>
      <p:pic>
        <p:nvPicPr>
          <p:cNvPr id="144" name="Image 139" descr="preencoded.png"/>
          <p:cNvPicPr>
            <a:picLocks noChangeAspect="1"/>
          </p:cNvPicPr>
          <p:nvPr/>
        </p:nvPicPr>
        <p:blipFill>
          <a:blip r:embed="rId49"/>
          <a:srcRect/>
          <a:stretch/>
        </p:blipFill>
        <p:spPr>
          <a:xfrm>
            <a:off x="6610480" y="639008"/>
            <a:ext cx="2381" cy="2913"/>
          </a:xfrm>
          <a:prstGeom prst="rect">
            <a:avLst/>
          </a:prstGeom>
        </p:spPr>
      </p:pic>
      <p:pic>
        <p:nvPicPr>
          <p:cNvPr id="145" name="Image 140" descr="preencoded.png"/>
          <p:cNvPicPr>
            <a:picLocks noChangeAspect="1"/>
          </p:cNvPicPr>
          <p:nvPr/>
        </p:nvPicPr>
        <p:blipFill>
          <a:blip r:embed="rId49"/>
          <a:srcRect/>
          <a:stretch/>
        </p:blipFill>
        <p:spPr>
          <a:xfrm>
            <a:off x="6598760" y="639008"/>
            <a:ext cx="2381" cy="2913"/>
          </a:xfrm>
          <a:prstGeom prst="rect">
            <a:avLst/>
          </a:prstGeom>
        </p:spPr>
      </p:pic>
      <p:pic>
        <p:nvPicPr>
          <p:cNvPr id="146" name="Image 141" descr="preencoded.png"/>
          <p:cNvPicPr>
            <a:picLocks noChangeAspect="1"/>
          </p:cNvPicPr>
          <p:nvPr/>
        </p:nvPicPr>
        <p:blipFill>
          <a:blip r:embed="rId49"/>
          <a:srcRect/>
          <a:stretch/>
        </p:blipFill>
        <p:spPr>
          <a:xfrm>
            <a:off x="6587635" y="641186"/>
            <a:ext cx="2437" cy="2888"/>
          </a:xfrm>
          <a:prstGeom prst="rect">
            <a:avLst/>
          </a:prstGeom>
        </p:spPr>
      </p:pic>
      <p:pic>
        <p:nvPicPr>
          <p:cNvPr id="147" name="Image 142" descr="preencoded.png"/>
          <p:cNvPicPr>
            <a:picLocks noChangeAspect="1"/>
          </p:cNvPicPr>
          <p:nvPr/>
        </p:nvPicPr>
        <p:blipFill>
          <a:blip r:embed="rId58"/>
          <a:srcRect/>
          <a:stretch/>
        </p:blipFill>
        <p:spPr>
          <a:xfrm>
            <a:off x="6590872" y="634666"/>
            <a:ext cx="5060" cy="5939"/>
          </a:xfrm>
          <a:prstGeom prst="rect">
            <a:avLst/>
          </a:prstGeom>
        </p:spPr>
      </p:pic>
      <p:pic>
        <p:nvPicPr>
          <p:cNvPr id="148" name="Image 143" descr="preencoded.png"/>
          <p:cNvPicPr>
            <a:picLocks noChangeAspect="1"/>
          </p:cNvPicPr>
          <p:nvPr/>
        </p:nvPicPr>
        <p:blipFill>
          <a:blip r:embed="rId59"/>
          <a:srcRect/>
          <a:stretch/>
        </p:blipFill>
        <p:spPr>
          <a:xfrm>
            <a:off x="6589161" y="638542"/>
            <a:ext cx="5618" cy="4171"/>
          </a:xfrm>
          <a:prstGeom prst="rect">
            <a:avLst/>
          </a:prstGeom>
        </p:spPr>
      </p:pic>
      <p:pic>
        <p:nvPicPr>
          <p:cNvPr id="149" name="Image 144" descr="preencoded.png"/>
          <p:cNvPicPr>
            <a:picLocks noChangeAspect="1"/>
          </p:cNvPicPr>
          <p:nvPr/>
        </p:nvPicPr>
        <p:blipFill>
          <a:blip r:embed="rId59"/>
          <a:srcRect/>
          <a:stretch/>
        </p:blipFill>
        <p:spPr>
          <a:xfrm>
            <a:off x="6593402" y="637108"/>
            <a:ext cx="5655" cy="4201"/>
          </a:xfrm>
          <a:prstGeom prst="rect">
            <a:avLst/>
          </a:prstGeom>
        </p:spPr>
      </p:pic>
      <p:pic>
        <p:nvPicPr>
          <p:cNvPr id="150" name="Image 145" descr="preencoded.png"/>
          <p:cNvPicPr>
            <a:picLocks noChangeAspect="1"/>
          </p:cNvPicPr>
          <p:nvPr/>
        </p:nvPicPr>
        <p:blipFill>
          <a:blip r:embed="rId60"/>
          <a:srcRect r="-118"/>
          <a:stretch/>
        </p:blipFill>
        <p:spPr>
          <a:xfrm>
            <a:off x="6603095" y="623338"/>
            <a:ext cx="4242" cy="4220"/>
          </a:xfrm>
          <a:prstGeom prst="rect">
            <a:avLst/>
          </a:prstGeom>
        </p:spPr>
      </p:pic>
      <p:pic>
        <p:nvPicPr>
          <p:cNvPr id="151" name="Image 146" descr="preencoded.png"/>
          <p:cNvPicPr>
            <a:picLocks noChangeAspect="1"/>
          </p:cNvPicPr>
          <p:nvPr/>
        </p:nvPicPr>
        <p:blipFill>
          <a:blip r:embed="rId61"/>
          <a:srcRect/>
          <a:stretch/>
        </p:blipFill>
        <p:spPr>
          <a:xfrm>
            <a:off x="6603095" y="618760"/>
            <a:ext cx="5414" cy="8544"/>
          </a:xfrm>
          <a:prstGeom prst="rect">
            <a:avLst/>
          </a:prstGeom>
        </p:spPr>
      </p:pic>
      <p:pic>
        <p:nvPicPr>
          <p:cNvPr id="152" name="Image 147" descr="preencoded.png"/>
          <p:cNvPicPr>
            <a:picLocks noChangeAspect="1"/>
          </p:cNvPicPr>
          <p:nvPr/>
        </p:nvPicPr>
        <p:blipFill>
          <a:blip r:embed="rId56"/>
          <a:srcRect/>
          <a:stretch/>
        </p:blipFill>
        <p:spPr>
          <a:xfrm>
            <a:off x="6603132" y="623338"/>
            <a:ext cx="4242" cy="4220"/>
          </a:xfrm>
          <a:prstGeom prst="rect">
            <a:avLst/>
          </a:prstGeom>
        </p:spPr>
      </p:pic>
      <p:pic>
        <p:nvPicPr>
          <p:cNvPr id="153" name="Image 148" descr="preencoded.png"/>
          <p:cNvPicPr>
            <a:picLocks noChangeAspect="1"/>
          </p:cNvPicPr>
          <p:nvPr/>
        </p:nvPicPr>
        <p:blipFill>
          <a:blip r:embed="rId62"/>
          <a:srcRect/>
          <a:stretch/>
        </p:blipFill>
        <p:spPr>
          <a:xfrm>
            <a:off x="6603095" y="623392"/>
            <a:ext cx="5432" cy="5343"/>
          </a:xfrm>
          <a:prstGeom prst="rect">
            <a:avLst/>
          </a:prstGeom>
        </p:spPr>
      </p:pic>
      <p:pic>
        <p:nvPicPr>
          <p:cNvPr id="154" name="Image 149" descr="preencoded.png"/>
          <p:cNvPicPr>
            <a:picLocks noChangeAspect="1"/>
          </p:cNvPicPr>
          <p:nvPr/>
        </p:nvPicPr>
        <p:blipFill>
          <a:blip r:embed="rId58"/>
          <a:srcRect/>
          <a:stretch/>
        </p:blipFill>
        <p:spPr>
          <a:xfrm>
            <a:off x="6603188" y="633178"/>
            <a:ext cx="5488" cy="6390"/>
          </a:xfrm>
          <a:prstGeom prst="rect">
            <a:avLst/>
          </a:prstGeom>
        </p:spPr>
      </p:pic>
      <p:pic>
        <p:nvPicPr>
          <p:cNvPr id="155" name="Image 150" descr="preencoded.png"/>
          <p:cNvPicPr>
            <a:picLocks noChangeAspect="1"/>
          </p:cNvPicPr>
          <p:nvPr/>
        </p:nvPicPr>
        <p:blipFill>
          <a:blip r:embed="rId63"/>
          <a:srcRect/>
          <a:stretch/>
        </p:blipFill>
        <p:spPr>
          <a:xfrm>
            <a:off x="6600881" y="636733"/>
            <a:ext cx="5730" cy="4304"/>
          </a:xfrm>
          <a:prstGeom prst="rect">
            <a:avLst/>
          </a:prstGeom>
        </p:spPr>
      </p:pic>
      <p:pic>
        <p:nvPicPr>
          <p:cNvPr id="156" name="Image 151" descr="preencoded.png"/>
          <p:cNvPicPr>
            <a:picLocks noChangeAspect="1"/>
          </p:cNvPicPr>
          <p:nvPr/>
        </p:nvPicPr>
        <p:blipFill>
          <a:blip r:embed="rId59"/>
          <a:srcRect/>
          <a:stretch/>
        </p:blipFill>
        <p:spPr>
          <a:xfrm>
            <a:off x="6605234" y="636733"/>
            <a:ext cx="5748" cy="4307"/>
          </a:xfrm>
          <a:prstGeom prst="rect">
            <a:avLst/>
          </a:prstGeom>
        </p:spPr>
      </p:pic>
      <p:pic>
        <p:nvPicPr>
          <p:cNvPr id="157" name="Image 152" descr="preencoded.png"/>
          <p:cNvPicPr>
            <a:picLocks noChangeAspect="1"/>
          </p:cNvPicPr>
          <p:nvPr/>
        </p:nvPicPr>
        <p:blipFill>
          <a:blip r:embed="rId59"/>
          <a:srcRect/>
          <a:stretch/>
        </p:blipFill>
        <p:spPr>
          <a:xfrm>
            <a:off x="6582128" y="639605"/>
            <a:ext cx="5283" cy="4355"/>
          </a:xfrm>
          <a:prstGeom prst="rect">
            <a:avLst/>
          </a:prstGeom>
        </p:spPr>
      </p:pic>
      <p:pic>
        <p:nvPicPr>
          <p:cNvPr id="158" name="Image 153" descr="preencoded.png"/>
          <p:cNvPicPr>
            <a:picLocks noChangeAspect="1"/>
          </p:cNvPicPr>
          <p:nvPr/>
        </p:nvPicPr>
        <p:blipFill>
          <a:blip r:embed="rId58"/>
          <a:srcRect/>
          <a:stretch/>
        </p:blipFill>
        <p:spPr>
          <a:xfrm>
            <a:off x="6615950" y="634666"/>
            <a:ext cx="5060" cy="5939"/>
          </a:xfrm>
          <a:prstGeom prst="rect">
            <a:avLst/>
          </a:prstGeom>
        </p:spPr>
      </p:pic>
      <p:pic>
        <p:nvPicPr>
          <p:cNvPr id="159" name="Image 154" descr="preencoded.png"/>
          <p:cNvPicPr>
            <a:picLocks noChangeAspect="1"/>
          </p:cNvPicPr>
          <p:nvPr/>
        </p:nvPicPr>
        <p:blipFill>
          <a:blip r:embed="rId59"/>
          <a:srcRect/>
          <a:stretch/>
        </p:blipFill>
        <p:spPr>
          <a:xfrm>
            <a:off x="6617029" y="638542"/>
            <a:ext cx="5618" cy="4172"/>
          </a:xfrm>
          <a:prstGeom prst="rect">
            <a:avLst/>
          </a:prstGeom>
        </p:spPr>
      </p:pic>
      <p:pic>
        <p:nvPicPr>
          <p:cNvPr id="160" name="Image 155" descr="preencoded.png"/>
          <p:cNvPicPr>
            <a:picLocks noChangeAspect="1"/>
          </p:cNvPicPr>
          <p:nvPr/>
        </p:nvPicPr>
        <p:blipFill>
          <a:blip r:embed="rId63"/>
          <a:srcRect/>
          <a:stretch/>
        </p:blipFill>
        <p:spPr>
          <a:xfrm>
            <a:off x="6612768" y="637108"/>
            <a:ext cx="5674" cy="4201"/>
          </a:xfrm>
          <a:prstGeom prst="rect">
            <a:avLst/>
          </a:prstGeom>
        </p:spPr>
      </p:pic>
      <p:pic>
        <p:nvPicPr>
          <p:cNvPr id="161" name="Image 156" descr="preencoded.png"/>
          <p:cNvPicPr>
            <a:picLocks noChangeAspect="1"/>
          </p:cNvPicPr>
          <p:nvPr/>
        </p:nvPicPr>
        <p:blipFill>
          <a:blip r:embed="rId59"/>
          <a:srcRect/>
          <a:stretch/>
        </p:blipFill>
        <p:spPr>
          <a:xfrm>
            <a:off x="6623912" y="639605"/>
            <a:ext cx="5321" cy="4354"/>
          </a:xfrm>
          <a:prstGeom prst="rect">
            <a:avLst/>
          </a:prstGeom>
        </p:spPr>
      </p:pic>
      <p:pic>
        <p:nvPicPr>
          <p:cNvPr id="162" name="Image 157" descr="preencoded.png"/>
          <p:cNvPicPr>
            <a:picLocks noChangeAspect="1"/>
          </p:cNvPicPr>
          <p:nvPr/>
        </p:nvPicPr>
        <p:blipFill>
          <a:blip r:embed="rId49"/>
          <a:srcRect/>
          <a:stretch/>
        </p:blipFill>
        <p:spPr>
          <a:xfrm>
            <a:off x="6604081" y="637031"/>
            <a:ext cx="3423" cy="3436"/>
          </a:xfrm>
          <a:prstGeom prst="rect">
            <a:avLst/>
          </a:prstGeom>
        </p:spPr>
      </p:pic>
      <p:pic>
        <p:nvPicPr>
          <p:cNvPr id="163" name="Image 158" descr="preencoded.png"/>
          <p:cNvPicPr>
            <a:picLocks noChangeAspect="1"/>
          </p:cNvPicPr>
          <p:nvPr/>
        </p:nvPicPr>
        <p:blipFill>
          <a:blip r:embed="rId64"/>
          <a:srcRect/>
          <a:stretch/>
        </p:blipFill>
        <p:spPr>
          <a:xfrm>
            <a:off x="6578705" y="639232"/>
            <a:ext cx="4632" cy="4855"/>
          </a:xfrm>
          <a:prstGeom prst="rect">
            <a:avLst/>
          </a:prstGeom>
        </p:spPr>
      </p:pic>
      <p:pic>
        <p:nvPicPr>
          <p:cNvPr id="164" name="Image 159" descr="preencoded.png"/>
          <p:cNvPicPr>
            <a:picLocks noChangeAspect="1"/>
          </p:cNvPicPr>
          <p:nvPr/>
        </p:nvPicPr>
        <p:blipFill>
          <a:blip r:embed="rId64"/>
          <a:srcRect/>
          <a:stretch/>
        </p:blipFill>
        <p:spPr>
          <a:xfrm>
            <a:off x="6627875" y="639232"/>
            <a:ext cx="4632" cy="5495"/>
          </a:xfrm>
          <a:prstGeom prst="rect">
            <a:avLst/>
          </a:prstGeom>
        </p:spPr>
      </p:pic>
      <p:pic>
        <p:nvPicPr>
          <p:cNvPr id="165" name="Image 160" descr="preencoded.png"/>
          <p:cNvPicPr>
            <a:picLocks noChangeAspect="1"/>
          </p:cNvPicPr>
          <p:nvPr/>
        </p:nvPicPr>
        <p:blipFill>
          <a:blip r:embed="rId49"/>
          <a:srcRect/>
          <a:stretch/>
        </p:blipFill>
        <p:spPr>
          <a:xfrm>
            <a:off x="6618722" y="631942"/>
            <a:ext cx="3274" cy="3287"/>
          </a:xfrm>
          <a:prstGeom prst="rect">
            <a:avLst/>
          </a:prstGeom>
        </p:spPr>
      </p:pic>
      <p:pic>
        <p:nvPicPr>
          <p:cNvPr id="166" name="Image 161" descr="preencoded.png"/>
          <p:cNvPicPr>
            <a:picLocks noChangeAspect="1"/>
          </p:cNvPicPr>
          <p:nvPr/>
        </p:nvPicPr>
        <p:blipFill>
          <a:blip r:embed="rId49"/>
          <a:srcRect/>
          <a:stretch/>
        </p:blipFill>
        <p:spPr>
          <a:xfrm>
            <a:off x="6618126" y="628330"/>
            <a:ext cx="3274" cy="3287"/>
          </a:xfrm>
          <a:prstGeom prst="rect">
            <a:avLst/>
          </a:prstGeom>
        </p:spPr>
      </p:pic>
      <p:pic>
        <p:nvPicPr>
          <p:cNvPr id="167" name="Image 162" descr="preencoded.png"/>
          <p:cNvPicPr>
            <a:picLocks noChangeAspect="1"/>
          </p:cNvPicPr>
          <p:nvPr/>
        </p:nvPicPr>
        <p:blipFill>
          <a:blip r:embed="rId49"/>
          <a:srcRect/>
          <a:stretch/>
        </p:blipFill>
        <p:spPr>
          <a:xfrm>
            <a:off x="6615540" y="626058"/>
            <a:ext cx="3274" cy="3287"/>
          </a:xfrm>
          <a:prstGeom prst="rect">
            <a:avLst/>
          </a:prstGeom>
        </p:spPr>
      </p:pic>
      <p:pic>
        <p:nvPicPr>
          <p:cNvPr id="168" name="Image 163" descr="preencoded.png"/>
          <p:cNvPicPr>
            <a:picLocks noChangeAspect="1"/>
          </p:cNvPicPr>
          <p:nvPr/>
        </p:nvPicPr>
        <p:blipFill>
          <a:blip r:embed="rId49"/>
          <a:srcRect/>
          <a:stretch/>
        </p:blipFill>
        <p:spPr>
          <a:xfrm>
            <a:off x="6612322" y="624966"/>
            <a:ext cx="3274" cy="3287"/>
          </a:xfrm>
          <a:prstGeom prst="rect">
            <a:avLst/>
          </a:prstGeom>
        </p:spPr>
      </p:pic>
      <p:pic>
        <p:nvPicPr>
          <p:cNvPr id="169" name="Image 164" descr="preencoded.png"/>
          <p:cNvPicPr>
            <a:picLocks noChangeAspect="1"/>
          </p:cNvPicPr>
          <p:nvPr/>
        </p:nvPicPr>
        <p:blipFill>
          <a:blip r:embed="rId49"/>
          <a:srcRect/>
          <a:stretch/>
        </p:blipFill>
        <p:spPr>
          <a:xfrm>
            <a:off x="6609011" y="625086"/>
            <a:ext cx="3274" cy="3287"/>
          </a:xfrm>
          <a:prstGeom prst="rect">
            <a:avLst/>
          </a:prstGeom>
        </p:spPr>
      </p:pic>
      <p:pic>
        <p:nvPicPr>
          <p:cNvPr id="170" name="Image 165" descr="preencoded.png"/>
          <p:cNvPicPr>
            <a:picLocks noChangeAspect="1"/>
          </p:cNvPicPr>
          <p:nvPr/>
        </p:nvPicPr>
        <p:blipFill>
          <a:blip r:embed="rId49"/>
          <a:srcRect/>
          <a:stretch/>
        </p:blipFill>
        <p:spPr>
          <a:xfrm>
            <a:off x="6629865" y="635841"/>
            <a:ext cx="3274" cy="3286"/>
          </a:xfrm>
          <a:prstGeom prst="rect">
            <a:avLst/>
          </a:prstGeom>
        </p:spPr>
      </p:pic>
      <p:pic>
        <p:nvPicPr>
          <p:cNvPr id="171" name="Image 166" descr="preencoded.png"/>
          <p:cNvPicPr>
            <a:picLocks noChangeAspect="1"/>
          </p:cNvPicPr>
          <p:nvPr/>
        </p:nvPicPr>
        <p:blipFill>
          <a:blip r:embed="rId49"/>
          <a:srcRect/>
          <a:stretch/>
        </p:blipFill>
        <p:spPr>
          <a:xfrm>
            <a:off x="6629456" y="632020"/>
            <a:ext cx="3274" cy="3287"/>
          </a:xfrm>
          <a:prstGeom prst="rect">
            <a:avLst/>
          </a:prstGeom>
        </p:spPr>
      </p:pic>
      <p:pic>
        <p:nvPicPr>
          <p:cNvPr id="172" name="Image 167" descr="preencoded.png"/>
          <p:cNvPicPr>
            <a:picLocks noChangeAspect="1"/>
          </p:cNvPicPr>
          <p:nvPr/>
        </p:nvPicPr>
        <p:blipFill>
          <a:blip r:embed="rId49"/>
          <a:srcRect/>
          <a:stretch/>
        </p:blipFill>
        <p:spPr>
          <a:xfrm>
            <a:off x="6627130" y="629117"/>
            <a:ext cx="3274" cy="3287"/>
          </a:xfrm>
          <a:prstGeom prst="rect">
            <a:avLst/>
          </a:prstGeom>
        </p:spPr>
      </p:pic>
      <p:pic>
        <p:nvPicPr>
          <p:cNvPr id="173" name="Image 168" descr="preencoded.png"/>
          <p:cNvPicPr>
            <a:picLocks noChangeAspect="1"/>
          </p:cNvPicPr>
          <p:nvPr/>
        </p:nvPicPr>
        <p:blipFill>
          <a:blip r:embed="rId49"/>
          <a:srcRect/>
          <a:stretch/>
        </p:blipFill>
        <p:spPr>
          <a:xfrm>
            <a:off x="6624024" y="627551"/>
            <a:ext cx="3274" cy="3287"/>
          </a:xfrm>
          <a:prstGeom prst="rect">
            <a:avLst/>
          </a:prstGeom>
        </p:spPr>
      </p:pic>
      <p:pic>
        <p:nvPicPr>
          <p:cNvPr id="174" name="Image 169" descr="preencoded.png"/>
          <p:cNvPicPr>
            <a:picLocks noChangeAspect="1"/>
          </p:cNvPicPr>
          <p:nvPr/>
        </p:nvPicPr>
        <p:blipFill>
          <a:blip r:embed="rId49"/>
          <a:srcRect/>
          <a:stretch/>
        </p:blipFill>
        <p:spPr>
          <a:xfrm>
            <a:off x="6620712" y="627682"/>
            <a:ext cx="3274" cy="3287"/>
          </a:xfrm>
          <a:prstGeom prst="rect">
            <a:avLst/>
          </a:prstGeom>
        </p:spPr>
      </p:pic>
      <p:pic>
        <p:nvPicPr>
          <p:cNvPr id="175" name="Image 170" descr="preencoded.png"/>
          <p:cNvPicPr>
            <a:picLocks noChangeAspect="1"/>
          </p:cNvPicPr>
          <p:nvPr/>
        </p:nvPicPr>
        <p:blipFill>
          <a:blip r:embed="rId49"/>
          <a:srcRect/>
          <a:stretch/>
        </p:blipFill>
        <p:spPr>
          <a:xfrm>
            <a:off x="6615950" y="638092"/>
            <a:ext cx="3423" cy="3437"/>
          </a:xfrm>
          <a:prstGeom prst="rect">
            <a:avLst/>
          </a:prstGeom>
        </p:spPr>
      </p:pic>
      <p:pic>
        <p:nvPicPr>
          <p:cNvPr id="176" name="Image 171" descr="preencoded.png"/>
          <p:cNvPicPr>
            <a:picLocks noChangeAspect="1"/>
          </p:cNvPicPr>
          <p:nvPr/>
        </p:nvPicPr>
        <p:blipFill>
          <a:blip r:embed="rId49"/>
          <a:srcRect/>
          <a:stretch/>
        </p:blipFill>
        <p:spPr>
          <a:xfrm>
            <a:off x="6592267" y="638092"/>
            <a:ext cx="3423" cy="3437"/>
          </a:xfrm>
          <a:prstGeom prst="rect">
            <a:avLst/>
          </a:prstGeom>
        </p:spPr>
      </p:pic>
      <p:pic>
        <p:nvPicPr>
          <p:cNvPr id="177" name="Image 172" descr="preencoded.png"/>
          <p:cNvPicPr>
            <a:picLocks noChangeAspect="1"/>
          </p:cNvPicPr>
          <p:nvPr/>
        </p:nvPicPr>
        <p:blipFill>
          <a:blip r:embed="rId49"/>
          <a:srcRect/>
          <a:stretch/>
        </p:blipFill>
        <p:spPr>
          <a:xfrm>
            <a:off x="6581645" y="641713"/>
            <a:ext cx="2958" cy="2905"/>
          </a:xfrm>
          <a:prstGeom prst="rect">
            <a:avLst/>
          </a:prstGeom>
        </p:spPr>
      </p:pic>
      <p:pic>
        <p:nvPicPr>
          <p:cNvPr id="178" name="Image 173" descr="preencoded.png"/>
          <p:cNvPicPr>
            <a:picLocks noChangeAspect="1"/>
          </p:cNvPicPr>
          <p:nvPr/>
        </p:nvPicPr>
        <p:blipFill>
          <a:blip r:embed="rId49"/>
          <a:srcRect/>
          <a:stretch/>
        </p:blipFill>
        <p:spPr>
          <a:xfrm>
            <a:off x="6626628" y="641713"/>
            <a:ext cx="2958" cy="2905"/>
          </a:xfrm>
          <a:prstGeom prst="rect">
            <a:avLst/>
          </a:prstGeom>
        </p:spPr>
      </p:pic>
      <p:pic>
        <p:nvPicPr>
          <p:cNvPr id="179" name="Image 174" descr="preencoded.png"/>
          <p:cNvPicPr>
            <a:picLocks noChangeAspect="1"/>
          </p:cNvPicPr>
          <p:nvPr/>
        </p:nvPicPr>
        <p:blipFill>
          <a:blip r:embed="rId65"/>
          <a:srcRect/>
          <a:stretch/>
        </p:blipFill>
        <p:spPr>
          <a:xfrm>
            <a:off x="6237461" y="625957"/>
            <a:ext cx="52369" cy="20744"/>
          </a:xfrm>
          <a:prstGeom prst="rect">
            <a:avLst/>
          </a:prstGeom>
        </p:spPr>
      </p:pic>
      <p:pic>
        <p:nvPicPr>
          <p:cNvPr id="180" name="Image 175" descr="preencoded.png"/>
          <p:cNvPicPr>
            <a:picLocks noChangeAspect="1"/>
          </p:cNvPicPr>
          <p:nvPr/>
        </p:nvPicPr>
        <p:blipFill>
          <a:blip r:embed="rId66"/>
          <a:srcRect/>
          <a:stretch/>
        </p:blipFill>
        <p:spPr>
          <a:xfrm>
            <a:off x="6260362" y="623601"/>
            <a:ext cx="7516" cy="13257"/>
          </a:xfrm>
          <a:prstGeom prst="rect">
            <a:avLst/>
          </a:prstGeom>
        </p:spPr>
      </p:pic>
      <p:pic>
        <p:nvPicPr>
          <p:cNvPr id="181" name="Image 176" descr="preencoded.png"/>
          <p:cNvPicPr>
            <a:picLocks noChangeAspect="1"/>
          </p:cNvPicPr>
          <p:nvPr/>
        </p:nvPicPr>
        <p:blipFill>
          <a:blip r:embed="rId67"/>
          <a:srcRect/>
          <a:stretch/>
        </p:blipFill>
        <p:spPr>
          <a:xfrm>
            <a:off x="6262129" y="624062"/>
            <a:ext cx="4111" cy="12307"/>
          </a:xfrm>
          <a:prstGeom prst="rect">
            <a:avLst/>
          </a:prstGeom>
        </p:spPr>
      </p:pic>
      <p:pic>
        <p:nvPicPr>
          <p:cNvPr id="182" name="Image 177" descr="preencoded.png"/>
          <p:cNvPicPr>
            <a:picLocks noChangeAspect="1"/>
          </p:cNvPicPr>
          <p:nvPr/>
        </p:nvPicPr>
        <p:blipFill>
          <a:blip r:embed="rId60"/>
          <a:srcRect r="-118"/>
          <a:stretch/>
        </p:blipFill>
        <p:spPr>
          <a:xfrm>
            <a:off x="6261422" y="621140"/>
            <a:ext cx="4242" cy="4238"/>
          </a:xfrm>
          <a:prstGeom prst="rect">
            <a:avLst/>
          </a:prstGeom>
        </p:spPr>
      </p:pic>
      <p:pic>
        <p:nvPicPr>
          <p:cNvPr id="183" name="Image 178" descr="preencoded.png"/>
          <p:cNvPicPr>
            <a:picLocks noChangeAspect="1"/>
          </p:cNvPicPr>
          <p:nvPr/>
        </p:nvPicPr>
        <p:blipFill>
          <a:blip r:embed="rId68"/>
          <a:srcRect/>
          <a:stretch/>
        </p:blipFill>
        <p:spPr>
          <a:xfrm>
            <a:off x="6261422" y="616556"/>
            <a:ext cx="5414" cy="8543"/>
          </a:xfrm>
          <a:prstGeom prst="rect">
            <a:avLst/>
          </a:prstGeom>
        </p:spPr>
      </p:pic>
      <p:pic>
        <p:nvPicPr>
          <p:cNvPr id="184" name="Image 179" descr="preencoded.png"/>
          <p:cNvPicPr>
            <a:picLocks noChangeAspect="1"/>
          </p:cNvPicPr>
          <p:nvPr/>
        </p:nvPicPr>
        <p:blipFill>
          <a:blip r:embed="rId56"/>
          <a:srcRect/>
          <a:stretch/>
        </p:blipFill>
        <p:spPr>
          <a:xfrm>
            <a:off x="6261404" y="621140"/>
            <a:ext cx="4242" cy="4238"/>
          </a:xfrm>
          <a:prstGeom prst="rect">
            <a:avLst/>
          </a:prstGeom>
        </p:spPr>
      </p:pic>
      <p:pic>
        <p:nvPicPr>
          <p:cNvPr id="185" name="Image 180" descr="preencoded.png"/>
          <p:cNvPicPr>
            <a:picLocks noChangeAspect="1"/>
          </p:cNvPicPr>
          <p:nvPr/>
        </p:nvPicPr>
        <p:blipFill>
          <a:blip r:embed="rId62"/>
          <a:srcRect/>
          <a:stretch/>
        </p:blipFill>
        <p:spPr>
          <a:xfrm>
            <a:off x="6261422" y="621194"/>
            <a:ext cx="5432" cy="5362"/>
          </a:xfrm>
          <a:prstGeom prst="rect">
            <a:avLst/>
          </a:prstGeom>
        </p:spPr>
      </p:pic>
      <p:pic>
        <p:nvPicPr>
          <p:cNvPr id="186" name="Image 181" descr="preencoded.png"/>
          <p:cNvPicPr>
            <a:picLocks noChangeAspect="1"/>
          </p:cNvPicPr>
          <p:nvPr/>
        </p:nvPicPr>
        <p:blipFill>
          <a:blip r:embed="rId69"/>
          <a:srcRect/>
          <a:stretch/>
        </p:blipFill>
        <p:spPr>
          <a:xfrm>
            <a:off x="6244475" y="627047"/>
            <a:ext cx="40351" cy="19261"/>
          </a:xfrm>
          <a:prstGeom prst="rect">
            <a:avLst/>
          </a:prstGeom>
        </p:spPr>
      </p:pic>
      <p:pic>
        <p:nvPicPr>
          <p:cNvPr id="187" name="Image 182" descr="preencoded.png"/>
          <p:cNvPicPr>
            <a:picLocks noChangeAspect="1"/>
          </p:cNvPicPr>
          <p:nvPr/>
        </p:nvPicPr>
        <p:blipFill>
          <a:blip r:embed="rId70"/>
          <a:srcRect/>
          <a:stretch/>
        </p:blipFill>
        <p:spPr>
          <a:xfrm>
            <a:off x="6244958" y="628818"/>
            <a:ext cx="11664" cy="10213"/>
          </a:xfrm>
          <a:prstGeom prst="rect">
            <a:avLst/>
          </a:prstGeom>
        </p:spPr>
      </p:pic>
      <p:pic>
        <p:nvPicPr>
          <p:cNvPr id="188" name="Image 183" descr="preencoded.png"/>
          <p:cNvPicPr>
            <a:picLocks noChangeAspect="1"/>
          </p:cNvPicPr>
          <p:nvPr/>
        </p:nvPicPr>
        <p:blipFill>
          <a:blip r:embed="rId70"/>
          <a:srcRect/>
          <a:stretch/>
        </p:blipFill>
        <p:spPr>
          <a:xfrm>
            <a:off x="6271375" y="628818"/>
            <a:ext cx="11664" cy="10213"/>
          </a:xfrm>
          <a:prstGeom prst="rect">
            <a:avLst/>
          </a:prstGeom>
        </p:spPr>
      </p:pic>
      <p:pic>
        <p:nvPicPr>
          <p:cNvPr id="189" name="Image 184" descr="preencoded.png"/>
          <p:cNvPicPr>
            <a:picLocks noChangeAspect="1"/>
          </p:cNvPicPr>
          <p:nvPr/>
        </p:nvPicPr>
        <p:blipFill>
          <a:blip r:embed="rId44"/>
          <a:srcRect/>
          <a:stretch/>
        </p:blipFill>
        <p:spPr>
          <a:xfrm>
            <a:off x="6246000" y="645465"/>
            <a:ext cx="37021" cy="7724"/>
          </a:xfrm>
          <a:prstGeom prst="rect">
            <a:avLst/>
          </a:prstGeom>
        </p:spPr>
      </p:pic>
      <p:pic>
        <p:nvPicPr>
          <p:cNvPr id="190" name="Image 185" descr="preencoded.png"/>
          <p:cNvPicPr>
            <a:picLocks noChangeAspect="1"/>
          </p:cNvPicPr>
          <p:nvPr/>
        </p:nvPicPr>
        <p:blipFill>
          <a:blip r:embed="rId45"/>
          <a:srcRect/>
          <a:stretch/>
        </p:blipFill>
        <p:spPr>
          <a:xfrm>
            <a:off x="6247302" y="649918"/>
            <a:ext cx="33672" cy="7612"/>
          </a:xfrm>
          <a:prstGeom prst="rect">
            <a:avLst/>
          </a:prstGeom>
        </p:spPr>
      </p:pic>
      <p:pic>
        <p:nvPicPr>
          <p:cNvPr id="191" name="Image 186" descr="preencoded.png"/>
          <p:cNvPicPr>
            <a:picLocks noChangeAspect="1"/>
          </p:cNvPicPr>
          <p:nvPr/>
        </p:nvPicPr>
        <p:blipFill>
          <a:blip r:embed="rId71"/>
          <a:srcRect r="8"/>
          <a:stretch/>
        </p:blipFill>
        <p:spPr>
          <a:xfrm>
            <a:off x="6245944" y="641150"/>
            <a:ext cx="35533" cy="5253"/>
          </a:xfrm>
          <a:prstGeom prst="rect">
            <a:avLst/>
          </a:prstGeom>
        </p:spPr>
      </p:pic>
      <p:pic>
        <p:nvPicPr>
          <p:cNvPr id="192" name="Image 187" descr="preencoded.png"/>
          <p:cNvPicPr>
            <a:picLocks noChangeAspect="1"/>
          </p:cNvPicPr>
          <p:nvPr/>
        </p:nvPicPr>
        <p:blipFill>
          <a:blip r:embed="rId52"/>
          <a:srcRect/>
          <a:stretch/>
        </p:blipFill>
        <p:spPr>
          <a:xfrm>
            <a:off x="6241349" y="638856"/>
            <a:ext cx="45597" cy="8704"/>
          </a:xfrm>
          <a:prstGeom prst="rect">
            <a:avLst/>
          </a:prstGeom>
        </p:spPr>
      </p:pic>
      <p:pic>
        <p:nvPicPr>
          <p:cNvPr id="193" name="Image 188" descr="preencoded.png"/>
          <p:cNvPicPr>
            <a:picLocks noChangeAspect="1"/>
          </p:cNvPicPr>
          <p:nvPr/>
        </p:nvPicPr>
        <p:blipFill>
          <a:blip r:embed="rId53"/>
          <a:srcRect/>
          <a:stretch/>
        </p:blipFill>
        <p:spPr>
          <a:xfrm>
            <a:off x="6245200" y="644185"/>
            <a:ext cx="37933" cy="4784"/>
          </a:xfrm>
          <a:prstGeom prst="rect">
            <a:avLst/>
          </a:prstGeom>
        </p:spPr>
      </p:pic>
      <p:pic>
        <p:nvPicPr>
          <p:cNvPr id="194" name="Image 189" descr="preencoded.png"/>
          <p:cNvPicPr>
            <a:picLocks noChangeAspect="1"/>
          </p:cNvPicPr>
          <p:nvPr/>
        </p:nvPicPr>
        <p:blipFill>
          <a:blip r:embed="rId49"/>
          <a:srcRect/>
          <a:stretch/>
        </p:blipFill>
        <p:spPr>
          <a:xfrm>
            <a:off x="6256883" y="647050"/>
            <a:ext cx="3200" cy="3213"/>
          </a:xfrm>
          <a:prstGeom prst="rect">
            <a:avLst/>
          </a:prstGeom>
        </p:spPr>
      </p:pic>
      <p:pic>
        <p:nvPicPr>
          <p:cNvPr id="195" name="Image 190" descr="preencoded.png"/>
          <p:cNvPicPr>
            <a:picLocks noChangeAspect="1"/>
          </p:cNvPicPr>
          <p:nvPr/>
        </p:nvPicPr>
        <p:blipFill>
          <a:blip r:embed="rId54"/>
          <a:srcRect/>
          <a:stretch/>
        </p:blipFill>
        <p:spPr>
          <a:xfrm>
            <a:off x="6260660" y="646991"/>
            <a:ext cx="7181" cy="2695"/>
          </a:xfrm>
          <a:prstGeom prst="rect">
            <a:avLst/>
          </a:prstGeom>
        </p:spPr>
      </p:pic>
      <p:pic>
        <p:nvPicPr>
          <p:cNvPr id="196" name="Image 191" descr="preencoded.png"/>
          <p:cNvPicPr>
            <a:picLocks noChangeAspect="1"/>
          </p:cNvPicPr>
          <p:nvPr/>
        </p:nvPicPr>
        <p:blipFill>
          <a:blip r:embed="rId55"/>
          <a:srcRect/>
          <a:stretch/>
        </p:blipFill>
        <p:spPr>
          <a:xfrm>
            <a:off x="6250056" y="647541"/>
            <a:ext cx="5916" cy="3208"/>
          </a:xfrm>
          <a:prstGeom prst="rect">
            <a:avLst/>
          </a:prstGeom>
        </p:spPr>
      </p:pic>
      <p:pic>
        <p:nvPicPr>
          <p:cNvPr id="197" name="Image 192" descr="preencoded.png"/>
          <p:cNvPicPr>
            <a:picLocks noChangeAspect="1"/>
          </p:cNvPicPr>
          <p:nvPr/>
        </p:nvPicPr>
        <p:blipFill>
          <a:blip r:embed="rId56"/>
          <a:srcRect/>
          <a:stretch/>
        </p:blipFill>
        <p:spPr>
          <a:xfrm>
            <a:off x="6246093" y="649267"/>
            <a:ext cx="4111" cy="3023"/>
          </a:xfrm>
          <a:prstGeom prst="rect">
            <a:avLst/>
          </a:prstGeom>
        </p:spPr>
      </p:pic>
      <p:pic>
        <p:nvPicPr>
          <p:cNvPr id="198" name="Image 193" descr="preencoded.png"/>
          <p:cNvPicPr>
            <a:picLocks noChangeAspect="1"/>
          </p:cNvPicPr>
          <p:nvPr/>
        </p:nvPicPr>
        <p:blipFill>
          <a:blip r:embed="rId49"/>
          <a:srcRect/>
          <a:stretch/>
        </p:blipFill>
        <p:spPr>
          <a:xfrm>
            <a:off x="6268231" y="647050"/>
            <a:ext cx="3200" cy="3213"/>
          </a:xfrm>
          <a:prstGeom prst="rect">
            <a:avLst/>
          </a:prstGeom>
        </p:spPr>
      </p:pic>
      <p:pic>
        <p:nvPicPr>
          <p:cNvPr id="199" name="Image 194" descr="preencoded.png"/>
          <p:cNvPicPr>
            <a:picLocks noChangeAspect="1"/>
          </p:cNvPicPr>
          <p:nvPr/>
        </p:nvPicPr>
        <p:blipFill>
          <a:blip r:embed="rId55"/>
          <a:srcRect/>
          <a:stretch/>
        </p:blipFill>
        <p:spPr>
          <a:xfrm>
            <a:off x="6272343" y="647541"/>
            <a:ext cx="5935" cy="3208"/>
          </a:xfrm>
          <a:prstGeom prst="rect">
            <a:avLst/>
          </a:prstGeom>
        </p:spPr>
      </p:pic>
      <p:pic>
        <p:nvPicPr>
          <p:cNvPr id="200" name="Image 195" descr="preencoded.png"/>
          <p:cNvPicPr>
            <a:picLocks noChangeAspect="1"/>
          </p:cNvPicPr>
          <p:nvPr/>
        </p:nvPicPr>
        <p:blipFill>
          <a:blip r:embed="rId49"/>
          <a:srcRect/>
          <a:stretch/>
        </p:blipFill>
        <p:spPr>
          <a:xfrm>
            <a:off x="6278761" y="649251"/>
            <a:ext cx="3907" cy="2907"/>
          </a:xfrm>
          <a:prstGeom prst="rect">
            <a:avLst/>
          </a:prstGeom>
        </p:spPr>
      </p:pic>
      <p:pic>
        <p:nvPicPr>
          <p:cNvPr id="201" name="Image 196" descr="preencoded.png"/>
          <p:cNvPicPr>
            <a:picLocks noChangeAspect="1"/>
          </p:cNvPicPr>
          <p:nvPr/>
        </p:nvPicPr>
        <p:blipFill>
          <a:blip r:embed="rId57"/>
          <a:srcRect/>
          <a:stretch/>
        </p:blipFill>
        <p:spPr>
          <a:xfrm>
            <a:off x="6249088" y="651692"/>
            <a:ext cx="28928" cy="3279"/>
          </a:xfrm>
          <a:prstGeom prst="rect">
            <a:avLst/>
          </a:prstGeom>
        </p:spPr>
      </p:pic>
      <p:pic>
        <p:nvPicPr>
          <p:cNvPr id="202" name="Image 197" descr="preencoded.png"/>
          <p:cNvPicPr>
            <a:picLocks noChangeAspect="1"/>
          </p:cNvPicPr>
          <p:nvPr/>
        </p:nvPicPr>
        <p:blipFill>
          <a:blip r:embed="rId72"/>
          <a:srcRect r="-163" b="59"/>
          <a:stretch/>
        </p:blipFill>
        <p:spPr>
          <a:xfrm>
            <a:off x="6279933" y="641186"/>
            <a:ext cx="1228" cy="1682"/>
          </a:xfrm>
          <a:prstGeom prst="rect">
            <a:avLst/>
          </a:prstGeom>
        </p:spPr>
      </p:pic>
      <p:pic>
        <p:nvPicPr>
          <p:cNvPr id="203" name="Image 198" descr="preencoded.png"/>
          <p:cNvPicPr>
            <a:picLocks noChangeAspect="1"/>
          </p:cNvPicPr>
          <p:nvPr/>
        </p:nvPicPr>
        <p:blipFill>
          <a:blip r:embed="rId49"/>
          <a:srcRect/>
          <a:stretch/>
        </p:blipFill>
        <p:spPr>
          <a:xfrm>
            <a:off x="6268808" y="638999"/>
            <a:ext cx="2381" cy="2913"/>
          </a:xfrm>
          <a:prstGeom prst="rect">
            <a:avLst/>
          </a:prstGeom>
        </p:spPr>
      </p:pic>
      <p:pic>
        <p:nvPicPr>
          <p:cNvPr id="204" name="Image 199" descr="preencoded.png"/>
          <p:cNvPicPr>
            <a:picLocks noChangeAspect="1"/>
          </p:cNvPicPr>
          <p:nvPr/>
        </p:nvPicPr>
        <p:blipFill>
          <a:blip r:embed="rId49"/>
          <a:srcRect/>
          <a:stretch/>
        </p:blipFill>
        <p:spPr>
          <a:xfrm>
            <a:off x="6257144" y="638999"/>
            <a:ext cx="2381" cy="2913"/>
          </a:xfrm>
          <a:prstGeom prst="rect">
            <a:avLst/>
          </a:prstGeom>
        </p:spPr>
      </p:pic>
      <p:pic>
        <p:nvPicPr>
          <p:cNvPr id="205" name="Image 200" descr="preencoded.png"/>
          <p:cNvPicPr>
            <a:picLocks noChangeAspect="1"/>
          </p:cNvPicPr>
          <p:nvPr/>
        </p:nvPicPr>
        <p:blipFill>
          <a:blip r:embed="rId72"/>
          <a:srcRect r="-80" b="59"/>
          <a:stretch/>
        </p:blipFill>
        <p:spPr>
          <a:xfrm>
            <a:off x="6246000" y="641186"/>
            <a:ext cx="1246" cy="1682"/>
          </a:xfrm>
          <a:prstGeom prst="rect">
            <a:avLst/>
          </a:prstGeom>
        </p:spPr>
      </p:pic>
      <p:pic>
        <p:nvPicPr>
          <p:cNvPr id="206" name="Image 201" descr="preencoded.png"/>
          <p:cNvPicPr>
            <a:picLocks noChangeAspect="1"/>
          </p:cNvPicPr>
          <p:nvPr/>
        </p:nvPicPr>
        <p:blipFill>
          <a:blip r:embed="rId58"/>
          <a:srcRect/>
          <a:stretch/>
        </p:blipFill>
        <p:spPr>
          <a:xfrm>
            <a:off x="6261608" y="633178"/>
            <a:ext cx="5469" cy="6391"/>
          </a:xfrm>
          <a:prstGeom prst="rect">
            <a:avLst/>
          </a:prstGeom>
        </p:spPr>
      </p:pic>
      <p:pic>
        <p:nvPicPr>
          <p:cNvPr id="207" name="Image 202" descr="preencoded.png"/>
          <p:cNvPicPr>
            <a:picLocks noChangeAspect="1"/>
          </p:cNvPicPr>
          <p:nvPr/>
        </p:nvPicPr>
        <p:blipFill>
          <a:blip r:embed="rId63"/>
          <a:srcRect/>
          <a:stretch/>
        </p:blipFill>
        <p:spPr>
          <a:xfrm>
            <a:off x="6259246" y="636733"/>
            <a:ext cx="5767" cy="4304"/>
          </a:xfrm>
          <a:prstGeom prst="rect">
            <a:avLst/>
          </a:prstGeom>
        </p:spPr>
      </p:pic>
      <p:pic>
        <p:nvPicPr>
          <p:cNvPr id="208" name="Image 203" descr="preencoded.png"/>
          <p:cNvPicPr>
            <a:picLocks noChangeAspect="1"/>
          </p:cNvPicPr>
          <p:nvPr/>
        </p:nvPicPr>
        <p:blipFill>
          <a:blip r:embed="rId59"/>
          <a:srcRect/>
          <a:stretch/>
        </p:blipFill>
        <p:spPr>
          <a:xfrm>
            <a:off x="6263599" y="636733"/>
            <a:ext cx="5767" cy="4303"/>
          </a:xfrm>
          <a:prstGeom prst="rect">
            <a:avLst/>
          </a:prstGeom>
        </p:spPr>
      </p:pic>
      <p:pic>
        <p:nvPicPr>
          <p:cNvPr id="209" name="Image 204" descr="preencoded.png"/>
          <p:cNvPicPr>
            <a:picLocks noChangeAspect="1"/>
          </p:cNvPicPr>
          <p:nvPr/>
        </p:nvPicPr>
        <p:blipFill>
          <a:blip r:embed="rId58"/>
          <a:srcRect/>
          <a:stretch/>
        </p:blipFill>
        <p:spPr>
          <a:xfrm>
            <a:off x="6249237" y="634666"/>
            <a:ext cx="5060" cy="5939"/>
          </a:xfrm>
          <a:prstGeom prst="rect">
            <a:avLst/>
          </a:prstGeom>
        </p:spPr>
      </p:pic>
      <p:pic>
        <p:nvPicPr>
          <p:cNvPr id="210" name="Image 205" descr="preencoded.png"/>
          <p:cNvPicPr>
            <a:picLocks noChangeAspect="1"/>
          </p:cNvPicPr>
          <p:nvPr/>
        </p:nvPicPr>
        <p:blipFill>
          <a:blip r:embed="rId59"/>
          <a:srcRect/>
          <a:stretch/>
        </p:blipFill>
        <p:spPr>
          <a:xfrm>
            <a:off x="6247526" y="638542"/>
            <a:ext cx="5618" cy="4172"/>
          </a:xfrm>
          <a:prstGeom prst="rect">
            <a:avLst/>
          </a:prstGeom>
        </p:spPr>
      </p:pic>
      <p:pic>
        <p:nvPicPr>
          <p:cNvPr id="211" name="Image 206" descr="preencoded.png"/>
          <p:cNvPicPr>
            <a:picLocks noChangeAspect="1"/>
          </p:cNvPicPr>
          <p:nvPr/>
        </p:nvPicPr>
        <p:blipFill>
          <a:blip r:embed="rId59"/>
          <a:srcRect/>
          <a:stretch/>
        </p:blipFill>
        <p:spPr>
          <a:xfrm>
            <a:off x="6251767" y="637108"/>
            <a:ext cx="5637" cy="4202"/>
          </a:xfrm>
          <a:prstGeom prst="rect">
            <a:avLst/>
          </a:prstGeom>
        </p:spPr>
      </p:pic>
      <p:pic>
        <p:nvPicPr>
          <p:cNvPr id="212" name="Image 207" descr="preencoded.png"/>
          <p:cNvPicPr>
            <a:picLocks noChangeAspect="1"/>
          </p:cNvPicPr>
          <p:nvPr/>
        </p:nvPicPr>
        <p:blipFill>
          <a:blip r:embed="rId59"/>
          <a:srcRect/>
          <a:stretch/>
        </p:blipFill>
        <p:spPr>
          <a:xfrm>
            <a:off x="6240475" y="639605"/>
            <a:ext cx="5283" cy="4355"/>
          </a:xfrm>
          <a:prstGeom prst="rect">
            <a:avLst/>
          </a:prstGeom>
        </p:spPr>
      </p:pic>
      <p:pic>
        <p:nvPicPr>
          <p:cNvPr id="213" name="Image 208" descr="preencoded.png"/>
          <p:cNvPicPr>
            <a:picLocks noChangeAspect="1"/>
          </p:cNvPicPr>
          <p:nvPr/>
        </p:nvPicPr>
        <p:blipFill>
          <a:blip r:embed="rId49"/>
          <a:srcRect/>
          <a:stretch/>
        </p:blipFill>
        <p:spPr>
          <a:xfrm>
            <a:off x="6250614" y="638092"/>
            <a:ext cx="3423" cy="3437"/>
          </a:xfrm>
          <a:prstGeom prst="rect">
            <a:avLst/>
          </a:prstGeom>
        </p:spPr>
      </p:pic>
      <p:pic>
        <p:nvPicPr>
          <p:cNvPr id="214" name="Image 209" descr="preencoded.png"/>
          <p:cNvPicPr>
            <a:picLocks noChangeAspect="1"/>
          </p:cNvPicPr>
          <p:nvPr/>
        </p:nvPicPr>
        <p:blipFill>
          <a:blip r:embed="rId58"/>
          <a:srcRect/>
          <a:stretch/>
        </p:blipFill>
        <p:spPr>
          <a:xfrm>
            <a:off x="6274315" y="634666"/>
            <a:ext cx="5060" cy="5939"/>
          </a:xfrm>
          <a:prstGeom prst="rect">
            <a:avLst/>
          </a:prstGeom>
        </p:spPr>
      </p:pic>
      <p:pic>
        <p:nvPicPr>
          <p:cNvPr id="215" name="Image 210" descr="preencoded.png"/>
          <p:cNvPicPr>
            <a:picLocks noChangeAspect="1"/>
          </p:cNvPicPr>
          <p:nvPr/>
        </p:nvPicPr>
        <p:blipFill>
          <a:blip r:embed="rId59"/>
          <a:srcRect/>
          <a:stretch/>
        </p:blipFill>
        <p:spPr>
          <a:xfrm>
            <a:off x="6275375" y="638542"/>
            <a:ext cx="5618" cy="4173"/>
          </a:xfrm>
          <a:prstGeom prst="rect">
            <a:avLst/>
          </a:prstGeom>
        </p:spPr>
      </p:pic>
      <p:pic>
        <p:nvPicPr>
          <p:cNvPr id="216" name="Image 211" descr="preencoded.png"/>
          <p:cNvPicPr>
            <a:picLocks noChangeAspect="1"/>
          </p:cNvPicPr>
          <p:nvPr/>
        </p:nvPicPr>
        <p:blipFill>
          <a:blip r:embed="rId63"/>
          <a:srcRect/>
          <a:stretch/>
        </p:blipFill>
        <p:spPr>
          <a:xfrm>
            <a:off x="6271133" y="637108"/>
            <a:ext cx="5637" cy="4204"/>
          </a:xfrm>
          <a:prstGeom prst="rect">
            <a:avLst/>
          </a:prstGeom>
        </p:spPr>
      </p:pic>
      <p:pic>
        <p:nvPicPr>
          <p:cNvPr id="217" name="Image 212" descr="preencoded.png"/>
          <p:cNvPicPr>
            <a:picLocks noChangeAspect="1"/>
          </p:cNvPicPr>
          <p:nvPr/>
        </p:nvPicPr>
        <p:blipFill>
          <a:blip r:embed="rId59"/>
          <a:srcRect/>
          <a:stretch/>
        </p:blipFill>
        <p:spPr>
          <a:xfrm>
            <a:off x="6282258" y="639605"/>
            <a:ext cx="5265" cy="4354"/>
          </a:xfrm>
          <a:prstGeom prst="rect">
            <a:avLst/>
          </a:prstGeom>
        </p:spPr>
      </p:pic>
      <p:pic>
        <p:nvPicPr>
          <p:cNvPr id="218" name="Image 213" descr="preencoded.png"/>
          <p:cNvPicPr>
            <a:picLocks noChangeAspect="1"/>
          </p:cNvPicPr>
          <p:nvPr/>
        </p:nvPicPr>
        <p:blipFill>
          <a:blip r:embed="rId49"/>
          <a:srcRect/>
          <a:stretch/>
        </p:blipFill>
        <p:spPr>
          <a:xfrm>
            <a:off x="6262427" y="637031"/>
            <a:ext cx="3423" cy="3436"/>
          </a:xfrm>
          <a:prstGeom prst="rect">
            <a:avLst/>
          </a:prstGeom>
        </p:spPr>
      </p:pic>
      <p:pic>
        <p:nvPicPr>
          <p:cNvPr id="219" name="Image 214" descr="preencoded.png"/>
          <p:cNvPicPr>
            <a:picLocks noChangeAspect="1"/>
          </p:cNvPicPr>
          <p:nvPr/>
        </p:nvPicPr>
        <p:blipFill>
          <a:blip r:embed="rId49"/>
          <a:srcRect/>
          <a:stretch/>
        </p:blipFill>
        <p:spPr>
          <a:xfrm>
            <a:off x="6274277" y="638092"/>
            <a:ext cx="3423" cy="3437"/>
          </a:xfrm>
          <a:prstGeom prst="rect">
            <a:avLst/>
          </a:prstGeom>
        </p:spPr>
      </p:pic>
      <p:pic>
        <p:nvPicPr>
          <p:cNvPr id="220" name="Image 215" descr="preencoded.png"/>
          <p:cNvPicPr>
            <a:picLocks noChangeAspect="1"/>
          </p:cNvPicPr>
          <p:nvPr/>
        </p:nvPicPr>
        <p:blipFill>
          <a:blip r:embed="rId64"/>
          <a:srcRect/>
          <a:stretch/>
        </p:blipFill>
        <p:spPr>
          <a:xfrm>
            <a:off x="6237070" y="639228"/>
            <a:ext cx="4632" cy="4821"/>
          </a:xfrm>
          <a:prstGeom prst="rect">
            <a:avLst/>
          </a:prstGeom>
        </p:spPr>
      </p:pic>
      <p:pic>
        <p:nvPicPr>
          <p:cNvPr id="221" name="Image 216" descr="preencoded.png"/>
          <p:cNvPicPr>
            <a:picLocks noChangeAspect="1"/>
          </p:cNvPicPr>
          <p:nvPr/>
        </p:nvPicPr>
        <p:blipFill>
          <a:blip r:embed="rId49"/>
          <a:srcRect/>
          <a:stretch/>
        </p:blipFill>
        <p:spPr>
          <a:xfrm>
            <a:off x="6239973" y="641704"/>
            <a:ext cx="2958" cy="2905"/>
          </a:xfrm>
          <a:prstGeom prst="rect">
            <a:avLst/>
          </a:prstGeom>
        </p:spPr>
      </p:pic>
      <p:pic>
        <p:nvPicPr>
          <p:cNvPr id="222" name="Image 217" descr="preencoded.png"/>
          <p:cNvPicPr>
            <a:picLocks noChangeAspect="1"/>
          </p:cNvPicPr>
          <p:nvPr/>
        </p:nvPicPr>
        <p:blipFill>
          <a:blip r:embed="rId64"/>
          <a:srcRect/>
          <a:stretch/>
        </p:blipFill>
        <p:spPr>
          <a:xfrm>
            <a:off x="6286202" y="639228"/>
            <a:ext cx="4632" cy="4820"/>
          </a:xfrm>
          <a:prstGeom prst="rect">
            <a:avLst/>
          </a:prstGeom>
        </p:spPr>
      </p:pic>
      <p:pic>
        <p:nvPicPr>
          <p:cNvPr id="223" name="Image 218" descr="preencoded.png"/>
          <p:cNvPicPr>
            <a:picLocks noChangeAspect="1"/>
          </p:cNvPicPr>
          <p:nvPr/>
        </p:nvPicPr>
        <p:blipFill>
          <a:blip r:embed="rId49"/>
          <a:srcRect/>
          <a:stretch/>
        </p:blipFill>
        <p:spPr>
          <a:xfrm>
            <a:off x="6284975" y="641704"/>
            <a:ext cx="2958" cy="2905"/>
          </a:xfrm>
          <a:prstGeom prst="rect">
            <a:avLst/>
          </a:prstGeom>
        </p:spPr>
      </p:pic>
      <p:pic>
        <p:nvPicPr>
          <p:cNvPr id="224" name="Image 219" descr="preencoded.png"/>
          <p:cNvPicPr>
            <a:picLocks noChangeAspect="1"/>
          </p:cNvPicPr>
          <p:nvPr/>
        </p:nvPicPr>
        <p:blipFill>
          <a:blip r:embed="rId73"/>
          <a:srcRect/>
          <a:stretch/>
        </p:blipFill>
        <p:spPr>
          <a:xfrm>
            <a:off x="6572585" y="766759"/>
            <a:ext cx="16111" cy="21166"/>
          </a:xfrm>
          <a:prstGeom prst="rect">
            <a:avLst/>
          </a:prstGeom>
        </p:spPr>
      </p:pic>
      <p:pic>
        <p:nvPicPr>
          <p:cNvPr id="225" name="Image 220" descr="preencoded.png"/>
          <p:cNvPicPr>
            <a:picLocks noChangeAspect="1"/>
          </p:cNvPicPr>
          <p:nvPr/>
        </p:nvPicPr>
        <p:blipFill>
          <a:blip r:embed="rId74"/>
          <a:srcRect/>
          <a:stretch/>
        </p:blipFill>
        <p:spPr>
          <a:xfrm>
            <a:off x="6623968" y="761899"/>
            <a:ext cx="20389" cy="20900"/>
          </a:xfrm>
          <a:prstGeom prst="rect">
            <a:avLst/>
          </a:prstGeom>
        </p:spPr>
      </p:pic>
      <p:pic>
        <p:nvPicPr>
          <p:cNvPr id="226" name="Image 221" descr="preencoded.png"/>
          <p:cNvPicPr>
            <a:picLocks noChangeAspect="1"/>
          </p:cNvPicPr>
          <p:nvPr/>
        </p:nvPicPr>
        <p:blipFill>
          <a:blip r:embed="rId75"/>
          <a:srcRect/>
          <a:stretch/>
        </p:blipFill>
        <p:spPr>
          <a:xfrm>
            <a:off x="6282165" y="766740"/>
            <a:ext cx="15348" cy="20721"/>
          </a:xfrm>
          <a:prstGeom prst="rect">
            <a:avLst/>
          </a:prstGeom>
        </p:spPr>
      </p:pic>
      <p:pic>
        <p:nvPicPr>
          <p:cNvPr id="227" name="Image 222" descr="preencoded.png"/>
          <p:cNvPicPr>
            <a:picLocks noChangeAspect="1"/>
          </p:cNvPicPr>
          <p:nvPr/>
        </p:nvPicPr>
        <p:blipFill>
          <a:blip r:embed="rId76"/>
          <a:srcRect/>
          <a:stretch/>
        </p:blipFill>
        <p:spPr>
          <a:xfrm>
            <a:off x="6226634" y="761899"/>
            <a:ext cx="19515" cy="20830"/>
          </a:xfrm>
          <a:prstGeom prst="rect">
            <a:avLst/>
          </a:prstGeom>
        </p:spPr>
      </p:pic>
      <p:pic>
        <p:nvPicPr>
          <p:cNvPr id="228" name="Image 223" descr="preencoded.png"/>
          <p:cNvPicPr>
            <a:picLocks noChangeAspect="1"/>
          </p:cNvPicPr>
          <p:nvPr/>
        </p:nvPicPr>
        <p:blipFill>
          <a:blip r:embed="rId77"/>
          <a:srcRect/>
          <a:stretch/>
        </p:blipFill>
        <p:spPr>
          <a:xfrm>
            <a:off x="6243377" y="672993"/>
            <a:ext cx="40853" cy="7572"/>
          </a:xfrm>
          <a:prstGeom prst="rect">
            <a:avLst/>
          </a:prstGeom>
        </p:spPr>
      </p:pic>
      <p:pic>
        <p:nvPicPr>
          <p:cNvPr id="229" name="Image 224" descr="preencoded.png"/>
          <p:cNvPicPr>
            <a:picLocks noChangeAspect="1"/>
          </p:cNvPicPr>
          <p:nvPr/>
        </p:nvPicPr>
        <p:blipFill>
          <a:blip r:embed="rId78"/>
          <a:srcRect/>
          <a:stretch/>
        </p:blipFill>
        <p:spPr>
          <a:xfrm>
            <a:off x="6242093" y="679230"/>
            <a:ext cx="44109" cy="4986"/>
          </a:xfrm>
          <a:prstGeom prst="rect">
            <a:avLst/>
          </a:prstGeom>
        </p:spPr>
      </p:pic>
      <p:pic>
        <p:nvPicPr>
          <p:cNvPr id="230" name="Image 225" descr="preencoded.png"/>
          <p:cNvPicPr>
            <a:picLocks noChangeAspect="1"/>
          </p:cNvPicPr>
          <p:nvPr/>
        </p:nvPicPr>
        <p:blipFill>
          <a:blip r:embed="rId79"/>
          <a:srcRect/>
          <a:stretch/>
        </p:blipFill>
        <p:spPr>
          <a:xfrm>
            <a:off x="6242093" y="669982"/>
            <a:ext cx="44128" cy="4409"/>
          </a:xfrm>
          <a:prstGeom prst="rect">
            <a:avLst/>
          </a:prstGeom>
        </p:spPr>
      </p:pic>
      <p:pic>
        <p:nvPicPr>
          <p:cNvPr id="231" name="Image 226" descr="preencoded.png"/>
          <p:cNvPicPr>
            <a:picLocks noChangeAspect="1"/>
          </p:cNvPicPr>
          <p:nvPr/>
        </p:nvPicPr>
        <p:blipFill>
          <a:blip r:embed="rId80"/>
          <a:srcRect/>
          <a:stretch/>
        </p:blipFill>
        <p:spPr>
          <a:xfrm>
            <a:off x="6227955" y="903627"/>
            <a:ext cx="72535" cy="11114"/>
          </a:xfrm>
          <a:prstGeom prst="rect">
            <a:avLst/>
          </a:prstGeom>
        </p:spPr>
      </p:pic>
      <p:pic>
        <p:nvPicPr>
          <p:cNvPr id="232" name="Image 227" descr="preencoded.png"/>
          <p:cNvPicPr>
            <a:picLocks noChangeAspect="1"/>
          </p:cNvPicPr>
          <p:nvPr/>
        </p:nvPicPr>
        <p:blipFill>
          <a:blip r:embed="rId81"/>
          <a:srcRect/>
          <a:stretch/>
        </p:blipFill>
        <p:spPr>
          <a:xfrm>
            <a:off x="6227955" y="909425"/>
            <a:ext cx="73354" cy="11152"/>
          </a:xfrm>
          <a:prstGeom prst="rect">
            <a:avLst/>
          </a:prstGeom>
        </p:spPr>
      </p:pic>
      <p:pic>
        <p:nvPicPr>
          <p:cNvPr id="233" name="Image 228" descr="preencoded.png"/>
          <p:cNvPicPr>
            <a:picLocks noChangeAspect="1"/>
          </p:cNvPicPr>
          <p:nvPr/>
        </p:nvPicPr>
        <p:blipFill>
          <a:blip r:embed="rId80"/>
          <a:srcRect/>
          <a:stretch/>
        </p:blipFill>
        <p:spPr>
          <a:xfrm>
            <a:off x="6227955" y="915262"/>
            <a:ext cx="72535" cy="11133"/>
          </a:xfrm>
          <a:prstGeom prst="rect">
            <a:avLst/>
          </a:prstGeom>
        </p:spPr>
      </p:pic>
      <p:pic>
        <p:nvPicPr>
          <p:cNvPr id="234" name="Image 229" descr="preencoded.png"/>
          <p:cNvPicPr>
            <a:picLocks noChangeAspect="1"/>
          </p:cNvPicPr>
          <p:nvPr/>
        </p:nvPicPr>
        <p:blipFill>
          <a:blip r:embed="rId81"/>
          <a:srcRect/>
          <a:stretch/>
        </p:blipFill>
        <p:spPr>
          <a:xfrm>
            <a:off x="6227992" y="921091"/>
            <a:ext cx="72554" cy="11133"/>
          </a:xfrm>
          <a:prstGeom prst="rect">
            <a:avLst/>
          </a:prstGeom>
        </p:spPr>
      </p:pic>
      <p:pic>
        <p:nvPicPr>
          <p:cNvPr id="235" name="Image 230" descr="preencoded.png"/>
          <p:cNvPicPr>
            <a:picLocks noChangeAspect="1"/>
          </p:cNvPicPr>
          <p:nvPr/>
        </p:nvPicPr>
        <p:blipFill>
          <a:blip r:embed="rId80"/>
          <a:srcRect/>
          <a:stretch/>
        </p:blipFill>
        <p:spPr>
          <a:xfrm>
            <a:off x="6227992" y="926908"/>
            <a:ext cx="72535" cy="11133"/>
          </a:xfrm>
          <a:prstGeom prst="rect">
            <a:avLst/>
          </a:prstGeom>
        </p:spPr>
      </p:pic>
      <p:pic>
        <p:nvPicPr>
          <p:cNvPr id="236" name="Image 231" descr="preencoded.png"/>
          <p:cNvPicPr>
            <a:picLocks noChangeAspect="1"/>
          </p:cNvPicPr>
          <p:nvPr/>
        </p:nvPicPr>
        <p:blipFill>
          <a:blip r:embed="rId82"/>
          <a:srcRect r="6" b="-19858"/>
          <a:stretch/>
        </p:blipFill>
        <p:spPr>
          <a:xfrm>
            <a:off x="6237387" y="883779"/>
            <a:ext cx="52518" cy="9422"/>
          </a:xfrm>
          <a:prstGeom prst="rect">
            <a:avLst/>
          </a:prstGeom>
        </p:spPr>
      </p:pic>
      <p:pic>
        <p:nvPicPr>
          <p:cNvPr id="237" name="Image 232" descr="preencoded.png"/>
          <p:cNvPicPr>
            <a:picLocks noChangeAspect="1"/>
          </p:cNvPicPr>
          <p:nvPr/>
        </p:nvPicPr>
        <p:blipFill>
          <a:blip r:embed="rId78"/>
          <a:srcRect/>
          <a:stretch/>
        </p:blipFill>
        <p:spPr>
          <a:xfrm>
            <a:off x="6242112" y="880132"/>
            <a:ext cx="44109" cy="4986"/>
          </a:xfrm>
          <a:prstGeom prst="rect">
            <a:avLst/>
          </a:prstGeom>
        </p:spPr>
      </p:pic>
      <p:pic>
        <p:nvPicPr>
          <p:cNvPr id="238" name="Image 233" descr="preencoded.png"/>
          <p:cNvPicPr>
            <a:picLocks noChangeAspect="1"/>
          </p:cNvPicPr>
          <p:nvPr/>
        </p:nvPicPr>
        <p:blipFill>
          <a:blip r:embed="rId83"/>
          <a:srcRect/>
          <a:stretch/>
        </p:blipFill>
        <p:spPr>
          <a:xfrm>
            <a:off x="6237443" y="891643"/>
            <a:ext cx="53597" cy="15287"/>
          </a:xfrm>
          <a:prstGeom prst="rect">
            <a:avLst/>
          </a:prstGeom>
        </p:spPr>
      </p:pic>
      <p:pic>
        <p:nvPicPr>
          <p:cNvPr id="239" name="Image 234" descr="preencoded.png"/>
          <p:cNvPicPr>
            <a:picLocks noChangeAspect="1"/>
          </p:cNvPicPr>
          <p:nvPr/>
        </p:nvPicPr>
        <p:blipFill>
          <a:blip r:embed="rId84"/>
          <a:srcRect/>
          <a:stretch/>
        </p:blipFill>
        <p:spPr>
          <a:xfrm>
            <a:off x="6225146" y="830170"/>
            <a:ext cx="14715" cy="23047"/>
          </a:xfrm>
          <a:prstGeom prst="rect">
            <a:avLst/>
          </a:prstGeom>
        </p:spPr>
      </p:pic>
      <p:pic>
        <p:nvPicPr>
          <p:cNvPr id="240" name="Image 235" descr="preencoded.png"/>
          <p:cNvPicPr>
            <a:picLocks noChangeAspect="1"/>
          </p:cNvPicPr>
          <p:nvPr/>
        </p:nvPicPr>
        <p:blipFill>
          <a:blip r:embed="rId85"/>
          <a:srcRect/>
          <a:stretch/>
        </p:blipFill>
        <p:spPr>
          <a:xfrm>
            <a:off x="6244903" y="685260"/>
            <a:ext cx="37231" cy="192577"/>
          </a:xfrm>
          <a:prstGeom prst="rect">
            <a:avLst/>
          </a:prstGeom>
        </p:spPr>
      </p:pic>
      <p:pic>
        <p:nvPicPr>
          <p:cNvPr id="241" name="Image 236" descr="preencoded.png"/>
          <p:cNvPicPr>
            <a:picLocks noChangeAspect="1"/>
          </p:cNvPicPr>
          <p:nvPr/>
        </p:nvPicPr>
        <p:blipFill>
          <a:blip r:embed="rId86"/>
          <a:srcRect/>
          <a:stretch/>
        </p:blipFill>
        <p:spPr>
          <a:xfrm>
            <a:off x="6244921" y="685260"/>
            <a:ext cx="38435" cy="193782"/>
          </a:xfrm>
          <a:prstGeom prst="rect">
            <a:avLst/>
          </a:prstGeom>
        </p:spPr>
      </p:pic>
      <p:pic>
        <p:nvPicPr>
          <p:cNvPr id="242" name="Image 237" descr="preencoded.png"/>
          <p:cNvPicPr>
            <a:picLocks noChangeAspect="1"/>
          </p:cNvPicPr>
          <p:nvPr/>
        </p:nvPicPr>
        <p:blipFill>
          <a:blip r:embed="rId87"/>
          <a:srcRect/>
          <a:stretch/>
        </p:blipFill>
        <p:spPr>
          <a:xfrm>
            <a:off x="6218244" y="728169"/>
            <a:ext cx="103119" cy="46537"/>
          </a:xfrm>
          <a:prstGeom prst="rect">
            <a:avLst/>
          </a:prstGeom>
        </p:spPr>
      </p:pic>
      <p:pic>
        <p:nvPicPr>
          <p:cNvPr id="243" name="Image 238" descr="preencoded.png"/>
          <p:cNvPicPr>
            <a:picLocks noChangeAspect="1"/>
          </p:cNvPicPr>
          <p:nvPr/>
        </p:nvPicPr>
        <p:blipFill>
          <a:blip r:embed="rId88"/>
          <a:srcRect/>
          <a:stretch/>
        </p:blipFill>
        <p:spPr>
          <a:xfrm>
            <a:off x="6221685" y="771581"/>
            <a:ext cx="78302" cy="67286"/>
          </a:xfrm>
          <a:prstGeom prst="rect">
            <a:avLst/>
          </a:prstGeom>
        </p:spPr>
      </p:pic>
      <p:pic>
        <p:nvPicPr>
          <p:cNvPr id="244" name="Image 239" descr="preencoded.png"/>
          <p:cNvPicPr>
            <a:picLocks noChangeAspect="1"/>
          </p:cNvPicPr>
          <p:nvPr/>
        </p:nvPicPr>
        <p:blipFill>
          <a:blip r:embed="rId89"/>
          <a:srcRect/>
          <a:stretch/>
        </p:blipFill>
        <p:spPr>
          <a:xfrm>
            <a:off x="6234931" y="738482"/>
            <a:ext cx="13395" cy="17710"/>
          </a:xfrm>
          <a:prstGeom prst="rect">
            <a:avLst/>
          </a:prstGeom>
        </p:spPr>
      </p:pic>
      <p:pic>
        <p:nvPicPr>
          <p:cNvPr id="245" name="Image 240" descr="preencoded.png"/>
          <p:cNvPicPr>
            <a:picLocks noChangeAspect="1"/>
          </p:cNvPicPr>
          <p:nvPr/>
        </p:nvPicPr>
        <p:blipFill>
          <a:blip r:embed="rId90"/>
          <a:srcRect r="-23"/>
          <a:stretch/>
        </p:blipFill>
        <p:spPr>
          <a:xfrm>
            <a:off x="6252437" y="735195"/>
            <a:ext cx="13264" cy="16002"/>
          </a:xfrm>
          <a:prstGeom prst="rect">
            <a:avLst/>
          </a:prstGeom>
        </p:spPr>
      </p:pic>
      <p:pic>
        <p:nvPicPr>
          <p:cNvPr id="246" name="Image 241" descr="preencoded.png"/>
          <p:cNvPicPr>
            <a:picLocks noChangeAspect="1"/>
          </p:cNvPicPr>
          <p:nvPr/>
        </p:nvPicPr>
        <p:blipFill>
          <a:blip r:embed="rId91"/>
          <a:srcRect r="6"/>
          <a:stretch/>
        </p:blipFill>
        <p:spPr>
          <a:xfrm>
            <a:off x="6265906" y="732180"/>
            <a:ext cx="17059" cy="16262"/>
          </a:xfrm>
          <a:prstGeom prst="rect">
            <a:avLst/>
          </a:prstGeom>
        </p:spPr>
      </p:pic>
      <p:pic>
        <p:nvPicPr>
          <p:cNvPr id="247" name="Image 242" descr="preencoded.png"/>
          <p:cNvPicPr>
            <a:picLocks noChangeAspect="1"/>
          </p:cNvPicPr>
          <p:nvPr/>
        </p:nvPicPr>
        <p:blipFill>
          <a:blip r:embed="rId92"/>
          <a:srcRect r="-41"/>
          <a:stretch/>
        </p:blipFill>
        <p:spPr>
          <a:xfrm>
            <a:off x="6286481" y="732854"/>
            <a:ext cx="12111" cy="16148"/>
          </a:xfrm>
          <a:prstGeom prst="rect">
            <a:avLst/>
          </a:prstGeom>
        </p:spPr>
      </p:pic>
      <p:pic>
        <p:nvPicPr>
          <p:cNvPr id="248" name="Image 243" descr="preencoded.png"/>
          <p:cNvPicPr>
            <a:picLocks noChangeAspect="1"/>
          </p:cNvPicPr>
          <p:nvPr/>
        </p:nvPicPr>
        <p:blipFill>
          <a:blip r:embed="rId77"/>
          <a:srcRect/>
          <a:stretch/>
        </p:blipFill>
        <p:spPr>
          <a:xfrm>
            <a:off x="6585086" y="672993"/>
            <a:ext cx="40872" cy="7569"/>
          </a:xfrm>
          <a:prstGeom prst="rect">
            <a:avLst/>
          </a:prstGeom>
        </p:spPr>
      </p:pic>
      <p:pic>
        <p:nvPicPr>
          <p:cNvPr id="249" name="Image 244" descr="preencoded.png"/>
          <p:cNvPicPr>
            <a:picLocks noChangeAspect="1"/>
          </p:cNvPicPr>
          <p:nvPr/>
        </p:nvPicPr>
        <p:blipFill>
          <a:blip r:embed="rId78"/>
          <a:srcRect/>
          <a:stretch/>
        </p:blipFill>
        <p:spPr>
          <a:xfrm>
            <a:off x="6583859" y="679230"/>
            <a:ext cx="44090" cy="4986"/>
          </a:xfrm>
          <a:prstGeom prst="rect">
            <a:avLst/>
          </a:prstGeom>
        </p:spPr>
      </p:pic>
      <p:pic>
        <p:nvPicPr>
          <p:cNvPr id="250" name="Image 245" descr="preencoded.png"/>
          <p:cNvPicPr>
            <a:picLocks noChangeAspect="1"/>
          </p:cNvPicPr>
          <p:nvPr/>
        </p:nvPicPr>
        <p:blipFill>
          <a:blip r:embed="rId79"/>
          <a:srcRect/>
          <a:stretch/>
        </p:blipFill>
        <p:spPr>
          <a:xfrm>
            <a:off x="6583840" y="669982"/>
            <a:ext cx="44128" cy="4409"/>
          </a:xfrm>
          <a:prstGeom prst="rect">
            <a:avLst/>
          </a:prstGeom>
        </p:spPr>
      </p:pic>
      <p:pic>
        <p:nvPicPr>
          <p:cNvPr id="251" name="Image 246" descr="preencoded.png"/>
          <p:cNvPicPr>
            <a:picLocks noChangeAspect="1"/>
          </p:cNvPicPr>
          <p:nvPr/>
        </p:nvPicPr>
        <p:blipFill>
          <a:blip r:embed="rId93"/>
          <a:srcRect/>
          <a:stretch/>
        </p:blipFill>
        <p:spPr>
          <a:xfrm>
            <a:off x="6579710" y="655867"/>
            <a:ext cx="52220" cy="15324"/>
          </a:xfrm>
          <a:prstGeom prst="rect">
            <a:avLst/>
          </a:prstGeom>
        </p:spPr>
      </p:pic>
      <p:pic>
        <p:nvPicPr>
          <p:cNvPr id="252" name="Image 247" descr="preencoded.png"/>
          <p:cNvPicPr>
            <a:picLocks noChangeAspect="1"/>
          </p:cNvPicPr>
          <p:nvPr/>
        </p:nvPicPr>
        <p:blipFill>
          <a:blip r:embed="rId80"/>
          <a:srcRect/>
          <a:stretch/>
        </p:blipFill>
        <p:spPr>
          <a:xfrm>
            <a:off x="6569590" y="903627"/>
            <a:ext cx="72572" cy="11114"/>
          </a:xfrm>
          <a:prstGeom prst="rect">
            <a:avLst/>
          </a:prstGeom>
        </p:spPr>
      </p:pic>
      <p:pic>
        <p:nvPicPr>
          <p:cNvPr id="253" name="Image 248" descr="preencoded.png"/>
          <p:cNvPicPr>
            <a:picLocks noChangeAspect="1"/>
          </p:cNvPicPr>
          <p:nvPr/>
        </p:nvPicPr>
        <p:blipFill>
          <a:blip r:embed="rId94"/>
          <a:srcRect/>
          <a:stretch/>
        </p:blipFill>
        <p:spPr>
          <a:xfrm>
            <a:off x="6569590" y="909425"/>
            <a:ext cx="73447" cy="11152"/>
          </a:xfrm>
          <a:prstGeom prst="rect">
            <a:avLst/>
          </a:prstGeom>
        </p:spPr>
      </p:pic>
      <p:pic>
        <p:nvPicPr>
          <p:cNvPr id="254" name="Image 249" descr="preencoded.png"/>
          <p:cNvPicPr>
            <a:picLocks noChangeAspect="1"/>
          </p:cNvPicPr>
          <p:nvPr/>
        </p:nvPicPr>
        <p:blipFill>
          <a:blip r:embed="rId80"/>
          <a:srcRect/>
          <a:stretch/>
        </p:blipFill>
        <p:spPr>
          <a:xfrm>
            <a:off x="6569590" y="915262"/>
            <a:ext cx="72572" cy="11133"/>
          </a:xfrm>
          <a:prstGeom prst="rect">
            <a:avLst/>
          </a:prstGeom>
        </p:spPr>
      </p:pic>
      <p:pic>
        <p:nvPicPr>
          <p:cNvPr id="255" name="Image 250" descr="preencoded.png"/>
          <p:cNvPicPr>
            <a:picLocks noChangeAspect="1"/>
          </p:cNvPicPr>
          <p:nvPr/>
        </p:nvPicPr>
        <p:blipFill>
          <a:blip r:embed="rId95"/>
          <a:srcRect/>
          <a:stretch/>
        </p:blipFill>
        <p:spPr>
          <a:xfrm>
            <a:off x="6569571" y="921091"/>
            <a:ext cx="72610" cy="11133"/>
          </a:xfrm>
          <a:prstGeom prst="rect">
            <a:avLst/>
          </a:prstGeom>
        </p:spPr>
      </p:pic>
      <p:pic>
        <p:nvPicPr>
          <p:cNvPr id="256" name="Image 251" descr="preencoded.png"/>
          <p:cNvPicPr>
            <a:picLocks noChangeAspect="1"/>
          </p:cNvPicPr>
          <p:nvPr/>
        </p:nvPicPr>
        <p:blipFill>
          <a:blip r:embed="rId80"/>
          <a:srcRect/>
          <a:stretch/>
        </p:blipFill>
        <p:spPr>
          <a:xfrm>
            <a:off x="6569590" y="926908"/>
            <a:ext cx="72591" cy="11133"/>
          </a:xfrm>
          <a:prstGeom prst="rect">
            <a:avLst/>
          </a:prstGeom>
        </p:spPr>
      </p:pic>
      <p:pic>
        <p:nvPicPr>
          <p:cNvPr id="257" name="Image 252" descr="preencoded.png"/>
          <p:cNvPicPr>
            <a:picLocks noChangeAspect="1"/>
          </p:cNvPicPr>
          <p:nvPr/>
        </p:nvPicPr>
        <p:blipFill>
          <a:blip r:embed="rId82"/>
          <a:srcRect r="8" b="-19870"/>
          <a:stretch/>
        </p:blipFill>
        <p:spPr>
          <a:xfrm>
            <a:off x="6578966" y="883779"/>
            <a:ext cx="52518" cy="9423"/>
          </a:xfrm>
          <a:prstGeom prst="rect">
            <a:avLst/>
          </a:prstGeom>
        </p:spPr>
      </p:pic>
      <p:pic>
        <p:nvPicPr>
          <p:cNvPr id="258" name="Image 253" descr="preencoded.png"/>
          <p:cNvPicPr>
            <a:picLocks noChangeAspect="1"/>
          </p:cNvPicPr>
          <p:nvPr/>
        </p:nvPicPr>
        <p:blipFill>
          <a:blip r:embed="rId78"/>
          <a:srcRect/>
          <a:stretch/>
        </p:blipFill>
        <p:spPr>
          <a:xfrm>
            <a:off x="6583859" y="880132"/>
            <a:ext cx="44090" cy="4986"/>
          </a:xfrm>
          <a:prstGeom prst="rect">
            <a:avLst/>
          </a:prstGeom>
        </p:spPr>
      </p:pic>
      <p:pic>
        <p:nvPicPr>
          <p:cNvPr id="259" name="Image 254" descr="preencoded.png"/>
          <p:cNvPicPr>
            <a:picLocks noChangeAspect="1"/>
          </p:cNvPicPr>
          <p:nvPr/>
        </p:nvPicPr>
        <p:blipFill>
          <a:blip r:embed="rId83"/>
          <a:srcRect/>
          <a:stretch/>
        </p:blipFill>
        <p:spPr>
          <a:xfrm>
            <a:off x="6579040" y="891643"/>
            <a:ext cx="53597" cy="15287"/>
          </a:xfrm>
          <a:prstGeom prst="rect">
            <a:avLst/>
          </a:prstGeom>
        </p:spPr>
      </p:pic>
      <p:pic>
        <p:nvPicPr>
          <p:cNvPr id="260" name="Image 255" descr="preencoded.png"/>
          <p:cNvPicPr>
            <a:picLocks noChangeAspect="1"/>
          </p:cNvPicPr>
          <p:nvPr/>
        </p:nvPicPr>
        <p:blipFill>
          <a:blip r:embed="rId96"/>
          <a:srcRect/>
          <a:stretch/>
        </p:blipFill>
        <p:spPr>
          <a:xfrm>
            <a:off x="6630200" y="830170"/>
            <a:ext cx="14715" cy="23047"/>
          </a:xfrm>
          <a:prstGeom prst="rect">
            <a:avLst/>
          </a:prstGeom>
        </p:spPr>
      </p:pic>
      <p:pic>
        <p:nvPicPr>
          <p:cNvPr id="261" name="Image 256" descr="preencoded.png"/>
          <p:cNvPicPr>
            <a:picLocks noChangeAspect="1"/>
          </p:cNvPicPr>
          <p:nvPr/>
        </p:nvPicPr>
        <p:blipFill>
          <a:blip r:embed="rId85"/>
          <a:srcRect/>
          <a:stretch/>
        </p:blipFill>
        <p:spPr>
          <a:xfrm>
            <a:off x="6586742" y="685260"/>
            <a:ext cx="37231" cy="192577"/>
          </a:xfrm>
          <a:prstGeom prst="rect">
            <a:avLst/>
          </a:prstGeom>
        </p:spPr>
      </p:pic>
      <p:pic>
        <p:nvPicPr>
          <p:cNvPr id="262" name="Image 257" descr="preencoded.png"/>
          <p:cNvPicPr>
            <a:picLocks noChangeAspect="1"/>
          </p:cNvPicPr>
          <p:nvPr/>
        </p:nvPicPr>
        <p:blipFill>
          <a:blip r:embed="rId86"/>
          <a:srcRect/>
          <a:stretch/>
        </p:blipFill>
        <p:spPr>
          <a:xfrm>
            <a:off x="6586724" y="685260"/>
            <a:ext cx="38435" cy="193782"/>
          </a:xfrm>
          <a:prstGeom prst="rect">
            <a:avLst/>
          </a:prstGeom>
        </p:spPr>
      </p:pic>
      <p:pic>
        <p:nvPicPr>
          <p:cNvPr id="263" name="Image 258" descr="preencoded.png"/>
          <p:cNvPicPr>
            <a:picLocks noChangeAspect="1"/>
          </p:cNvPicPr>
          <p:nvPr/>
        </p:nvPicPr>
        <p:blipFill>
          <a:blip r:embed="rId97"/>
          <a:srcRect/>
          <a:stretch/>
        </p:blipFill>
        <p:spPr>
          <a:xfrm>
            <a:off x="6548698" y="728169"/>
            <a:ext cx="103138" cy="46537"/>
          </a:xfrm>
          <a:prstGeom prst="rect">
            <a:avLst/>
          </a:prstGeom>
        </p:spPr>
      </p:pic>
      <p:pic>
        <p:nvPicPr>
          <p:cNvPr id="264" name="Image 259" descr="preencoded.png"/>
          <p:cNvPicPr>
            <a:picLocks noChangeAspect="1"/>
          </p:cNvPicPr>
          <p:nvPr/>
        </p:nvPicPr>
        <p:blipFill>
          <a:blip r:embed="rId98"/>
          <a:srcRect/>
          <a:stretch/>
        </p:blipFill>
        <p:spPr>
          <a:xfrm>
            <a:off x="6570073" y="771581"/>
            <a:ext cx="78302" cy="67286"/>
          </a:xfrm>
          <a:prstGeom prst="rect">
            <a:avLst/>
          </a:prstGeom>
        </p:spPr>
      </p:pic>
      <p:pic>
        <p:nvPicPr>
          <p:cNvPr id="265" name="Image 260" descr="preencoded.png"/>
          <p:cNvPicPr>
            <a:picLocks noChangeAspect="1"/>
          </p:cNvPicPr>
          <p:nvPr/>
        </p:nvPicPr>
        <p:blipFill>
          <a:blip r:embed="rId99"/>
          <a:srcRect/>
          <a:stretch/>
        </p:blipFill>
        <p:spPr>
          <a:xfrm>
            <a:off x="6559209" y="733451"/>
            <a:ext cx="16911" cy="16952"/>
          </a:xfrm>
          <a:prstGeom prst="rect">
            <a:avLst/>
          </a:prstGeom>
        </p:spPr>
      </p:pic>
      <p:pic>
        <p:nvPicPr>
          <p:cNvPr id="266" name="Image 261" descr="preencoded.png"/>
          <p:cNvPicPr>
            <a:picLocks noChangeAspect="1"/>
          </p:cNvPicPr>
          <p:nvPr/>
        </p:nvPicPr>
        <p:blipFill>
          <a:blip r:embed="rId100"/>
          <a:srcRect r="-58"/>
          <a:stretch/>
        </p:blipFill>
        <p:spPr>
          <a:xfrm>
            <a:off x="6580938" y="733506"/>
            <a:ext cx="10306" cy="15685"/>
          </a:xfrm>
          <a:prstGeom prst="rect">
            <a:avLst/>
          </a:prstGeom>
        </p:spPr>
      </p:pic>
      <p:pic>
        <p:nvPicPr>
          <p:cNvPr id="267" name="Image 262" descr="preencoded.png"/>
          <p:cNvPicPr>
            <a:picLocks noChangeAspect="1"/>
          </p:cNvPicPr>
          <p:nvPr/>
        </p:nvPicPr>
        <p:blipFill>
          <a:blip r:embed="rId101"/>
          <a:srcRect/>
          <a:stretch/>
        </p:blipFill>
        <p:spPr>
          <a:xfrm>
            <a:off x="6592286" y="733711"/>
            <a:ext cx="14064" cy="16374"/>
          </a:xfrm>
          <a:prstGeom prst="rect">
            <a:avLst/>
          </a:prstGeom>
        </p:spPr>
      </p:pic>
      <p:pic>
        <p:nvPicPr>
          <p:cNvPr id="268" name="Image 263" descr="preencoded.png"/>
          <p:cNvPicPr>
            <a:picLocks noChangeAspect="1"/>
          </p:cNvPicPr>
          <p:nvPr/>
        </p:nvPicPr>
        <p:blipFill>
          <a:blip r:embed="rId102"/>
          <a:srcRect r="60"/>
          <a:stretch/>
        </p:blipFill>
        <p:spPr>
          <a:xfrm>
            <a:off x="6607094" y="736172"/>
            <a:ext cx="14976" cy="18423"/>
          </a:xfrm>
          <a:prstGeom prst="rect">
            <a:avLst/>
          </a:prstGeom>
        </p:spPr>
      </p:pic>
      <p:pic>
        <p:nvPicPr>
          <p:cNvPr id="269" name="Image 264" descr="preencoded.png"/>
          <p:cNvPicPr>
            <a:picLocks noChangeAspect="1"/>
          </p:cNvPicPr>
          <p:nvPr/>
        </p:nvPicPr>
        <p:blipFill>
          <a:blip r:embed="rId103"/>
          <a:srcRect/>
          <a:stretch/>
        </p:blipFill>
        <p:spPr>
          <a:xfrm>
            <a:off x="6621828" y="744958"/>
            <a:ext cx="16390" cy="18498"/>
          </a:xfrm>
          <a:prstGeom prst="rect">
            <a:avLst/>
          </a:prstGeom>
        </p:spPr>
      </p:pic>
      <p:pic>
        <p:nvPicPr>
          <p:cNvPr id="270" name="Image 265" descr="preencoded.png"/>
          <p:cNvPicPr>
            <a:picLocks noChangeAspect="1"/>
          </p:cNvPicPr>
          <p:nvPr/>
        </p:nvPicPr>
        <p:blipFill>
          <a:blip r:embed="rId104"/>
          <a:srcRect/>
          <a:stretch/>
        </p:blipFill>
        <p:spPr>
          <a:xfrm>
            <a:off x="6376969" y="587817"/>
            <a:ext cx="11144" cy="11133"/>
          </a:xfrm>
          <a:prstGeom prst="rect">
            <a:avLst/>
          </a:prstGeom>
        </p:spPr>
      </p:pic>
      <p:pic>
        <p:nvPicPr>
          <p:cNvPr id="271" name="Image 266" descr="preencoded.png"/>
          <p:cNvPicPr>
            <a:picLocks noChangeAspect="1"/>
          </p:cNvPicPr>
          <p:nvPr/>
        </p:nvPicPr>
        <p:blipFill>
          <a:blip r:embed="rId105"/>
          <a:srcRect/>
          <a:stretch/>
        </p:blipFill>
        <p:spPr>
          <a:xfrm>
            <a:off x="6319038" y="549927"/>
            <a:ext cx="230367" cy="76108"/>
          </a:xfrm>
          <a:prstGeom prst="rect">
            <a:avLst/>
          </a:prstGeom>
        </p:spPr>
      </p:pic>
      <p:pic>
        <p:nvPicPr>
          <p:cNvPr id="272" name="Image 267" descr="preencoded.png"/>
          <p:cNvPicPr>
            <a:picLocks noChangeAspect="1"/>
          </p:cNvPicPr>
          <p:nvPr/>
        </p:nvPicPr>
        <p:blipFill>
          <a:blip r:embed="rId106"/>
          <a:srcRect/>
          <a:stretch/>
        </p:blipFill>
        <p:spPr>
          <a:xfrm>
            <a:off x="6355817" y="616578"/>
            <a:ext cx="157088" cy="24870"/>
          </a:xfrm>
          <a:prstGeom prst="rect">
            <a:avLst/>
          </a:prstGeom>
        </p:spPr>
      </p:pic>
      <p:pic>
        <p:nvPicPr>
          <p:cNvPr id="273" name="Image 268" descr="preencoded.png"/>
          <p:cNvPicPr>
            <a:picLocks noChangeAspect="1"/>
          </p:cNvPicPr>
          <p:nvPr/>
        </p:nvPicPr>
        <p:blipFill>
          <a:blip r:embed="rId107"/>
          <a:srcRect/>
          <a:stretch/>
        </p:blipFill>
        <p:spPr>
          <a:xfrm>
            <a:off x="6352542" y="611435"/>
            <a:ext cx="164381" cy="16622"/>
          </a:xfrm>
          <a:prstGeom prst="rect">
            <a:avLst/>
          </a:prstGeom>
        </p:spPr>
      </p:pic>
      <p:pic>
        <p:nvPicPr>
          <p:cNvPr id="274" name="Image 269" descr="preencoded.png"/>
          <p:cNvPicPr>
            <a:picLocks noChangeAspect="1"/>
          </p:cNvPicPr>
          <p:nvPr/>
        </p:nvPicPr>
        <p:blipFill>
          <a:blip r:embed="rId108"/>
          <a:srcRect/>
          <a:stretch/>
        </p:blipFill>
        <p:spPr>
          <a:xfrm>
            <a:off x="6360988" y="630624"/>
            <a:ext cx="147451" cy="25589"/>
          </a:xfrm>
          <a:prstGeom prst="rect">
            <a:avLst/>
          </a:prstGeom>
        </p:spPr>
      </p:pic>
      <p:pic>
        <p:nvPicPr>
          <p:cNvPr id="275" name="Image 270" descr="preencoded.png"/>
          <p:cNvPicPr>
            <a:picLocks noChangeAspect="1"/>
          </p:cNvPicPr>
          <p:nvPr/>
        </p:nvPicPr>
        <p:blipFill>
          <a:blip r:embed="rId109"/>
          <a:srcRect/>
          <a:stretch/>
        </p:blipFill>
        <p:spPr>
          <a:xfrm>
            <a:off x="6368318" y="635500"/>
            <a:ext cx="136085" cy="16833"/>
          </a:xfrm>
          <a:prstGeom prst="rect">
            <a:avLst/>
          </a:prstGeom>
        </p:spPr>
      </p:pic>
      <p:pic>
        <p:nvPicPr>
          <p:cNvPr id="276" name="Image 271" descr="preencoded.png"/>
          <p:cNvPicPr>
            <a:picLocks noChangeAspect="1"/>
          </p:cNvPicPr>
          <p:nvPr/>
        </p:nvPicPr>
        <p:blipFill>
          <a:blip r:embed="rId110"/>
          <a:srcRect/>
          <a:stretch/>
        </p:blipFill>
        <p:spPr>
          <a:xfrm>
            <a:off x="6412092" y="621481"/>
            <a:ext cx="6232" cy="6245"/>
          </a:xfrm>
          <a:prstGeom prst="rect">
            <a:avLst/>
          </a:prstGeom>
        </p:spPr>
      </p:pic>
      <p:pic>
        <p:nvPicPr>
          <p:cNvPr id="277" name="Image 272" descr="preencoded.png"/>
          <p:cNvPicPr>
            <a:picLocks noChangeAspect="1"/>
          </p:cNvPicPr>
          <p:nvPr/>
        </p:nvPicPr>
        <p:blipFill>
          <a:blip r:embed="rId111"/>
          <a:srcRect/>
          <a:stretch/>
        </p:blipFill>
        <p:spPr>
          <a:xfrm>
            <a:off x="6424036" y="620915"/>
            <a:ext cx="21450" cy="6234"/>
          </a:xfrm>
          <a:prstGeom prst="rect">
            <a:avLst/>
          </a:prstGeom>
        </p:spPr>
      </p:pic>
      <p:pic>
        <p:nvPicPr>
          <p:cNvPr id="278" name="Image 273" descr="preencoded.png"/>
          <p:cNvPicPr>
            <a:picLocks noChangeAspect="1"/>
          </p:cNvPicPr>
          <p:nvPr/>
        </p:nvPicPr>
        <p:blipFill>
          <a:blip r:embed="rId112"/>
          <a:srcRect/>
          <a:stretch/>
        </p:blipFill>
        <p:spPr>
          <a:xfrm>
            <a:off x="6388019" y="622486"/>
            <a:ext cx="17190" cy="7557"/>
          </a:xfrm>
          <a:prstGeom prst="rect">
            <a:avLst/>
          </a:prstGeom>
        </p:spPr>
      </p:pic>
      <p:pic>
        <p:nvPicPr>
          <p:cNvPr id="279" name="Image 274" descr="preencoded.png"/>
          <p:cNvPicPr>
            <a:picLocks noChangeAspect="1"/>
          </p:cNvPicPr>
          <p:nvPr/>
        </p:nvPicPr>
        <p:blipFill>
          <a:blip r:embed="rId110"/>
          <a:srcRect/>
          <a:stretch/>
        </p:blipFill>
        <p:spPr>
          <a:xfrm>
            <a:off x="6374290" y="626132"/>
            <a:ext cx="6232" cy="6246"/>
          </a:xfrm>
          <a:prstGeom prst="rect">
            <a:avLst/>
          </a:prstGeom>
        </p:spPr>
      </p:pic>
      <p:pic>
        <p:nvPicPr>
          <p:cNvPr id="280" name="Image 275" descr="preencoded.png"/>
          <p:cNvPicPr>
            <a:picLocks noChangeAspect="1"/>
          </p:cNvPicPr>
          <p:nvPr/>
        </p:nvPicPr>
        <p:blipFill>
          <a:blip r:embed="rId113"/>
          <a:srcRect/>
          <a:stretch/>
        </p:blipFill>
        <p:spPr>
          <a:xfrm>
            <a:off x="6357547" y="629357"/>
            <a:ext cx="12948" cy="7134"/>
          </a:xfrm>
          <a:prstGeom prst="rect">
            <a:avLst/>
          </a:prstGeom>
        </p:spPr>
      </p:pic>
      <p:pic>
        <p:nvPicPr>
          <p:cNvPr id="281" name="Image 276" descr="preencoded.png"/>
          <p:cNvPicPr>
            <a:picLocks noChangeAspect="1"/>
          </p:cNvPicPr>
          <p:nvPr/>
        </p:nvPicPr>
        <p:blipFill>
          <a:blip r:embed="rId114"/>
          <a:srcRect/>
          <a:stretch/>
        </p:blipFill>
        <p:spPr>
          <a:xfrm>
            <a:off x="6464201" y="622486"/>
            <a:ext cx="17190" cy="7557"/>
          </a:xfrm>
          <a:prstGeom prst="rect">
            <a:avLst/>
          </a:prstGeom>
        </p:spPr>
      </p:pic>
      <p:pic>
        <p:nvPicPr>
          <p:cNvPr id="282" name="Image 277" descr="preencoded.png"/>
          <p:cNvPicPr>
            <a:picLocks noChangeAspect="1"/>
          </p:cNvPicPr>
          <p:nvPr/>
        </p:nvPicPr>
        <p:blipFill>
          <a:blip r:embed="rId110"/>
          <a:srcRect/>
          <a:stretch/>
        </p:blipFill>
        <p:spPr>
          <a:xfrm>
            <a:off x="6451085" y="621481"/>
            <a:ext cx="6232" cy="6245"/>
          </a:xfrm>
          <a:prstGeom prst="rect">
            <a:avLst/>
          </a:prstGeom>
        </p:spPr>
      </p:pic>
      <p:pic>
        <p:nvPicPr>
          <p:cNvPr id="283" name="Image 278" descr="preencoded.png"/>
          <p:cNvPicPr>
            <a:picLocks noChangeAspect="1"/>
          </p:cNvPicPr>
          <p:nvPr/>
        </p:nvPicPr>
        <p:blipFill>
          <a:blip r:embed="rId110"/>
          <a:srcRect/>
          <a:stretch/>
        </p:blipFill>
        <p:spPr>
          <a:xfrm>
            <a:off x="6488888" y="626132"/>
            <a:ext cx="6232" cy="6246"/>
          </a:xfrm>
          <a:prstGeom prst="rect">
            <a:avLst/>
          </a:prstGeom>
        </p:spPr>
      </p:pic>
      <p:pic>
        <p:nvPicPr>
          <p:cNvPr id="284" name="Image 279" descr="preencoded.png"/>
          <p:cNvPicPr>
            <a:picLocks noChangeAspect="1"/>
          </p:cNvPicPr>
          <p:nvPr/>
        </p:nvPicPr>
        <p:blipFill>
          <a:blip r:embed="rId115"/>
          <a:srcRect/>
          <a:stretch/>
        </p:blipFill>
        <p:spPr>
          <a:xfrm>
            <a:off x="6500161" y="629357"/>
            <a:ext cx="12929" cy="7134"/>
          </a:xfrm>
          <a:prstGeom prst="rect">
            <a:avLst/>
          </a:prstGeom>
        </p:spPr>
      </p:pic>
      <p:pic>
        <p:nvPicPr>
          <p:cNvPr id="285" name="Image 280" descr="preencoded.png"/>
          <p:cNvPicPr>
            <a:picLocks noChangeAspect="1"/>
          </p:cNvPicPr>
          <p:nvPr/>
        </p:nvPicPr>
        <p:blipFill>
          <a:blip r:embed="rId116"/>
          <a:srcRect/>
          <a:stretch/>
        </p:blipFill>
        <p:spPr>
          <a:xfrm>
            <a:off x="6365323" y="635500"/>
            <a:ext cx="137908" cy="9767"/>
          </a:xfrm>
          <a:prstGeom prst="rect">
            <a:avLst/>
          </a:prstGeom>
        </p:spPr>
      </p:pic>
      <p:pic>
        <p:nvPicPr>
          <p:cNvPr id="286" name="Image 281" descr="preencoded.png"/>
          <p:cNvPicPr>
            <a:picLocks noChangeAspect="1"/>
          </p:cNvPicPr>
          <p:nvPr/>
        </p:nvPicPr>
        <p:blipFill>
          <a:blip r:embed="rId117"/>
          <a:srcRect/>
          <a:stretch/>
        </p:blipFill>
        <p:spPr>
          <a:xfrm>
            <a:off x="6372337" y="524313"/>
            <a:ext cx="54229" cy="50852"/>
          </a:xfrm>
          <a:prstGeom prst="rect">
            <a:avLst/>
          </a:prstGeom>
        </p:spPr>
      </p:pic>
      <p:pic>
        <p:nvPicPr>
          <p:cNvPr id="287" name="Image 282" descr="preencoded.png"/>
          <p:cNvPicPr>
            <a:picLocks noChangeAspect="1"/>
          </p:cNvPicPr>
          <p:nvPr/>
        </p:nvPicPr>
        <p:blipFill>
          <a:blip r:embed="rId118"/>
          <a:srcRect/>
          <a:stretch/>
        </p:blipFill>
        <p:spPr>
          <a:xfrm>
            <a:off x="6367723" y="532394"/>
            <a:ext cx="13767" cy="40407"/>
          </a:xfrm>
          <a:prstGeom prst="rect">
            <a:avLst/>
          </a:prstGeom>
        </p:spPr>
      </p:pic>
      <p:pic>
        <p:nvPicPr>
          <p:cNvPr id="288" name="Image 283" descr="preencoded.png"/>
          <p:cNvPicPr>
            <a:picLocks noChangeAspect="1"/>
          </p:cNvPicPr>
          <p:nvPr/>
        </p:nvPicPr>
        <p:blipFill>
          <a:blip r:embed="rId119"/>
          <a:srcRect/>
          <a:stretch/>
        </p:blipFill>
        <p:spPr>
          <a:xfrm>
            <a:off x="6318889" y="536665"/>
            <a:ext cx="56220" cy="53888"/>
          </a:xfrm>
          <a:prstGeom prst="rect">
            <a:avLst/>
          </a:prstGeom>
        </p:spPr>
      </p:pic>
      <p:pic>
        <p:nvPicPr>
          <p:cNvPr id="289" name="Image 284" descr="preencoded.png"/>
          <p:cNvPicPr>
            <a:picLocks noChangeAspect="1"/>
          </p:cNvPicPr>
          <p:nvPr/>
        </p:nvPicPr>
        <p:blipFill>
          <a:blip r:embed="rId120"/>
          <a:srcRect/>
          <a:stretch/>
        </p:blipFill>
        <p:spPr>
          <a:xfrm>
            <a:off x="6315149" y="544509"/>
            <a:ext cx="16911" cy="42984"/>
          </a:xfrm>
          <a:prstGeom prst="rect">
            <a:avLst/>
          </a:prstGeom>
        </p:spPr>
      </p:pic>
      <p:pic>
        <p:nvPicPr>
          <p:cNvPr id="290" name="Image 285" descr="preencoded.png"/>
          <p:cNvPicPr>
            <a:picLocks noChangeAspect="1"/>
          </p:cNvPicPr>
          <p:nvPr/>
        </p:nvPicPr>
        <p:blipFill>
          <a:blip r:embed="rId121"/>
          <a:srcRect/>
          <a:stretch/>
        </p:blipFill>
        <p:spPr>
          <a:xfrm>
            <a:off x="6421450" y="522228"/>
            <a:ext cx="26119" cy="55012"/>
          </a:xfrm>
          <a:prstGeom prst="rect">
            <a:avLst/>
          </a:prstGeom>
        </p:spPr>
      </p:pic>
      <p:pic>
        <p:nvPicPr>
          <p:cNvPr id="291" name="Image 286" descr="preencoded.png"/>
          <p:cNvPicPr>
            <a:picLocks noChangeAspect="1"/>
          </p:cNvPicPr>
          <p:nvPr/>
        </p:nvPicPr>
        <p:blipFill>
          <a:blip r:embed="rId122"/>
          <a:srcRect/>
          <a:stretch/>
        </p:blipFill>
        <p:spPr>
          <a:xfrm>
            <a:off x="6425692" y="526270"/>
            <a:ext cx="17599" cy="45566"/>
          </a:xfrm>
          <a:prstGeom prst="rect">
            <a:avLst/>
          </a:prstGeom>
        </p:spPr>
      </p:pic>
      <p:pic>
        <p:nvPicPr>
          <p:cNvPr id="292" name="Image 287" descr="preencoded.png"/>
          <p:cNvPicPr>
            <a:picLocks noChangeAspect="1"/>
          </p:cNvPicPr>
          <p:nvPr/>
        </p:nvPicPr>
        <p:blipFill>
          <a:blip r:embed="rId123"/>
          <a:srcRect/>
          <a:stretch/>
        </p:blipFill>
        <p:spPr>
          <a:xfrm>
            <a:off x="6442304" y="524313"/>
            <a:ext cx="54229" cy="50852"/>
          </a:xfrm>
          <a:prstGeom prst="rect">
            <a:avLst/>
          </a:prstGeom>
        </p:spPr>
      </p:pic>
      <p:pic>
        <p:nvPicPr>
          <p:cNvPr id="293" name="Image 288" descr="preencoded.png"/>
          <p:cNvPicPr>
            <a:picLocks noChangeAspect="1"/>
          </p:cNvPicPr>
          <p:nvPr/>
        </p:nvPicPr>
        <p:blipFill>
          <a:blip r:embed="rId124"/>
          <a:srcRect/>
          <a:stretch/>
        </p:blipFill>
        <p:spPr>
          <a:xfrm>
            <a:off x="6487120" y="532394"/>
            <a:ext cx="13785" cy="40405"/>
          </a:xfrm>
          <a:prstGeom prst="rect">
            <a:avLst/>
          </a:prstGeom>
        </p:spPr>
      </p:pic>
      <p:pic>
        <p:nvPicPr>
          <p:cNvPr id="294" name="Image 289" descr="preencoded.png"/>
          <p:cNvPicPr>
            <a:picLocks noChangeAspect="1"/>
          </p:cNvPicPr>
          <p:nvPr/>
        </p:nvPicPr>
        <p:blipFill>
          <a:blip r:embed="rId125"/>
          <a:srcRect/>
          <a:stretch/>
        </p:blipFill>
        <p:spPr>
          <a:xfrm>
            <a:off x="6494227" y="536665"/>
            <a:ext cx="56238" cy="53888"/>
          </a:xfrm>
          <a:prstGeom prst="rect">
            <a:avLst/>
          </a:prstGeom>
        </p:spPr>
      </p:pic>
      <p:pic>
        <p:nvPicPr>
          <p:cNvPr id="295" name="Image 290" descr="preencoded.png"/>
          <p:cNvPicPr>
            <a:picLocks noChangeAspect="1"/>
          </p:cNvPicPr>
          <p:nvPr/>
        </p:nvPicPr>
        <p:blipFill>
          <a:blip r:embed="rId126"/>
          <a:srcRect/>
          <a:stretch/>
        </p:blipFill>
        <p:spPr>
          <a:xfrm>
            <a:off x="6537127" y="544509"/>
            <a:ext cx="16576" cy="43327"/>
          </a:xfrm>
          <a:prstGeom prst="rect">
            <a:avLst/>
          </a:prstGeom>
        </p:spPr>
      </p:pic>
      <p:pic>
        <p:nvPicPr>
          <p:cNvPr id="296" name="Image 291" descr="preencoded.png"/>
          <p:cNvPicPr>
            <a:picLocks noChangeAspect="1"/>
          </p:cNvPicPr>
          <p:nvPr/>
        </p:nvPicPr>
        <p:blipFill>
          <a:blip r:embed="rId127"/>
          <a:srcRect/>
          <a:stretch/>
        </p:blipFill>
        <p:spPr>
          <a:xfrm>
            <a:off x="6548307" y="585991"/>
            <a:ext cx="6232" cy="6245"/>
          </a:xfrm>
          <a:prstGeom prst="rect">
            <a:avLst/>
          </a:prstGeom>
        </p:spPr>
      </p:pic>
      <p:pic>
        <p:nvPicPr>
          <p:cNvPr id="297" name="Image 292" descr="preencoded.png"/>
          <p:cNvPicPr>
            <a:picLocks noChangeAspect="1"/>
          </p:cNvPicPr>
          <p:nvPr/>
        </p:nvPicPr>
        <p:blipFill>
          <a:blip r:embed="rId127"/>
          <a:srcRect/>
          <a:stretch/>
        </p:blipFill>
        <p:spPr>
          <a:xfrm>
            <a:off x="6551712" y="579565"/>
            <a:ext cx="6232" cy="6246"/>
          </a:xfrm>
          <a:prstGeom prst="rect">
            <a:avLst/>
          </a:prstGeom>
        </p:spPr>
      </p:pic>
      <p:pic>
        <p:nvPicPr>
          <p:cNvPr id="298" name="Image 293" descr="preencoded.png"/>
          <p:cNvPicPr>
            <a:picLocks noChangeAspect="1"/>
          </p:cNvPicPr>
          <p:nvPr/>
        </p:nvPicPr>
        <p:blipFill>
          <a:blip r:embed="rId127"/>
          <a:srcRect/>
          <a:stretch/>
        </p:blipFill>
        <p:spPr>
          <a:xfrm>
            <a:off x="6554000" y="572132"/>
            <a:ext cx="6232" cy="6245"/>
          </a:xfrm>
          <a:prstGeom prst="rect">
            <a:avLst/>
          </a:prstGeom>
        </p:spPr>
      </p:pic>
      <p:pic>
        <p:nvPicPr>
          <p:cNvPr id="299" name="Image 294" descr="preencoded.png"/>
          <p:cNvPicPr>
            <a:picLocks noChangeAspect="1"/>
          </p:cNvPicPr>
          <p:nvPr/>
        </p:nvPicPr>
        <p:blipFill>
          <a:blip r:embed="rId127"/>
          <a:srcRect/>
          <a:stretch/>
        </p:blipFill>
        <p:spPr>
          <a:xfrm>
            <a:off x="6554316" y="564141"/>
            <a:ext cx="6232" cy="6245"/>
          </a:xfrm>
          <a:prstGeom prst="rect">
            <a:avLst/>
          </a:prstGeom>
        </p:spPr>
      </p:pic>
      <p:pic>
        <p:nvPicPr>
          <p:cNvPr id="300" name="Image 295" descr="preencoded.png"/>
          <p:cNvPicPr>
            <a:picLocks noChangeAspect="1"/>
          </p:cNvPicPr>
          <p:nvPr/>
        </p:nvPicPr>
        <p:blipFill>
          <a:blip r:embed="rId127"/>
          <a:srcRect/>
          <a:stretch/>
        </p:blipFill>
        <p:spPr>
          <a:xfrm>
            <a:off x="6552456" y="556299"/>
            <a:ext cx="6232" cy="6245"/>
          </a:xfrm>
          <a:prstGeom prst="rect">
            <a:avLst/>
          </a:prstGeom>
        </p:spPr>
      </p:pic>
      <p:pic>
        <p:nvPicPr>
          <p:cNvPr id="301" name="Image 296" descr="preencoded.png"/>
          <p:cNvPicPr>
            <a:picLocks noChangeAspect="1"/>
          </p:cNvPicPr>
          <p:nvPr/>
        </p:nvPicPr>
        <p:blipFill>
          <a:blip r:embed="rId127"/>
          <a:srcRect/>
          <a:stretch/>
        </p:blipFill>
        <p:spPr>
          <a:xfrm>
            <a:off x="6548568" y="549156"/>
            <a:ext cx="6232" cy="6245"/>
          </a:xfrm>
          <a:prstGeom prst="rect">
            <a:avLst/>
          </a:prstGeom>
        </p:spPr>
      </p:pic>
      <p:pic>
        <p:nvPicPr>
          <p:cNvPr id="302" name="Image 297" descr="preencoded.png"/>
          <p:cNvPicPr>
            <a:picLocks noChangeAspect="1"/>
          </p:cNvPicPr>
          <p:nvPr/>
        </p:nvPicPr>
        <p:blipFill>
          <a:blip r:embed="rId127"/>
          <a:srcRect/>
          <a:stretch/>
        </p:blipFill>
        <p:spPr>
          <a:xfrm>
            <a:off x="6543452" y="543296"/>
            <a:ext cx="6232" cy="6245"/>
          </a:xfrm>
          <a:prstGeom prst="rect">
            <a:avLst/>
          </a:prstGeom>
        </p:spPr>
      </p:pic>
      <p:pic>
        <p:nvPicPr>
          <p:cNvPr id="303" name="Image 298" descr="preencoded.png"/>
          <p:cNvPicPr>
            <a:picLocks noChangeAspect="1"/>
          </p:cNvPicPr>
          <p:nvPr/>
        </p:nvPicPr>
        <p:blipFill>
          <a:blip r:embed="rId127"/>
          <a:srcRect/>
          <a:stretch/>
        </p:blipFill>
        <p:spPr>
          <a:xfrm>
            <a:off x="6537443" y="538432"/>
            <a:ext cx="6232" cy="6245"/>
          </a:xfrm>
          <a:prstGeom prst="rect">
            <a:avLst/>
          </a:prstGeom>
        </p:spPr>
      </p:pic>
      <p:pic>
        <p:nvPicPr>
          <p:cNvPr id="304" name="Image 299" descr="preencoded.png"/>
          <p:cNvPicPr>
            <a:picLocks noChangeAspect="1"/>
          </p:cNvPicPr>
          <p:nvPr/>
        </p:nvPicPr>
        <p:blipFill>
          <a:blip r:embed="rId127"/>
          <a:srcRect/>
          <a:stretch/>
        </p:blipFill>
        <p:spPr>
          <a:xfrm>
            <a:off x="6530280" y="534471"/>
            <a:ext cx="6232" cy="6245"/>
          </a:xfrm>
          <a:prstGeom prst="rect">
            <a:avLst/>
          </a:prstGeom>
        </p:spPr>
      </p:pic>
      <p:pic>
        <p:nvPicPr>
          <p:cNvPr id="305" name="Image 300" descr="preencoded.png"/>
          <p:cNvPicPr>
            <a:picLocks noChangeAspect="1"/>
          </p:cNvPicPr>
          <p:nvPr/>
        </p:nvPicPr>
        <p:blipFill>
          <a:blip r:embed="rId127"/>
          <a:srcRect/>
          <a:stretch/>
        </p:blipFill>
        <p:spPr>
          <a:xfrm>
            <a:off x="6522858" y="531615"/>
            <a:ext cx="6232" cy="6245"/>
          </a:xfrm>
          <a:prstGeom prst="rect">
            <a:avLst/>
          </a:prstGeom>
        </p:spPr>
      </p:pic>
      <p:pic>
        <p:nvPicPr>
          <p:cNvPr id="306" name="Image 301" descr="preencoded.png"/>
          <p:cNvPicPr>
            <a:picLocks noChangeAspect="1"/>
          </p:cNvPicPr>
          <p:nvPr/>
        </p:nvPicPr>
        <p:blipFill>
          <a:blip r:embed="rId127"/>
          <a:srcRect/>
          <a:stretch/>
        </p:blipFill>
        <p:spPr>
          <a:xfrm>
            <a:off x="6514579" y="530049"/>
            <a:ext cx="6232" cy="6245"/>
          </a:xfrm>
          <a:prstGeom prst="rect">
            <a:avLst/>
          </a:prstGeom>
        </p:spPr>
      </p:pic>
      <p:pic>
        <p:nvPicPr>
          <p:cNvPr id="307" name="Image 302" descr="preencoded.png"/>
          <p:cNvPicPr>
            <a:picLocks noChangeAspect="1"/>
          </p:cNvPicPr>
          <p:nvPr/>
        </p:nvPicPr>
        <p:blipFill>
          <a:blip r:embed="rId127"/>
          <a:srcRect/>
          <a:stretch/>
        </p:blipFill>
        <p:spPr>
          <a:xfrm>
            <a:off x="6506710" y="529623"/>
            <a:ext cx="6232" cy="6245"/>
          </a:xfrm>
          <a:prstGeom prst="rect">
            <a:avLst/>
          </a:prstGeom>
        </p:spPr>
      </p:pic>
      <p:pic>
        <p:nvPicPr>
          <p:cNvPr id="308" name="Image 303" descr="preencoded.png"/>
          <p:cNvPicPr>
            <a:picLocks noChangeAspect="1"/>
          </p:cNvPicPr>
          <p:nvPr/>
        </p:nvPicPr>
        <p:blipFill>
          <a:blip r:embed="rId127"/>
          <a:srcRect/>
          <a:stretch/>
        </p:blipFill>
        <p:spPr>
          <a:xfrm>
            <a:off x="6498971" y="529901"/>
            <a:ext cx="6232" cy="6245"/>
          </a:xfrm>
          <a:prstGeom prst="rect">
            <a:avLst/>
          </a:prstGeom>
        </p:spPr>
      </p:pic>
      <p:pic>
        <p:nvPicPr>
          <p:cNvPr id="309" name="Image 304" descr="preencoded.png"/>
          <p:cNvPicPr>
            <a:picLocks noChangeAspect="1"/>
          </p:cNvPicPr>
          <p:nvPr/>
        </p:nvPicPr>
        <p:blipFill>
          <a:blip r:embed="rId127"/>
          <a:srcRect/>
          <a:stretch/>
        </p:blipFill>
        <p:spPr>
          <a:xfrm>
            <a:off x="6491250" y="529901"/>
            <a:ext cx="6232" cy="6245"/>
          </a:xfrm>
          <a:prstGeom prst="rect">
            <a:avLst/>
          </a:prstGeom>
        </p:spPr>
      </p:pic>
      <p:pic>
        <p:nvPicPr>
          <p:cNvPr id="310" name="Image 305" descr="preencoded.png"/>
          <p:cNvPicPr>
            <a:picLocks noChangeAspect="1"/>
          </p:cNvPicPr>
          <p:nvPr/>
        </p:nvPicPr>
        <p:blipFill>
          <a:blip r:embed="rId127"/>
          <a:srcRect/>
          <a:stretch/>
        </p:blipFill>
        <p:spPr>
          <a:xfrm>
            <a:off x="6495120" y="536889"/>
            <a:ext cx="6232" cy="6245"/>
          </a:xfrm>
          <a:prstGeom prst="rect">
            <a:avLst/>
          </a:prstGeom>
        </p:spPr>
      </p:pic>
      <p:pic>
        <p:nvPicPr>
          <p:cNvPr id="311" name="Image 306" descr="preencoded.png"/>
          <p:cNvPicPr>
            <a:picLocks noChangeAspect="1"/>
          </p:cNvPicPr>
          <p:nvPr/>
        </p:nvPicPr>
        <p:blipFill>
          <a:blip r:embed="rId127"/>
          <a:srcRect/>
          <a:stretch/>
        </p:blipFill>
        <p:spPr>
          <a:xfrm>
            <a:off x="6496683" y="544614"/>
            <a:ext cx="6232" cy="6245"/>
          </a:xfrm>
          <a:prstGeom prst="rect">
            <a:avLst/>
          </a:prstGeom>
        </p:spPr>
      </p:pic>
      <p:pic>
        <p:nvPicPr>
          <p:cNvPr id="312" name="Image 307" descr="preencoded.png"/>
          <p:cNvPicPr>
            <a:picLocks noChangeAspect="1"/>
          </p:cNvPicPr>
          <p:nvPr/>
        </p:nvPicPr>
        <p:blipFill>
          <a:blip r:embed="rId127"/>
          <a:srcRect/>
          <a:stretch/>
        </p:blipFill>
        <p:spPr>
          <a:xfrm>
            <a:off x="6496980" y="552326"/>
            <a:ext cx="6232" cy="6245"/>
          </a:xfrm>
          <a:prstGeom prst="rect">
            <a:avLst/>
          </a:prstGeom>
        </p:spPr>
      </p:pic>
      <p:pic>
        <p:nvPicPr>
          <p:cNvPr id="313" name="Image 308" descr="preencoded.png"/>
          <p:cNvPicPr>
            <a:picLocks noChangeAspect="1"/>
          </p:cNvPicPr>
          <p:nvPr/>
        </p:nvPicPr>
        <p:blipFill>
          <a:blip r:embed="rId127"/>
          <a:srcRect/>
          <a:stretch/>
        </p:blipFill>
        <p:spPr>
          <a:xfrm>
            <a:off x="6494673" y="559318"/>
            <a:ext cx="6232" cy="6246"/>
          </a:xfrm>
          <a:prstGeom prst="rect">
            <a:avLst/>
          </a:prstGeom>
        </p:spPr>
      </p:pic>
      <p:pic>
        <p:nvPicPr>
          <p:cNvPr id="314" name="Image 309" descr="preencoded.png"/>
          <p:cNvPicPr>
            <a:picLocks noChangeAspect="1"/>
          </p:cNvPicPr>
          <p:nvPr/>
        </p:nvPicPr>
        <p:blipFill>
          <a:blip r:embed="rId127"/>
          <a:srcRect/>
          <a:stretch/>
        </p:blipFill>
        <p:spPr>
          <a:xfrm>
            <a:off x="6490413" y="565760"/>
            <a:ext cx="6232" cy="6245"/>
          </a:xfrm>
          <a:prstGeom prst="rect">
            <a:avLst/>
          </a:prstGeom>
        </p:spPr>
      </p:pic>
      <p:pic>
        <p:nvPicPr>
          <p:cNvPr id="315" name="Image 310" descr="preencoded.png"/>
          <p:cNvPicPr>
            <a:picLocks noChangeAspect="1"/>
          </p:cNvPicPr>
          <p:nvPr/>
        </p:nvPicPr>
        <p:blipFill>
          <a:blip r:embed="rId127"/>
          <a:srcRect/>
          <a:stretch/>
        </p:blipFill>
        <p:spPr>
          <a:xfrm>
            <a:off x="6485409" y="525045"/>
            <a:ext cx="6232" cy="6245"/>
          </a:xfrm>
          <a:prstGeom prst="rect">
            <a:avLst/>
          </a:prstGeom>
        </p:spPr>
      </p:pic>
      <p:pic>
        <p:nvPicPr>
          <p:cNvPr id="316" name="Image 311" descr="preencoded.png"/>
          <p:cNvPicPr>
            <a:picLocks noChangeAspect="1"/>
          </p:cNvPicPr>
          <p:nvPr/>
        </p:nvPicPr>
        <p:blipFill>
          <a:blip r:embed="rId127"/>
          <a:srcRect/>
          <a:stretch/>
        </p:blipFill>
        <p:spPr>
          <a:xfrm>
            <a:off x="6478563" y="521030"/>
            <a:ext cx="6232" cy="6245"/>
          </a:xfrm>
          <a:prstGeom prst="rect">
            <a:avLst/>
          </a:prstGeom>
        </p:spPr>
      </p:pic>
      <p:pic>
        <p:nvPicPr>
          <p:cNvPr id="317" name="Image 312" descr="preencoded.png"/>
          <p:cNvPicPr>
            <a:picLocks noChangeAspect="1"/>
          </p:cNvPicPr>
          <p:nvPr/>
        </p:nvPicPr>
        <p:blipFill>
          <a:blip r:embed="rId127"/>
          <a:srcRect/>
          <a:stretch/>
        </p:blipFill>
        <p:spPr>
          <a:xfrm>
            <a:off x="6470991" y="518631"/>
            <a:ext cx="6232" cy="6245"/>
          </a:xfrm>
          <a:prstGeom prst="rect">
            <a:avLst/>
          </a:prstGeom>
        </p:spPr>
      </p:pic>
      <p:pic>
        <p:nvPicPr>
          <p:cNvPr id="318" name="Image 313" descr="preencoded.png"/>
          <p:cNvPicPr>
            <a:picLocks noChangeAspect="1"/>
          </p:cNvPicPr>
          <p:nvPr/>
        </p:nvPicPr>
        <p:blipFill>
          <a:blip r:embed="rId127"/>
          <a:srcRect/>
          <a:stretch/>
        </p:blipFill>
        <p:spPr>
          <a:xfrm>
            <a:off x="6463122" y="517197"/>
            <a:ext cx="6232" cy="6245"/>
          </a:xfrm>
          <a:prstGeom prst="rect">
            <a:avLst/>
          </a:prstGeom>
        </p:spPr>
      </p:pic>
      <p:pic>
        <p:nvPicPr>
          <p:cNvPr id="319" name="Image 314" descr="preencoded.png"/>
          <p:cNvPicPr>
            <a:picLocks noChangeAspect="1"/>
          </p:cNvPicPr>
          <p:nvPr/>
        </p:nvPicPr>
        <p:blipFill>
          <a:blip r:embed="rId127"/>
          <a:srcRect/>
          <a:stretch/>
        </p:blipFill>
        <p:spPr>
          <a:xfrm>
            <a:off x="6455420" y="517344"/>
            <a:ext cx="6232" cy="6227"/>
          </a:xfrm>
          <a:prstGeom prst="rect">
            <a:avLst/>
          </a:prstGeom>
        </p:spPr>
      </p:pic>
      <p:pic>
        <p:nvPicPr>
          <p:cNvPr id="320" name="Image 315" descr="preencoded.png"/>
          <p:cNvPicPr>
            <a:picLocks noChangeAspect="1"/>
          </p:cNvPicPr>
          <p:nvPr/>
        </p:nvPicPr>
        <p:blipFill>
          <a:blip r:embed="rId127"/>
          <a:srcRect/>
          <a:stretch/>
        </p:blipFill>
        <p:spPr>
          <a:xfrm>
            <a:off x="6447383" y="518762"/>
            <a:ext cx="6232" cy="6245"/>
          </a:xfrm>
          <a:prstGeom prst="rect">
            <a:avLst/>
          </a:prstGeom>
        </p:spPr>
      </p:pic>
      <p:pic>
        <p:nvPicPr>
          <p:cNvPr id="321" name="Image 316" descr="preencoded.png"/>
          <p:cNvPicPr>
            <a:picLocks noChangeAspect="1"/>
          </p:cNvPicPr>
          <p:nvPr/>
        </p:nvPicPr>
        <p:blipFill>
          <a:blip r:embed="rId127"/>
          <a:srcRect/>
          <a:stretch/>
        </p:blipFill>
        <p:spPr>
          <a:xfrm>
            <a:off x="6439979" y="521464"/>
            <a:ext cx="6232" cy="6245"/>
          </a:xfrm>
          <a:prstGeom prst="rect">
            <a:avLst/>
          </a:prstGeom>
        </p:spPr>
      </p:pic>
      <p:pic>
        <p:nvPicPr>
          <p:cNvPr id="322" name="Image 317" descr="preencoded.png"/>
          <p:cNvPicPr>
            <a:picLocks noChangeAspect="1"/>
          </p:cNvPicPr>
          <p:nvPr/>
        </p:nvPicPr>
        <p:blipFill>
          <a:blip r:embed="rId72"/>
          <a:srcRect/>
          <a:stretch/>
        </p:blipFill>
        <p:spPr>
          <a:xfrm>
            <a:off x="6434510" y="560291"/>
            <a:ext cx="130" cy="1204"/>
          </a:xfrm>
          <a:prstGeom prst="rect">
            <a:avLst/>
          </a:prstGeom>
        </p:spPr>
      </p:pic>
      <p:pic>
        <p:nvPicPr>
          <p:cNvPr id="323" name="Image 318" descr="preencoded.png"/>
          <p:cNvPicPr>
            <a:picLocks noChangeAspect="1"/>
          </p:cNvPicPr>
          <p:nvPr/>
        </p:nvPicPr>
        <p:blipFill>
          <a:blip r:embed="rId128"/>
          <a:srcRect/>
          <a:stretch/>
        </p:blipFill>
        <p:spPr>
          <a:xfrm>
            <a:off x="6429505" y="560605"/>
            <a:ext cx="9916" cy="9923"/>
          </a:xfrm>
          <a:prstGeom prst="rect">
            <a:avLst/>
          </a:prstGeom>
        </p:spPr>
      </p:pic>
      <p:pic>
        <p:nvPicPr>
          <p:cNvPr id="324" name="Image 319" descr="preencoded.png"/>
          <p:cNvPicPr>
            <a:picLocks noChangeAspect="1"/>
          </p:cNvPicPr>
          <p:nvPr/>
        </p:nvPicPr>
        <p:blipFill>
          <a:blip r:embed="rId128"/>
          <a:srcRect/>
          <a:stretch/>
        </p:blipFill>
        <p:spPr>
          <a:xfrm>
            <a:off x="6429505" y="552048"/>
            <a:ext cx="9916" cy="9922"/>
          </a:xfrm>
          <a:prstGeom prst="rect">
            <a:avLst/>
          </a:prstGeom>
        </p:spPr>
      </p:pic>
      <p:pic>
        <p:nvPicPr>
          <p:cNvPr id="325" name="Image 320" descr="preencoded.png"/>
          <p:cNvPicPr>
            <a:picLocks noChangeAspect="1"/>
          </p:cNvPicPr>
          <p:nvPr/>
        </p:nvPicPr>
        <p:blipFill>
          <a:blip r:embed="rId129"/>
          <a:srcRect/>
          <a:stretch/>
        </p:blipFill>
        <p:spPr>
          <a:xfrm>
            <a:off x="6430361" y="543722"/>
            <a:ext cx="8186" cy="8171"/>
          </a:xfrm>
          <a:prstGeom prst="rect">
            <a:avLst/>
          </a:prstGeom>
        </p:spPr>
      </p:pic>
      <p:pic>
        <p:nvPicPr>
          <p:cNvPr id="326" name="Image 321" descr="preencoded.png"/>
          <p:cNvPicPr>
            <a:picLocks noChangeAspect="1"/>
          </p:cNvPicPr>
          <p:nvPr/>
        </p:nvPicPr>
        <p:blipFill>
          <a:blip r:embed="rId127"/>
          <a:srcRect/>
          <a:stretch/>
        </p:blipFill>
        <p:spPr>
          <a:xfrm>
            <a:off x="6431366" y="536425"/>
            <a:ext cx="6232" cy="6245"/>
          </a:xfrm>
          <a:prstGeom prst="rect">
            <a:avLst/>
          </a:prstGeom>
        </p:spPr>
      </p:pic>
      <p:pic>
        <p:nvPicPr>
          <p:cNvPr id="327" name="Image 322" descr="preencoded.png"/>
          <p:cNvPicPr>
            <a:picLocks noChangeAspect="1"/>
          </p:cNvPicPr>
          <p:nvPr/>
        </p:nvPicPr>
        <p:blipFill>
          <a:blip r:embed="rId58"/>
          <a:srcRect/>
          <a:stretch/>
        </p:blipFill>
        <p:spPr>
          <a:xfrm>
            <a:off x="6431849" y="529661"/>
            <a:ext cx="5228" cy="5237"/>
          </a:xfrm>
          <a:prstGeom prst="rect">
            <a:avLst/>
          </a:prstGeom>
        </p:spPr>
      </p:pic>
      <p:pic>
        <p:nvPicPr>
          <p:cNvPr id="328" name="Image 323" descr="preencoded.png"/>
          <p:cNvPicPr>
            <a:picLocks noChangeAspect="1"/>
          </p:cNvPicPr>
          <p:nvPr/>
        </p:nvPicPr>
        <p:blipFill>
          <a:blip r:embed="rId127"/>
          <a:srcRect/>
          <a:stretch/>
        </p:blipFill>
        <p:spPr>
          <a:xfrm>
            <a:off x="6314331" y="585991"/>
            <a:ext cx="6232" cy="6245"/>
          </a:xfrm>
          <a:prstGeom prst="rect">
            <a:avLst/>
          </a:prstGeom>
        </p:spPr>
      </p:pic>
      <p:pic>
        <p:nvPicPr>
          <p:cNvPr id="329" name="Image 324" descr="preencoded.png"/>
          <p:cNvPicPr>
            <a:picLocks noChangeAspect="1"/>
          </p:cNvPicPr>
          <p:nvPr/>
        </p:nvPicPr>
        <p:blipFill>
          <a:blip r:embed="rId127"/>
          <a:srcRect/>
          <a:stretch/>
        </p:blipFill>
        <p:spPr>
          <a:xfrm>
            <a:off x="6310889" y="579565"/>
            <a:ext cx="6232" cy="6246"/>
          </a:xfrm>
          <a:prstGeom prst="rect">
            <a:avLst/>
          </a:prstGeom>
        </p:spPr>
      </p:pic>
      <p:pic>
        <p:nvPicPr>
          <p:cNvPr id="330" name="Image 325" descr="preencoded.png"/>
          <p:cNvPicPr>
            <a:picLocks noChangeAspect="1"/>
          </p:cNvPicPr>
          <p:nvPr/>
        </p:nvPicPr>
        <p:blipFill>
          <a:blip r:embed="rId127"/>
          <a:srcRect/>
          <a:stretch/>
        </p:blipFill>
        <p:spPr>
          <a:xfrm>
            <a:off x="6308601" y="572132"/>
            <a:ext cx="6232" cy="6245"/>
          </a:xfrm>
          <a:prstGeom prst="rect">
            <a:avLst/>
          </a:prstGeom>
        </p:spPr>
      </p:pic>
      <p:pic>
        <p:nvPicPr>
          <p:cNvPr id="331" name="Image 326" descr="preencoded.png"/>
          <p:cNvPicPr>
            <a:picLocks noChangeAspect="1"/>
          </p:cNvPicPr>
          <p:nvPr/>
        </p:nvPicPr>
        <p:blipFill>
          <a:blip r:embed="rId127"/>
          <a:srcRect/>
          <a:stretch/>
        </p:blipFill>
        <p:spPr>
          <a:xfrm>
            <a:off x="6308322" y="564141"/>
            <a:ext cx="6232" cy="6245"/>
          </a:xfrm>
          <a:prstGeom prst="rect">
            <a:avLst/>
          </a:prstGeom>
        </p:spPr>
      </p:pic>
      <p:pic>
        <p:nvPicPr>
          <p:cNvPr id="332" name="Image 327" descr="preencoded.png"/>
          <p:cNvPicPr>
            <a:picLocks noChangeAspect="1"/>
          </p:cNvPicPr>
          <p:nvPr/>
        </p:nvPicPr>
        <p:blipFill>
          <a:blip r:embed="rId127"/>
          <a:srcRect/>
          <a:stretch/>
        </p:blipFill>
        <p:spPr>
          <a:xfrm>
            <a:off x="6310201" y="556299"/>
            <a:ext cx="6232" cy="6245"/>
          </a:xfrm>
          <a:prstGeom prst="rect">
            <a:avLst/>
          </a:prstGeom>
        </p:spPr>
      </p:pic>
      <p:pic>
        <p:nvPicPr>
          <p:cNvPr id="333" name="Image 328" descr="preencoded.png"/>
          <p:cNvPicPr>
            <a:picLocks noChangeAspect="1"/>
          </p:cNvPicPr>
          <p:nvPr/>
        </p:nvPicPr>
        <p:blipFill>
          <a:blip r:embed="rId127"/>
          <a:srcRect/>
          <a:stretch/>
        </p:blipFill>
        <p:spPr>
          <a:xfrm>
            <a:off x="6314033" y="549156"/>
            <a:ext cx="6232" cy="6245"/>
          </a:xfrm>
          <a:prstGeom prst="rect">
            <a:avLst/>
          </a:prstGeom>
        </p:spPr>
      </p:pic>
      <p:pic>
        <p:nvPicPr>
          <p:cNvPr id="334" name="Image 329" descr="preencoded.png"/>
          <p:cNvPicPr>
            <a:picLocks noChangeAspect="1"/>
          </p:cNvPicPr>
          <p:nvPr/>
        </p:nvPicPr>
        <p:blipFill>
          <a:blip r:embed="rId127"/>
          <a:srcRect/>
          <a:stretch/>
        </p:blipFill>
        <p:spPr>
          <a:xfrm>
            <a:off x="6319205" y="543296"/>
            <a:ext cx="6232" cy="6245"/>
          </a:xfrm>
          <a:prstGeom prst="rect">
            <a:avLst/>
          </a:prstGeom>
        </p:spPr>
      </p:pic>
      <p:pic>
        <p:nvPicPr>
          <p:cNvPr id="335" name="Image 330" descr="preencoded.png"/>
          <p:cNvPicPr>
            <a:picLocks noChangeAspect="1"/>
          </p:cNvPicPr>
          <p:nvPr/>
        </p:nvPicPr>
        <p:blipFill>
          <a:blip r:embed="rId127"/>
          <a:srcRect/>
          <a:stretch/>
        </p:blipFill>
        <p:spPr>
          <a:xfrm>
            <a:off x="6325177" y="538432"/>
            <a:ext cx="6232" cy="6245"/>
          </a:xfrm>
          <a:prstGeom prst="rect">
            <a:avLst/>
          </a:prstGeom>
        </p:spPr>
      </p:pic>
      <p:pic>
        <p:nvPicPr>
          <p:cNvPr id="336" name="Image 331" descr="preencoded.png"/>
          <p:cNvPicPr>
            <a:picLocks noChangeAspect="1"/>
          </p:cNvPicPr>
          <p:nvPr/>
        </p:nvPicPr>
        <p:blipFill>
          <a:blip r:embed="rId127"/>
          <a:srcRect/>
          <a:stretch/>
        </p:blipFill>
        <p:spPr>
          <a:xfrm>
            <a:off x="6332320" y="534471"/>
            <a:ext cx="6232" cy="6245"/>
          </a:xfrm>
          <a:prstGeom prst="rect">
            <a:avLst/>
          </a:prstGeom>
        </p:spPr>
      </p:pic>
      <p:pic>
        <p:nvPicPr>
          <p:cNvPr id="337" name="Image 332" descr="preencoded.png"/>
          <p:cNvPicPr>
            <a:picLocks noChangeAspect="1"/>
          </p:cNvPicPr>
          <p:nvPr/>
        </p:nvPicPr>
        <p:blipFill>
          <a:blip r:embed="rId127"/>
          <a:srcRect/>
          <a:stretch/>
        </p:blipFill>
        <p:spPr>
          <a:xfrm>
            <a:off x="6339743" y="531615"/>
            <a:ext cx="6232" cy="6245"/>
          </a:xfrm>
          <a:prstGeom prst="rect">
            <a:avLst/>
          </a:prstGeom>
        </p:spPr>
      </p:pic>
      <p:pic>
        <p:nvPicPr>
          <p:cNvPr id="338" name="Image 333" descr="preencoded.png"/>
          <p:cNvPicPr>
            <a:picLocks noChangeAspect="1"/>
          </p:cNvPicPr>
          <p:nvPr/>
        </p:nvPicPr>
        <p:blipFill>
          <a:blip r:embed="rId127"/>
          <a:srcRect/>
          <a:stretch/>
        </p:blipFill>
        <p:spPr>
          <a:xfrm>
            <a:off x="6348059" y="530049"/>
            <a:ext cx="6232" cy="6245"/>
          </a:xfrm>
          <a:prstGeom prst="rect">
            <a:avLst/>
          </a:prstGeom>
        </p:spPr>
      </p:pic>
      <p:pic>
        <p:nvPicPr>
          <p:cNvPr id="339" name="Image 334" descr="preencoded.png"/>
          <p:cNvPicPr>
            <a:picLocks noChangeAspect="1"/>
          </p:cNvPicPr>
          <p:nvPr/>
        </p:nvPicPr>
        <p:blipFill>
          <a:blip r:embed="rId127"/>
          <a:srcRect/>
          <a:stretch/>
        </p:blipFill>
        <p:spPr>
          <a:xfrm>
            <a:off x="6355910" y="529623"/>
            <a:ext cx="6232" cy="6245"/>
          </a:xfrm>
          <a:prstGeom prst="rect">
            <a:avLst/>
          </a:prstGeom>
        </p:spPr>
      </p:pic>
      <p:pic>
        <p:nvPicPr>
          <p:cNvPr id="340" name="Image 335" descr="preencoded.png"/>
          <p:cNvPicPr>
            <a:picLocks noChangeAspect="1"/>
          </p:cNvPicPr>
          <p:nvPr/>
        </p:nvPicPr>
        <p:blipFill>
          <a:blip r:embed="rId127"/>
          <a:srcRect/>
          <a:stretch/>
        </p:blipFill>
        <p:spPr>
          <a:xfrm>
            <a:off x="6363612" y="529901"/>
            <a:ext cx="6232" cy="6245"/>
          </a:xfrm>
          <a:prstGeom prst="rect">
            <a:avLst/>
          </a:prstGeom>
        </p:spPr>
      </p:pic>
      <p:pic>
        <p:nvPicPr>
          <p:cNvPr id="341" name="Image 336" descr="preencoded.png"/>
          <p:cNvPicPr>
            <a:picLocks noChangeAspect="1"/>
          </p:cNvPicPr>
          <p:nvPr/>
        </p:nvPicPr>
        <p:blipFill>
          <a:blip r:embed="rId127"/>
          <a:srcRect/>
          <a:stretch/>
        </p:blipFill>
        <p:spPr>
          <a:xfrm>
            <a:off x="6371351" y="529901"/>
            <a:ext cx="6232" cy="6245"/>
          </a:xfrm>
          <a:prstGeom prst="rect">
            <a:avLst/>
          </a:prstGeom>
        </p:spPr>
      </p:pic>
      <p:pic>
        <p:nvPicPr>
          <p:cNvPr id="342" name="Image 337" descr="preencoded.png"/>
          <p:cNvPicPr>
            <a:picLocks noChangeAspect="1"/>
          </p:cNvPicPr>
          <p:nvPr/>
        </p:nvPicPr>
        <p:blipFill>
          <a:blip r:embed="rId127"/>
          <a:srcRect/>
          <a:stretch/>
        </p:blipFill>
        <p:spPr>
          <a:xfrm>
            <a:off x="6367518" y="536889"/>
            <a:ext cx="6232" cy="6245"/>
          </a:xfrm>
          <a:prstGeom prst="rect">
            <a:avLst/>
          </a:prstGeom>
        </p:spPr>
      </p:pic>
      <p:pic>
        <p:nvPicPr>
          <p:cNvPr id="343" name="Image 338" descr="preencoded.png"/>
          <p:cNvPicPr>
            <a:picLocks noChangeAspect="1"/>
          </p:cNvPicPr>
          <p:nvPr/>
        </p:nvPicPr>
        <p:blipFill>
          <a:blip r:embed="rId127"/>
          <a:srcRect/>
          <a:stretch/>
        </p:blipFill>
        <p:spPr>
          <a:xfrm>
            <a:off x="6365918" y="544614"/>
            <a:ext cx="6232" cy="6245"/>
          </a:xfrm>
          <a:prstGeom prst="rect">
            <a:avLst/>
          </a:prstGeom>
        </p:spPr>
      </p:pic>
      <p:pic>
        <p:nvPicPr>
          <p:cNvPr id="344" name="Image 339" descr="preencoded.png"/>
          <p:cNvPicPr>
            <a:picLocks noChangeAspect="1"/>
          </p:cNvPicPr>
          <p:nvPr/>
        </p:nvPicPr>
        <p:blipFill>
          <a:blip r:embed="rId127"/>
          <a:srcRect/>
          <a:stretch/>
        </p:blipFill>
        <p:spPr>
          <a:xfrm>
            <a:off x="6365639" y="552326"/>
            <a:ext cx="6232" cy="6245"/>
          </a:xfrm>
          <a:prstGeom prst="rect">
            <a:avLst/>
          </a:prstGeom>
        </p:spPr>
      </p:pic>
      <p:pic>
        <p:nvPicPr>
          <p:cNvPr id="345" name="Image 340" descr="preencoded.png"/>
          <p:cNvPicPr>
            <a:picLocks noChangeAspect="1"/>
          </p:cNvPicPr>
          <p:nvPr/>
        </p:nvPicPr>
        <p:blipFill>
          <a:blip r:embed="rId127"/>
          <a:srcRect/>
          <a:stretch/>
        </p:blipFill>
        <p:spPr>
          <a:xfrm>
            <a:off x="6367946" y="559318"/>
            <a:ext cx="6232" cy="6246"/>
          </a:xfrm>
          <a:prstGeom prst="rect">
            <a:avLst/>
          </a:prstGeom>
        </p:spPr>
      </p:pic>
      <p:pic>
        <p:nvPicPr>
          <p:cNvPr id="346" name="Image 341" descr="preencoded.png"/>
          <p:cNvPicPr>
            <a:picLocks noChangeAspect="1"/>
          </p:cNvPicPr>
          <p:nvPr/>
        </p:nvPicPr>
        <p:blipFill>
          <a:blip r:embed="rId127"/>
          <a:srcRect/>
          <a:stretch/>
        </p:blipFill>
        <p:spPr>
          <a:xfrm>
            <a:off x="6372206" y="565760"/>
            <a:ext cx="6232" cy="6245"/>
          </a:xfrm>
          <a:prstGeom prst="rect">
            <a:avLst/>
          </a:prstGeom>
        </p:spPr>
      </p:pic>
      <p:pic>
        <p:nvPicPr>
          <p:cNvPr id="347" name="Image 342" descr="preencoded.png"/>
          <p:cNvPicPr>
            <a:picLocks noChangeAspect="1"/>
          </p:cNvPicPr>
          <p:nvPr/>
        </p:nvPicPr>
        <p:blipFill>
          <a:blip r:embed="rId127"/>
          <a:srcRect/>
          <a:stretch/>
        </p:blipFill>
        <p:spPr>
          <a:xfrm>
            <a:off x="6377229" y="525045"/>
            <a:ext cx="6232" cy="6245"/>
          </a:xfrm>
          <a:prstGeom prst="rect">
            <a:avLst/>
          </a:prstGeom>
        </p:spPr>
      </p:pic>
      <p:pic>
        <p:nvPicPr>
          <p:cNvPr id="348" name="Image 343" descr="preencoded.png"/>
          <p:cNvPicPr>
            <a:picLocks noChangeAspect="1"/>
          </p:cNvPicPr>
          <p:nvPr/>
        </p:nvPicPr>
        <p:blipFill>
          <a:blip r:embed="rId127"/>
          <a:srcRect/>
          <a:stretch/>
        </p:blipFill>
        <p:spPr>
          <a:xfrm>
            <a:off x="6384075" y="521030"/>
            <a:ext cx="6232" cy="6245"/>
          </a:xfrm>
          <a:prstGeom prst="rect">
            <a:avLst/>
          </a:prstGeom>
        </p:spPr>
      </p:pic>
      <p:pic>
        <p:nvPicPr>
          <p:cNvPr id="349" name="Image 344" descr="preencoded.png"/>
          <p:cNvPicPr>
            <a:picLocks noChangeAspect="1"/>
          </p:cNvPicPr>
          <p:nvPr/>
        </p:nvPicPr>
        <p:blipFill>
          <a:blip r:embed="rId127"/>
          <a:srcRect/>
          <a:stretch/>
        </p:blipFill>
        <p:spPr>
          <a:xfrm>
            <a:off x="6391610" y="518631"/>
            <a:ext cx="6232" cy="6245"/>
          </a:xfrm>
          <a:prstGeom prst="rect">
            <a:avLst/>
          </a:prstGeom>
        </p:spPr>
      </p:pic>
      <p:pic>
        <p:nvPicPr>
          <p:cNvPr id="350" name="Image 345" descr="preencoded.png"/>
          <p:cNvPicPr>
            <a:picLocks noChangeAspect="1"/>
          </p:cNvPicPr>
          <p:nvPr/>
        </p:nvPicPr>
        <p:blipFill>
          <a:blip r:embed="rId127"/>
          <a:srcRect/>
          <a:stretch/>
        </p:blipFill>
        <p:spPr>
          <a:xfrm>
            <a:off x="6399498" y="517197"/>
            <a:ext cx="6232" cy="6245"/>
          </a:xfrm>
          <a:prstGeom prst="rect">
            <a:avLst/>
          </a:prstGeom>
        </p:spPr>
      </p:pic>
      <p:pic>
        <p:nvPicPr>
          <p:cNvPr id="351" name="Image 346" descr="preencoded.png"/>
          <p:cNvPicPr>
            <a:picLocks noChangeAspect="1"/>
          </p:cNvPicPr>
          <p:nvPr/>
        </p:nvPicPr>
        <p:blipFill>
          <a:blip r:embed="rId127"/>
          <a:srcRect/>
          <a:stretch/>
        </p:blipFill>
        <p:spPr>
          <a:xfrm>
            <a:off x="6407218" y="517344"/>
            <a:ext cx="6232" cy="6227"/>
          </a:xfrm>
          <a:prstGeom prst="rect">
            <a:avLst/>
          </a:prstGeom>
        </p:spPr>
      </p:pic>
      <p:pic>
        <p:nvPicPr>
          <p:cNvPr id="352" name="Image 347" descr="preencoded.png"/>
          <p:cNvPicPr>
            <a:picLocks noChangeAspect="1"/>
          </p:cNvPicPr>
          <p:nvPr/>
        </p:nvPicPr>
        <p:blipFill>
          <a:blip r:embed="rId127"/>
          <a:srcRect/>
          <a:stretch/>
        </p:blipFill>
        <p:spPr>
          <a:xfrm>
            <a:off x="6415236" y="518762"/>
            <a:ext cx="6232" cy="6245"/>
          </a:xfrm>
          <a:prstGeom prst="rect">
            <a:avLst/>
          </a:prstGeom>
        </p:spPr>
      </p:pic>
      <p:pic>
        <p:nvPicPr>
          <p:cNvPr id="353" name="Image 348" descr="preencoded.png"/>
          <p:cNvPicPr>
            <a:picLocks noChangeAspect="1"/>
          </p:cNvPicPr>
          <p:nvPr/>
        </p:nvPicPr>
        <p:blipFill>
          <a:blip r:embed="rId127"/>
          <a:srcRect/>
          <a:stretch/>
        </p:blipFill>
        <p:spPr>
          <a:xfrm>
            <a:off x="6422641" y="521464"/>
            <a:ext cx="6232" cy="6245"/>
          </a:xfrm>
          <a:prstGeom prst="rect">
            <a:avLst/>
          </a:prstGeom>
        </p:spPr>
      </p:pic>
      <p:pic>
        <p:nvPicPr>
          <p:cNvPr id="354" name="Image 349" descr="preencoded.png"/>
          <p:cNvPicPr>
            <a:picLocks noChangeAspect="1"/>
          </p:cNvPicPr>
          <p:nvPr/>
        </p:nvPicPr>
        <p:blipFill>
          <a:blip r:embed="rId130"/>
          <a:srcRect/>
          <a:stretch/>
        </p:blipFill>
        <p:spPr>
          <a:xfrm>
            <a:off x="6336488" y="591173"/>
            <a:ext cx="196676" cy="31733"/>
          </a:xfrm>
          <a:prstGeom prst="rect">
            <a:avLst/>
          </a:prstGeom>
        </p:spPr>
      </p:pic>
      <p:pic>
        <p:nvPicPr>
          <p:cNvPr id="355" name="Image 350" descr="preencoded.png"/>
          <p:cNvPicPr>
            <a:picLocks noChangeAspect="1"/>
          </p:cNvPicPr>
          <p:nvPr/>
        </p:nvPicPr>
        <p:blipFill>
          <a:blip r:embed="rId131"/>
          <a:srcRect/>
          <a:stretch/>
        </p:blipFill>
        <p:spPr>
          <a:xfrm>
            <a:off x="6506301" y="601452"/>
            <a:ext cx="6697" cy="8669"/>
          </a:xfrm>
          <a:prstGeom prst="rect">
            <a:avLst/>
          </a:prstGeom>
        </p:spPr>
      </p:pic>
      <p:pic>
        <p:nvPicPr>
          <p:cNvPr id="356" name="Image 351" descr="preencoded.png"/>
          <p:cNvPicPr>
            <a:picLocks noChangeAspect="1"/>
          </p:cNvPicPr>
          <p:nvPr/>
        </p:nvPicPr>
        <p:blipFill>
          <a:blip r:embed="rId132"/>
          <a:srcRect/>
          <a:stretch/>
        </p:blipFill>
        <p:spPr>
          <a:xfrm>
            <a:off x="6457355" y="591871"/>
            <a:ext cx="6455" cy="8814"/>
          </a:xfrm>
          <a:prstGeom prst="rect">
            <a:avLst/>
          </a:prstGeom>
        </p:spPr>
      </p:pic>
      <p:pic>
        <p:nvPicPr>
          <p:cNvPr id="357" name="Image 352" descr="preencoded.png"/>
          <p:cNvPicPr>
            <a:picLocks noChangeAspect="1"/>
          </p:cNvPicPr>
          <p:nvPr/>
        </p:nvPicPr>
        <p:blipFill>
          <a:blip r:embed="rId133"/>
          <a:srcRect/>
          <a:stretch/>
        </p:blipFill>
        <p:spPr>
          <a:xfrm>
            <a:off x="6405693" y="591871"/>
            <a:ext cx="6474" cy="8814"/>
          </a:xfrm>
          <a:prstGeom prst="rect">
            <a:avLst/>
          </a:prstGeom>
        </p:spPr>
      </p:pic>
      <p:pic>
        <p:nvPicPr>
          <p:cNvPr id="358" name="Image 353" descr="preencoded.png"/>
          <p:cNvPicPr>
            <a:picLocks noChangeAspect="1"/>
          </p:cNvPicPr>
          <p:nvPr/>
        </p:nvPicPr>
        <p:blipFill>
          <a:blip r:embed="rId133"/>
          <a:srcRect/>
          <a:stretch/>
        </p:blipFill>
        <p:spPr>
          <a:xfrm>
            <a:off x="6356524" y="601452"/>
            <a:ext cx="6697" cy="8669"/>
          </a:xfrm>
          <a:prstGeom prst="rect">
            <a:avLst/>
          </a:prstGeom>
        </p:spPr>
      </p:pic>
      <p:pic>
        <p:nvPicPr>
          <p:cNvPr id="359" name="Image 354" descr="preencoded.png"/>
          <p:cNvPicPr>
            <a:picLocks noChangeAspect="1"/>
          </p:cNvPicPr>
          <p:nvPr/>
        </p:nvPicPr>
        <p:blipFill>
          <a:blip r:embed="rId134"/>
          <a:srcRect/>
          <a:stretch/>
        </p:blipFill>
        <p:spPr>
          <a:xfrm>
            <a:off x="6371034" y="571492"/>
            <a:ext cx="18008" cy="21077"/>
          </a:xfrm>
          <a:prstGeom prst="rect">
            <a:avLst/>
          </a:prstGeom>
        </p:spPr>
      </p:pic>
      <p:pic>
        <p:nvPicPr>
          <p:cNvPr id="360" name="Image 355" descr="preencoded.png"/>
          <p:cNvPicPr>
            <a:picLocks noChangeAspect="1"/>
          </p:cNvPicPr>
          <p:nvPr/>
        </p:nvPicPr>
        <p:blipFill>
          <a:blip r:embed="rId135"/>
          <a:srcRect/>
          <a:stretch/>
        </p:blipFill>
        <p:spPr>
          <a:xfrm>
            <a:off x="6360691" y="588351"/>
            <a:ext cx="19701" cy="15611"/>
          </a:xfrm>
          <a:prstGeom prst="rect">
            <a:avLst/>
          </a:prstGeom>
        </p:spPr>
      </p:pic>
      <p:pic>
        <p:nvPicPr>
          <p:cNvPr id="361" name="Image 356" descr="preencoded.png"/>
          <p:cNvPicPr>
            <a:picLocks noChangeAspect="1"/>
          </p:cNvPicPr>
          <p:nvPr/>
        </p:nvPicPr>
        <p:blipFill>
          <a:blip r:embed="rId136"/>
          <a:srcRect/>
          <a:stretch/>
        </p:blipFill>
        <p:spPr>
          <a:xfrm>
            <a:off x="6384652" y="583177"/>
            <a:ext cx="20055" cy="15623"/>
          </a:xfrm>
          <a:prstGeom prst="rect">
            <a:avLst/>
          </a:prstGeom>
        </p:spPr>
      </p:pic>
      <p:pic>
        <p:nvPicPr>
          <p:cNvPr id="362" name="Image 357" descr="preencoded.png"/>
          <p:cNvPicPr>
            <a:picLocks noChangeAspect="1"/>
          </p:cNvPicPr>
          <p:nvPr/>
        </p:nvPicPr>
        <p:blipFill>
          <a:blip r:embed="rId104"/>
          <a:srcRect/>
          <a:stretch/>
        </p:blipFill>
        <p:spPr>
          <a:xfrm>
            <a:off x="6376969" y="587817"/>
            <a:ext cx="11144" cy="11133"/>
          </a:xfrm>
          <a:prstGeom prst="rect">
            <a:avLst/>
          </a:prstGeom>
        </p:spPr>
      </p:pic>
      <p:pic>
        <p:nvPicPr>
          <p:cNvPr id="363" name="Image 358" descr="preencoded.png"/>
          <p:cNvPicPr>
            <a:picLocks noChangeAspect="1"/>
          </p:cNvPicPr>
          <p:nvPr/>
        </p:nvPicPr>
        <p:blipFill>
          <a:blip r:embed="rId137"/>
          <a:srcRect/>
          <a:stretch/>
        </p:blipFill>
        <p:spPr>
          <a:xfrm>
            <a:off x="6424668" y="563578"/>
            <a:ext cx="20445" cy="22955"/>
          </a:xfrm>
          <a:prstGeom prst="rect">
            <a:avLst/>
          </a:prstGeom>
        </p:spPr>
      </p:pic>
      <p:pic>
        <p:nvPicPr>
          <p:cNvPr id="364" name="Image 359" descr="preencoded.png"/>
          <p:cNvPicPr>
            <a:picLocks noChangeAspect="1"/>
          </p:cNvPicPr>
          <p:nvPr/>
        </p:nvPicPr>
        <p:blipFill>
          <a:blip r:embed="rId138"/>
          <a:srcRect/>
          <a:stretch/>
        </p:blipFill>
        <p:spPr>
          <a:xfrm>
            <a:off x="6409711" y="579953"/>
            <a:ext cx="22324" cy="17746"/>
          </a:xfrm>
          <a:prstGeom prst="rect">
            <a:avLst/>
          </a:prstGeom>
        </p:spPr>
      </p:pic>
      <p:pic>
        <p:nvPicPr>
          <p:cNvPr id="365" name="Image 360" descr="preencoded.png"/>
          <p:cNvPicPr>
            <a:picLocks noChangeAspect="1"/>
          </p:cNvPicPr>
          <p:nvPr/>
        </p:nvPicPr>
        <p:blipFill>
          <a:blip r:embed="rId139"/>
          <a:srcRect/>
          <a:stretch/>
        </p:blipFill>
        <p:spPr>
          <a:xfrm>
            <a:off x="6437821" y="579953"/>
            <a:ext cx="22306" cy="17746"/>
          </a:xfrm>
          <a:prstGeom prst="rect">
            <a:avLst/>
          </a:prstGeom>
        </p:spPr>
      </p:pic>
      <p:pic>
        <p:nvPicPr>
          <p:cNvPr id="366" name="Image 361" descr="preencoded.png"/>
          <p:cNvPicPr>
            <a:picLocks noChangeAspect="1"/>
          </p:cNvPicPr>
          <p:nvPr/>
        </p:nvPicPr>
        <p:blipFill>
          <a:blip r:embed="rId140"/>
          <a:srcRect/>
          <a:stretch/>
        </p:blipFill>
        <p:spPr>
          <a:xfrm>
            <a:off x="6480851" y="571492"/>
            <a:ext cx="18008" cy="20913"/>
          </a:xfrm>
          <a:prstGeom prst="rect">
            <a:avLst/>
          </a:prstGeom>
        </p:spPr>
      </p:pic>
      <p:pic>
        <p:nvPicPr>
          <p:cNvPr id="367" name="Image 362" descr="preencoded.png"/>
          <p:cNvPicPr>
            <a:picLocks noChangeAspect="1"/>
          </p:cNvPicPr>
          <p:nvPr/>
        </p:nvPicPr>
        <p:blipFill>
          <a:blip r:embed="rId141"/>
          <a:srcRect/>
          <a:stretch/>
        </p:blipFill>
        <p:spPr>
          <a:xfrm>
            <a:off x="6489241" y="588351"/>
            <a:ext cx="19794" cy="15611"/>
          </a:xfrm>
          <a:prstGeom prst="rect">
            <a:avLst/>
          </a:prstGeom>
        </p:spPr>
      </p:pic>
      <p:pic>
        <p:nvPicPr>
          <p:cNvPr id="368" name="Image 363" descr="preencoded.png"/>
          <p:cNvPicPr>
            <a:picLocks noChangeAspect="1"/>
          </p:cNvPicPr>
          <p:nvPr/>
        </p:nvPicPr>
        <p:blipFill>
          <a:blip r:embed="rId142"/>
          <a:srcRect/>
          <a:stretch/>
        </p:blipFill>
        <p:spPr>
          <a:xfrm>
            <a:off x="6465298" y="583177"/>
            <a:ext cx="20073" cy="15622"/>
          </a:xfrm>
          <a:prstGeom prst="rect">
            <a:avLst/>
          </a:prstGeom>
        </p:spPr>
      </p:pic>
      <p:pic>
        <p:nvPicPr>
          <p:cNvPr id="369" name="Image 364" descr="preencoded.png"/>
          <p:cNvPicPr>
            <a:picLocks noChangeAspect="1"/>
          </p:cNvPicPr>
          <p:nvPr/>
        </p:nvPicPr>
        <p:blipFill>
          <a:blip r:embed="rId104"/>
          <a:srcRect/>
          <a:stretch/>
        </p:blipFill>
        <p:spPr>
          <a:xfrm>
            <a:off x="6481428" y="587817"/>
            <a:ext cx="11144" cy="11133"/>
          </a:xfrm>
          <a:prstGeom prst="rect">
            <a:avLst/>
          </a:prstGeom>
        </p:spPr>
      </p:pic>
      <p:pic>
        <p:nvPicPr>
          <p:cNvPr id="370" name="Image 365" descr="preencoded.png"/>
          <p:cNvPicPr>
            <a:picLocks noChangeAspect="1"/>
          </p:cNvPicPr>
          <p:nvPr/>
        </p:nvPicPr>
        <p:blipFill>
          <a:blip r:embed="rId143"/>
          <a:srcRect/>
          <a:stretch/>
        </p:blipFill>
        <p:spPr>
          <a:xfrm>
            <a:off x="6529778" y="602986"/>
            <a:ext cx="9023" cy="8753"/>
          </a:xfrm>
          <a:prstGeom prst="rect">
            <a:avLst/>
          </a:prstGeom>
        </p:spPr>
      </p:pic>
      <p:pic>
        <p:nvPicPr>
          <p:cNvPr id="371" name="Image 366" descr="preencoded.png"/>
          <p:cNvPicPr>
            <a:picLocks noChangeAspect="1"/>
          </p:cNvPicPr>
          <p:nvPr/>
        </p:nvPicPr>
        <p:blipFill>
          <a:blip r:embed="rId144"/>
          <a:srcRect/>
          <a:stretch/>
        </p:blipFill>
        <p:spPr>
          <a:xfrm>
            <a:off x="6513779" y="589437"/>
            <a:ext cx="38546" cy="20224"/>
          </a:xfrm>
          <a:prstGeom prst="rect">
            <a:avLst/>
          </a:prstGeom>
        </p:spPr>
      </p:pic>
      <p:pic>
        <p:nvPicPr>
          <p:cNvPr id="372" name="Image 367" descr="preencoded.png"/>
          <p:cNvPicPr>
            <a:picLocks noChangeAspect="1"/>
          </p:cNvPicPr>
          <p:nvPr/>
        </p:nvPicPr>
        <p:blipFill>
          <a:blip r:embed="rId145"/>
          <a:srcRect/>
          <a:stretch/>
        </p:blipFill>
        <p:spPr>
          <a:xfrm>
            <a:off x="6330776" y="602986"/>
            <a:ext cx="9004" cy="8753"/>
          </a:xfrm>
          <a:prstGeom prst="rect">
            <a:avLst/>
          </a:prstGeom>
        </p:spPr>
      </p:pic>
      <p:pic>
        <p:nvPicPr>
          <p:cNvPr id="373" name="Image 368" descr="preencoded.png"/>
          <p:cNvPicPr>
            <a:picLocks noChangeAspect="1"/>
          </p:cNvPicPr>
          <p:nvPr/>
        </p:nvPicPr>
        <p:blipFill>
          <a:blip r:embed="rId146"/>
          <a:srcRect/>
          <a:stretch/>
        </p:blipFill>
        <p:spPr>
          <a:xfrm>
            <a:off x="6317475" y="589437"/>
            <a:ext cx="38584" cy="19330"/>
          </a:xfrm>
          <a:prstGeom prst="rect">
            <a:avLst/>
          </a:prstGeom>
        </p:spPr>
      </p:pic>
      <p:pic>
        <p:nvPicPr>
          <p:cNvPr id="374" name="Image 369" descr="preencoded.png"/>
          <p:cNvPicPr>
            <a:picLocks noChangeAspect="1"/>
          </p:cNvPicPr>
          <p:nvPr/>
        </p:nvPicPr>
        <p:blipFill>
          <a:blip r:embed="rId104"/>
          <a:srcRect/>
          <a:stretch/>
        </p:blipFill>
        <p:spPr>
          <a:xfrm>
            <a:off x="6429133" y="583099"/>
            <a:ext cx="11144" cy="11152"/>
          </a:xfrm>
          <a:prstGeom prst="rect">
            <a:avLst/>
          </a:prstGeom>
        </p:spPr>
      </p:pic>
      <p:pic>
        <p:nvPicPr>
          <p:cNvPr id="375" name="Image 370" descr="preencoded.png"/>
          <p:cNvPicPr>
            <a:picLocks noChangeAspect="1"/>
          </p:cNvPicPr>
          <p:nvPr/>
        </p:nvPicPr>
        <p:blipFill>
          <a:blip r:embed="rId147"/>
          <a:srcRect r="20"/>
          <a:stretch/>
        </p:blipFill>
        <p:spPr>
          <a:xfrm>
            <a:off x="6423757" y="502481"/>
            <a:ext cx="20278" cy="20286"/>
          </a:xfrm>
          <a:prstGeom prst="rect">
            <a:avLst/>
          </a:prstGeom>
        </p:spPr>
      </p:pic>
      <p:pic>
        <p:nvPicPr>
          <p:cNvPr id="376" name="Image 371" descr="preencoded.png"/>
          <p:cNvPicPr>
            <a:picLocks noChangeAspect="1"/>
          </p:cNvPicPr>
          <p:nvPr/>
        </p:nvPicPr>
        <p:blipFill>
          <a:blip r:embed="rId148"/>
          <a:srcRect/>
          <a:stretch/>
        </p:blipFill>
        <p:spPr>
          <a:xfrm>
            <a:off x="6423794" y="502481"/>
            <a:ext cx="20282" cy="20286"/>
          </a:xfrm>
          <a:prstGeom prst="rect">
            <a:avLst/>
          </a:prstGeom>
        </p:spPr>
      </p:pic>
      <p:pic>
        <p:nvPicPr>
          <p:cNvPr id="377" name="Image 372" descr="preencoded.png"/>
          <p:cNvPicPr>
            <a:picLocks noChangeAspect="1"/>
          </p:cNvPicPr>
          <p:nvPr/>
        </p:nvPicPr>
        <p:blipFill>
          <a:blip r:embed="rId149"/>
          <a:srcRect/>
          <a:stretch/>
        </p:blipFill>
        <p:spPr>
          <a:xfrm>
            <a:off x="6425673" y="484187"/>
            <a:ext cx="17822" cy="33710"/>
          </a:xfrm>
          <a:prstGeom prst="rect">
            <a:avLst/>
          </a:prstGeom>
        </p:spPr>
      </p:pic>
      <p:pic>
        <p:nvPicPr>
          <p:cNvPr id="378" name="Image 373" descr="preencoded.png"/>
          <p:cNvPicPr>
            <a:picLocks noChangeAspect="1"/>
          </p:cNvPicPr>
          <p:nvPr/>
        </p:nvPicPr>
        <p:blipFill>
          <a:blip r:embed="rId148"/>
          <a:srcRect/>
          <a:stretch/>
        </p:blipFill>
        <p:spPr>
          <a:xfrm>
            <a:off x="6423775" y="502481"/>
            <a:ext cx="20282" cy="20286"/>
          </a:xfrm>
          <a:prstGeom prst="rect">
            <a:avLst/>
          </a:prstGeom>
        </p:spPr>
      </p:pic>
      <p:pic>
        <p:nvPicPr>
          <p:cNvPr id="379" name="Image 374" descr="preencoded.png"/>
          <p:cNvPicPr>
            <a:picLocks noChangeAspect="1"/>
          </p:cNvPicPr>
          <p:nvPr/>
        </p:nvPicPr>
        <p:blipFill>
          <a:blip r:embed="rId150"/>
          <a:srcRect/>
          <a:stretch/>
        </p:blipFill>
        <p:spPr>
          <a:xfrm>
            <a:off x="6423757" y="502833"/>
            <a:ext cx="21487" cy="21116"/>
          </a:xfrm>
          <a:prstGeom prst="rect">
            <a:avLst/>
          </a:prstGeom>
        </p:spPr>
      </p:pic>
      <p:pic>
        <p:nvPicPr>
          <p:cNvPr id="380" name="Image 375" descr="preencoded.png"/>
          <p:cNvPicPr>
            <a:picLocks noChangeAspect="1"/>
          </p:cNvPicPr>
          <p:nvPr/>
        </p:nvPicPr>
        <p:blipFill>
          <a:blip r:embed="rId151"/>
          <a:srcRect/>
          <a:stretch/>
        </p:blipFill>
        <p:spPr>
          <a:xfrm>
            <a:off x="6319689" y="788309"/>
            <a:ext cx="231186" cy="153619"/>
          </a:xfrm>
          <a:prstGeom prst="rect">
            <a:avLst/>
          </a:prstGeom>
        </p:spPr>
      </p:pic>
      <p:pic>
        <p:nvPicPr>
          <p:cNvPr id="381" name="Image 376" descr="preencoded.png"/>
          <p:cNvPicPr>
            <a:picLocks noChangeAspect="1"/>
          </p:cNvPicPr>
          <p:nvPr/>
        </p:nvPicPr>
        <p:blipFill>
          <a:blip r:embed="rId152"/>
          <a:srcRect/>
          <a:stretch/>
        </p:blipFill>
        <p:spPr>
          <a:xfrm>
            <a:off x="6434398" y="653448"/>
            <a:ext cx="116439" cy="135942"/>
          </a:xfrm>
          <a:prstGeom prst="rect">
            <a:avLst/>
          </a:prstGeom>
        </p:spPr>
      </p:pic>
      <p:pic>
        <p:nvPicPr>
          <p:cNvPr id="382" name="Image 377" descr="preencoded.png"/>
          <p:cNvPicPr>
            <a:picLocks noChangeAspect="1"/>
          </p:cNvPicPr>
          <p:nvPr/>
        </p:nvPicPr>
        <p:blipFill>
          <a:blip r:embed="rId152"/>
          <a:srcRect/>
          <a:stretch/>
        </p:blipFill>
        <p:spPr>
          <a:xfrm>
            <a:off x="6319521" y="653448"/>
            <a:ext cx="116105" cy="135942"/>
          </a:xfrm>
          <a:prstGeom prst="rect">
            <a:avLst/>
          </a:prstGeom>
        </p:spPr>
      </p:pic>
      <p:pic>
        <p:nvPicPr>
          <p:cNvPr id="383" name="Image 378" descr="preencoded.png"/>
          <p:cNvPicPr>
            <a:picLocks noChangeAspect="1"/>
          </p:cNvPicPr>
          <p:nvPr/>
        </p:nvPicPr>
        <p:blipFill>
          <a:blip r:embed="rId153"/>
          <a:srcRect r="1"/>
          <a:stretch/>
        </p:blipFill>
        <p:spPr>
          <a:xfrm>
            <a:off x="6319540" y="788087"/>
            <a:ext cx="114988" cy="138277"/>
          </a:xfrm>
          <a:prstGeom prst="rect">
            <a:avLst/>
          </a:prstGeom>
        </p:spPr>
      </p:pic>
      <p:pic>
        <p:nvPicPr>
          <p:cNvPr id="384" name="Image 379" descr="preencoded.png"/>
          <p:cNvPicPr>
            <a:picLocks noChangeAspect="1"/>
          </p:cNvPicPr>
          <p:nvPr/>
        </p:nvPicPr>
        <p:blipFill>
          <a:blip r:embed="rId154"/>
          <a:srcRect/>
          <a:stretch/>
        </p:blipFill>
        <p:spPr>
          <a:xfrm>
            <a:off x="6319540" y="788087"/>
            <a:ext cx="114989" cy="138277"/>
          </a:xfrm>
          <a:prstGeom prst="rect">
            <a:avLst/>
          </a:prstGeom>
        </p:spPr>
      </p:pic>
      <p:pic>
        <p:nvPicPr>
          <p:cNvPr id="385" name="Image 380" descr="preencoded.png"/>
          <p:cNvPicPr>
            <a:picLocks noChangeAspect="1"/>
          </p:cNvPicPr>
          <p:nvPr/>
        </p:nvPicPr>
        <p:blipFill>
          <a:blip r:embed="rId155"/>
          <a:srcRect/>
          <a:stretch/>
        </p:blipFill>
        <p:spPr>
          <a:xfrm>
            <a:off x="6319540" y="788087"/>
            <a:ext cx="116179" cy="139481"/>
          </a:xfrm>
          <a:prstGeom prst="rect">
            <a:avLst/>
          </a:prstGeom>
        </p:spPr>
      </p:pic>
      <p:pic>
        <p:nvPicPr>
          <p:cNvPr id="386" name="Image 381" descr="preencoded.png"/>
          <p:cNvPicPr>
            <a:picLocks noChangeAspect="1"/>
          </p:cNvPicPr>
          <p:nvPr/>
        </p:nvPicPr>
        <p:blipFill>
          <a:blip r:embed="rId156"/>
          <a:srcRect/>
          <a:stretch/>
        </p:blipFill>
        <p:spPr>
          <a:xfrm>
            <a:off x="6434510" y="788107"/>
            <a:ext cx="116458" cy="139480"/>
          </a:xfrm>
          <a:prstGeom prst="rect">
            <a:avLst/>
          </a:prstGeom>
        </p:spPr>
      </p:pic>
      <p:pic>
        <p:nvPicPr>
          <p:cNvPr id="387" name="Image 382" descr="preencoded.png"/>
          <p:cNvPicPr>
            <a:picLocks noChangeAspect="1"/>
          </p:cNvPicPr>
          <p:nvPr/>
        </p:nvPicPr>
        <p:blipFill>
          <a:blip r:embed="rId157"/>
          <a:srcRect r="11"/>
          <a:stretch/>
        </p:blipFill>
        <p:spPr>
          <a:xfrm>
            <a:off x="6446806" y="799320"/>
            <a:ext cx="89408" cy="114190"/>
          </a:xfrm>
          <a:prstGeom prst="rect">
            <a:avLst/>
          </a:prstGeom>
        </p:spPr>
      </p:pic>
      <p:pic>
        <p:nvPicPr>
          <p:cNvPr id="388" name="Image 383" descr="preencoded.png"/>
          <p:cNvPicPr>
            <a:picLocks noChangeAspect="1"/>
          </p:cNvPicPr>
          <p:nvPr/>
        </p:nvPicPr>
        <p:blipFill>
          <a:blip r:embed="rId128"/>
          <a:srcRect/>
          <a:stretch/>
        </p:blipFill>
        <p:spPr>
          <a:xfrm>
            <a:off x="6485520" y="844045"/>
            <a:ext cx="13711" cy="13723"/>
          </a:xfrm>
          <a:prstGeom prst="rect">
            <a:avLst/>
          </a:prstGeom>
        </p:spPr>
      </p:pic>
      <p:pic>
        <p:nvPicPr>
          <p:cNvPr id="389" name="Image 384" descr="preencoded.png"/>
          <p:cNvPicPr>
            <a:picLocks noChangeAspect="1"/>
          </p:cNvPicPr>
          <p:nvPr/>
        </p:nvPicPr>
        <p:blipFill>
          <a:blip r:embed="rId158"/>
          <a:srcRect/>
          <a:stretch/>
        </p:blipFill>
        <p:spPr>
          <a:xfrm>
            <a:off x="6473037" y="678032"/>
            <a:ext cx="22585" cy="9787"/>
          </a:xfrm>
          <a:prstGeom prst="rect">
            <a:avLst/>
          </a:prstGeom>
        </p:spPr>
      </p:pic>
      <p:pic>
        <p:nvPicPr>
          <p:cNvPr id="390" name="Image 385" descr="preencoded.png"/>
          <p:cNvPicPr>
            <a:picLocks noChangeAspect="1"/>
          </p:cNvPicPr>
          <p:nvPr/>
        </p:nvPicPr>
        <p:blipFill>
          <a:blip r:embed="rId159"/>
          <a:srcRect r="-2"/>
          <a:stretch/>
        </p:blipFill>
        <p:spPr>
          <a:xfrm>
            <a:off x="6453262" y="671067"/>
            <a:ext cx="81521" cy="99908"/>
          </a:xfrm>
          <a:prstGeom prst="rect">
            <a:avLst/>
          </a:prstGeom>
        </p:spPr>
      </p:pic>
      <p:pic>
        <p:nvPicPr>
          <p:cNvPr id="391" name="Image 386" descr="preencoded.png"/>
          <p:cNvPicPr>
            <a:picLocks noChangeAspect="1"/>
          </p:cNvPicPr>
          <p:nvPr/>
        </p:nvPicPr>
        <p:blipFill>
          <a:blip r:embed="rId56"/>
          <a:srcRect/>
          <a:stretch/>
        </p:blipFill>
        <p:spPr>
          <a:xfrm>
            <a:off x="6485837" y="677137"/>
            <a:ext cx="3516" cy="4517"/>
          </a:xfrm>
          <a:prstGeom prst="rect">
            <a:avLst/>
          </a:prstGeom>
        </p:spPr>
      </p:pic>
      <p:pic>
        <p:nvPicPr>
          <p:cNvPr id="392" name="Image 387" descr="preencoded.png"/>
          <p:cNvPicPr>
            <a:picLocks noChangeAspect="1"/>
          </p:cNvPicPr>
          <p:nvPr/>
        </p:nvPicPr>
        <p:blipFill>
          <a:blip r:embed="rId59"/>
          <a:srcRect/>
          <a:stretch/>
        </p:blipFill>
        <p:spPr>
          <a:xfrm>
            <a:off x="6495604" y="674920"/>
            <a:ext cx="5953" cy="4415"/>
          </a:xfrm>
          <a:prstGeom prst="rect">
            <a:avLst/>
          </a:prstGeom>
        </p:spPr>
      </p:pic>
      <p:pic>
        <p:nvPicPr>
          <p:cNvPr id="393" name="Image 388" descr="preencoded.png"/>
          <p:cNvPicPr>
            <a:picLocks noChangeAspect="1"/>
          </p:cNvPicPr>
          <p:nvPr/>
        </p:nvPicPr>
        <p:blipFill>
          <a:blip r:embed="rId49"/>
          <a:srcRect/>
          <a:stretch/>
        </p:blipFill>
        <p:spPr>
          <a:xfrm>
            <a:off x="6506877" y="687884"/>
            <a:ext cx="2549" cy="3311"/>
          </a:xfrm>
          <a:prstGeom prst="rect">
            <a:avLst/>
          </a:prstGeom>
        </p:spPr>
      </p:pic>
      <p:pic>
        <p:nvPicPr>
          <p:cNvPr id="394" name="Image 389" descr="preencoded.png"/>
          <p:cNvPicPr>
            <a:picLocks noChangeAspect="1"/>
          </p:cNvPicPr>
          <p:nvPr/>
        </p:nvPicPr>
        <p:blipFill>
          <a:blip r:embed="rId160"/>
          <a:srcRect/>
          <a:stretch/>
        </p:blipFill>
        <p:spPr>
          <a:xfrm>
            <a:off x="6460964" y="674288"/>
            <a:ext cx="5321" cy="7244"/>
          </a:xfrm>
          <a:prstGeom prst="rect">
            <a:avLst/>
          </a:prstGeom>
        </p:spPr>
      </p:pic>
      <p:pic>
        <p:nvPicPr>
          <p:cNvPr id="395" name="Image 390" descr="preencoded.png"/>
          <p:cNvPicPr>
            <a:picLocks noChangeAspect="1"/>
          </p:cNvPicPr>
          <p:nvPr/>
        </p:nvPicPr>
        <p:blipFill>
          <a:blip r:embed="rId161"/>
          <a:srcRect/>
          <a:stretch/>
        </p:blipFill>
        <p:spPr>
          <a:xfrm>
            <a:off x="6449262" y="679831"/>
            <a:ext cx="8465" cy="5940"/>
          </a:xfrm>
          <a:prstGeom prst="rect">
            <a:avLst/>
          </a:prstGeom>
        </p:spPr>
      </p:pic>
      <p:pic>
        <p:nvPicPr>
          <p:cNvPr id="396" name="Image 391" descr="preencoded.png"/>
          <p:cNvPicPr>
            <a:picLocks noChangeAspect="1"/>
          </p:cNvPicPr>
          <p:nvPr/>
        </p:nvPicPr>
        <p:blipFill>
          <a:blip r:embed="rId62"/>
          <a:srcRect/>
          <a:stretch/>
        </p:blipFill>
        <p:spPr>
          <a:xfrm>
            <a:off x="6449634" y="689043"/>
            <a:ext cx="6437" cy="6927"/>
          </a:xfrm>
          <a:prstGeom prst="rect">
            <a:avLst/>
          </a:prstGeom>
        </p:spPr>
      </p:pic>
      <p:pic>
        <p:nvPicPr>
          <p:cNvPr id="397" name="Image 392" descr="preencoded.png"/>
          <p:cNvPicPr>
            <a:picLocks noChangeAspect="1"/>
          </p:cNvPicPr>
          <p:nvPr/>
        </p:nvPicPr>
        <p:blipFill>
          <a:blip r:embed="rId49"/>
          <a:srcRect/>
          <a:stretch/>
        </p:blipFill>
        <p:spPr>
          <a:xfrm>
            <a:off x="6486599" y="687493"/>
            <a:ext cx="3739" cy="3118"/>
          </a:xfrm>
          <a:prstGeom prst="rect">
            <a:avLst/>
          </a:prstGeom>
        </p:spPr>
      </p:pic>
      <p:pic>
        <p:nvPicPr>
          <p:cNvPr id="398" name="Image 393" descr="preencoded.png"/>
          <p:cNvPicPr>
            <a:picLocks noChangeAspect="1"/>
          </p:cNvPicPr>
          <p:nvPr/>
        </p:nvPicPr>
        <p:blipFill>
          <a:blip r:embed="rId72"/>
          <a:srcRect/>
          <a:stretch/>
        </p:blipFill>
        <p:spPr>
          <a:xfrm>
            <a:off x="6488478" y="687438"/>
            <a:ext cx="4316" cy="2951"/>
          </a:xfrm>
          <a:prstGeom prst="rect">
            <a:avLst/>
          </a:prstGeom>
        </p:spPr>
      </p:pic>
      <p:pic>
        <p:nvPicPr>
          <p:cNvPr id="399" name="Image 394" descr="preencoded.png"/>
          <p:cNvPicPr>
            <a:picLocks noChangeAspect="1"/>
          </p:cNvPicPr>
          <p:nvPr/>
        </p:nvPicPr>
        <p:blipFill>
          <a:blip r:embed="rId49"/>
          <a:srcRect/>
          <a:stretch/>
        </p:blipFill>
        <p:spPr>
          <a:xfrm>
            <a:off x="6487660" y="680772"/>
            <a:ext cx="4037" cy="3476"/>
          </a:xfrm>
          <a:prstGeom prst="rect">
            <a:avLst/>
          </a:prstGeom>
        </p:spPr>
      </p:pic>
      <p:pic>
        <p:nvPicPr>
          <p:cNvPr id="400" name="Image 395" descr="preencoded.png"/>
          <p:cNvPicPr>
            <a:picLocks noChangeAspect="1"/>
          </p:cNvPicPr>
          <p:nvPr/>
        </p:nvPicPr>
        <p:blipFill>
          <a:blip r:embed="rId49"/>
          <a:srcRect/>
          <a:stretch/>
        </p:blipFill>
        <p:spPr>
          <a:xfrm>
            <a:off x="6489911" y="681408"/>
            <a:ext cx="3739" cy="3489"/>
          </a:xfrm>
          <a:prstGeom prst="rect">
            <a:avLst/>
          </a:prstGeom>
        </p:spPr>
      </p:pic>
      <p:pic>
        <p:nvPicPr>
          <p:cNvPr id="401" name="Image 396" descr="preencoded.png"/>
          <p:cNvPicPr>
            <a:picLocks noChangeAspect="1"/>
          </p:cNvPicPr>
          <p:nvPr/>
        </p:nvPicPr>
        <p:blipFill>
          <a:blip r:embed="rId162"/>
          <a:srcRect/>
          <a:stretch/>
        </p:blipFill>
        <p:spPr>
          <a:xfrm>
            <a:off x="6473968" y="696621"/>
            <a:ext cx="28147" cy="19985"/>
          </a:xfrm>
          <a:prstGeom prst="rect">
            <a:avLst/>
          </a:prstGeom>
        </p:spPr>
      </p:pic>
      <p:pic>
        <p:nvPicPr>
          <p:cNvPr id="402" name="Image 397" descr="preencoded.png"/>
          <p:cNvPicPr>
            <a:picLocks noChangeAspect="1"/>
          </p:cNvPicPr>
          <p:nvPr/>
        </p:nvPicPr>
        <p:blipFill>
          <a:blip r:embed="rId163"/>
          <a:srcRect/>
          <a:stretch/>
        </p:blipFill>
        <p:spPr>
          <a:xfrm>
            <a:off x="6474823" y="704263"/>
            <a:ext cx="7888" cy="6510"/>
          </a:xfrm>
          <a:prstGeom prst="rect">
            <a:avLst/>
          </a:prstGeom>
        </p:spPr>
      </p:pic>
      <p:pic>
        <p:nvPicPr>
          <p:cNvPr id="403" name="Image 398" descr="preencoded.png"/>
          <p:cNvPicPr>
            <a:picLocks noChangeAspect="1"/>
          </p:cNvPicPr>
          <p:nvPr/>
        </p:nvPicPr>
        <p:blipFill>
          <a:blip r:embed="rId70"/>
          <a:srcRect/>
          <a:stretch/>
        </p:blipFill>
        <p:spPr>
          <a:xfrm>
            <a:off x="6484125" y="712227"/>
            <a:ext cx="6697" cy="5378"/>
          </a:xfrm>
          <a:prstGeom prst="rect">
            <a:avLst/>
          </a:prstGeom>
        </p:spPr>
      </p:pic>
      <p:pic>
        <p:nvPicPr>
          <p:cNvPr id="404" name="Image 399" descr="preencoded.png"/>
          <p:cNvPicPr>
            <a:picLocks noChangeAspect="1"/>
          </p:cNvPicPr>
          <p:nvPr/>
        </p:nvPicPr>
        <p:blipFill>
          <a:blip r:embed="rId164"/>
          <a:srcRect/>
          <a:stretch/>
        </p:blipFill>
        <p:spPr>
          <a:xfrm>
            <a:off x="6453653" y="712670"/>
            <a:ext cx="7348" cy="4833"/>
          </a:xfrm>
          <a:prstGeom prst="rect">
            <a:avLst/>
          </a:prstGeom>
        </p:spPr>
      </p:pic>
      <p:pic>
        <p:nvPicPr>
          <p:cNvPr id="405" name="Image 400" descr="preencoded.png"/>
          <p:cNvPicPr>
            <a:picLocks noChangeAspect="1"/>
          </p:cNvPicPr>
          <p:nvPr/>
        </p:nvPicPr>
        <p:blipFill>
          <a:blip r:embed="rId62"/>
          <a:srcRect/>
          <a:stretch/>
        </p:blipFill>
        <p:spPr>
          <a:xfrm>
            <a:off x="6453188" y="720677"/>
            <a:ext cx="5655" cy="5846"/>
          </a:xfrm>
          <a:prstGeom prst="rect">
            <a:avLst/>
          </a:prstGeom>
        </p:spPr>
      </p:pic>
      <p:pic>
        <p:nvPicPr>
          <p:cNvPr id="406" name="Image 401" descr="preencoded.png"/>
          <p:cNvPicPr>
            <a:picLocks noChangeAspect="1"/>
          </p:cNvPicPr>
          <p:nvPr/>
        </p:nvPicPr>
        <p:blipFill>
          <a:blip r:embed="rId58"/>
          <a:srcRect/>
          <a:stretch/>
        </p:blipFill>
        <p:spPr>
          <a:xfrm>
            <a:off x="6460461" y="727207"/>
            <a:ext cx="4949" cy="5965"/>
          </a:xfrm>
          <a:prstGeom prst="rect">
            <a:avLst/>
          </a:prstGeom>
        </p:spPr>
      </p:pic>
      <p:pic>
        <p:nvPicPr>
          <p:cNvPr id="407" name="Image 402" descr="preencoded.png"/>
          <p:cNvPicPr>
            <a:picLocks noChangeAspect="1"/>
          </p:cNvPicPr>
          <p:nvPr/>
        </p:nvPicPr>
        <p:blipFill>
          <a:blip r:embed="rId165"/>
          <a:srcRect/>
          <a:stretch/>
        </p:blipFill>
        <p:spPr>
          <a:xfrm>
            <a:off x="6498654" y="730545"/>
            <a:ext cx="5469" cy="12263"/>
          </a:xfrm>
          <a:prstGeom prst="rect">
            <a:avLst/>
          </a:prstGeom>
        </p:spPr>
      </p:pic>
      <p:pic>
        <p:nvPicPr>
          <p:cNvPr id="408" name="Image 403" descr="preencoded.png"/>
          <p:cNvPicPr>
            <a:picLocks noChangeAspect="1"/>
          </p:cNvPicPr>
          <p:nvPr/>
        </p:nvPicPr>
        <p:blipFill>
          <a:blip r:embed="rId161"/>
          <a:srcRect/>
          <a:stretch/>
        </p:blipFill>
        <p:spPr>
          <a:xfrm>
            <a:off x="6471196" y="742838"/>
            <a:ext cx="8372" cy="5268"/>
          </a:xfrm>
          <a:prstGeom prst="rect">
            <a:avLst/>
          </a:prstGeom>
        </p:spPr>
      </p:pic>
      <p:pic>
        <p:nvPicPr>
          <p:cNvPr id="409" name="Image 404" descr="preencoded.png"/>
          <p:cNvPicPr>
            <a:picLocks noChangeAspect="1"/>
          </p:cNvPicPr>
          <p:nvPr/>
        </p:nvPicPr>
        <p:blipFill>
          <a:blip r:embed="rId166"/>
          <a:srcRect/>
          <a:stretch/>
        </p:blipFill>
        <p:spPr>
          <a:xfrm>
            <a:off x="6468163" y="751082"/>
            <a:ext cx="6288" cy="6350"/>
          </a:xfrm>
          <a:prstGeom prst="rect">
            <a:avLst/>
          </a:prstGeom>
        </p:spPr>
      </p:pic>
      <p:pic>
        <p:nvPicPr>
          <p:cNvPr id="410" name="Image 405" descr="preencoded.png"/>
          <p:cNvPicPr>
            <a:picLocks noChangeAspect="1"/>
          </p:cNvPicPr>
          <p:nvPr/>
        </p:nvPicPr>
        <p:blipFill>
          <a:blip r:embed="rId62"/>
          <a:srcRect/>
          <a:stretch/>
        </p:blipFill>
        <p:spPr>
          <a:xfrm>
            <a:off x="6476349" y="758310"/>
            <a:ext cx="5860" cy="6357"/>
          </a:xfrm>
          <a:prstGeom prst="rect">
            <a:avLst/>
          </a:prstGeom>
        </p:spPr>
      </p:pic>
      <p:pic>
        <p:nvPicPr>
          <p:cNvPr id="411" name="Image 406" descr="preencoded.png"/>
          <p:cNvPicPr>
            <a:picLocks noChangeAspect="1"/>
          </p:cNvPicPr>
          <p:nvPr/>
        </p:nvPicPr>
        <p:blipFill>
          <a:blip r:embed="rId167"/>
          <a:srcRect/>
          <a:stretch/>
        </p:blipFill>
        <p:spPr>
          <a:xfrm>
            <a:off x="6500533" y="761077"/>
            <a:ext cx="6995" cy="6203"/>
          </a:xfrm>
          <a:prstGeom prst="rect">
            <a:avLst/>
          </a:prstGeom>
        </p:spPr>
      </p:pic>
      <p:pic>
        <p:nvPicPr>
          <p:cNvPr id="412" name="Image 407" descr="preencoded.png"/>
          <p:cNvPicPr>
            <a:picLocks noChangeAspect="1"/>
          </p:cNvPicPr>
          <p:nvPr/>
        </p:nvPicPr>
        <p:blipFill>
          <a:blip r:embed="rId58"/>
          <a:srcRect/>
          <a:stretch/>
        </p:blipFill>
        <p:spPr>
          <a:xfrm>
            <a:off x="6505222" y="768484"/>
            <a:ext cx="6400" cy="8120"/>
          </a:xfrm>
          <a:prstGeom prst="rect">
            <a:avLst/>
          </a:prstGeom>
        </p:spPr>
      </p:pic>
      <p:pic>
        <p:nvPicPr>
          <p:cNvPr id="413" name="Image 408" descr="preencoded.png"/>
          <p:cNvPicPr>
            <a:picLocks noChangeAspect="1"/>
          </p:cNvPicPr>
          <p:nvPr/>
        </p:nvPicPr>
        <p:blipFill>
          <a:blip r:embed="rId168"/>
          <a:srcRect/>
          <a:stretch/>
        </p:blipFill>
        <p:spPr>
          <a:xfrm>
            <a:off x="6513165" y="769976"/>
            <a:ext cx="5748" cy="6577"/>
          </a:xfrm>
          <a:prstGeom prst="rect">
            <a:avLst/>
          </a:prstGeom>
        </p:spPr>
      </p:pic>
      <p:pic>
        <p:nvPicPr>
          <p:cNvPr id="414" name="Image 409" descr="preencoded.png"/>
          <p:cNvPicPr>
            <a:picLocks noChangeAspect="1"/>
          </p:cNvPicPr>
          <p:nvPr/>
        </p:nvPicPr>
        <p:blipFill>
          <a:blip r:embed="rId169"/>
          <a:srcRect/>
          <a:stretch/>
        </p:blipFill>
        <p:spPr>
          <a:xfrm>
            <a:off x="6423124" y="900402"/>
            <a:ext cx="25729" cy="25717"/>
          </a:xfrm>
          <a:prstGeom prst="rect">
            <a:avLst/>
          </a:prstGeom>
        </p:spPr>
      </p:pic>
      <p:pic>
        <p:nvPicPr>
          <p:cNvPr id="415" name="Image 410" descr="preencoded.png"/>
          <p:cNvPicPr>
            <a:picLocks noChangeAspect="1"/>
          </p:cNvPicPr>
          <p:nvPr/>
        </p:nvPicPr>
        <p:blipFill>
          <a:blip r:embed="rId170"/>
          <a:srcRect/>
          <a:stretch/>
        </p:blipFill>
        <p:spPr>
          <a:xfrm>
            <a:off x="6408241" y="923118"/>
            <a:ext cx="29096" cy="10371"/>
          </a:xfrm>
          <a:prstGeom prst="rect">
            <a:avLst/>
          </a:prstGeom>
        </p:spPr>
      </p:pic>
      <p:pic>
        <p:nvPicPr>
          <p:cNvPr id="416" name="Image 411" descr="preencoded.png"/>
          <p:cNvPicPr>
            <a:picLocks noChangeAspect="1"/>
          </p:cNvPicPr>
          <p:nvPr/>
        </p:nvPicPr>
        <p:blipFill>
          <a:blip r:embed="rId171"/>
          <a:srcRect/>
          <a:stretch/>
        </p:blipFill>
        <p:spPr>
          <a:xfrm>
            <a:off x="6433040" y="924723"/>
            <a:ext cx="5135" cy="13567"/>
          </a:xfrm>
          <a:prstGeom prst="rect">
            <a:avLst/>
          </a:prstGeom>
        </p:spPr>
      </p:pic>
      <p:pic>
        <p:nvPicPr>
          <p:cNvPr id="417" name="Image 412" descr="preencoded.png"/>
          <p:cNvPicPr>
            <a:picLocks noChangeAspect="1"/>
          </p:cNvPicPr>
          <p:nvPr/>
        </p:nvPicPr>
        <p:blipFill>
          <a:blip r:embed="rId172"/>
          <a:srcRect/>
          <a:stretch/>
        </p:blipFill>
        <p:spPr>
          <a:xfrm>
            <a:off x="6437095" y="923967"/>
            <a:ext cx="28668" cy="8920"/>
          </a:xfrm>
          <a:prstGeom prst="rect">
            <a:avLst/>
          </a:prstGeom>
        </p:spPr>
      </p:pic>
      <p:pic>
        <p:nvPicPr>
          <p:cNvPr id="418" name="Image 413" descr="preencoded.png"/>
          <p:cNvPicPr>
            <a:picLocks noChangeAspect="1"/>
          </p:cNvPicPr>
          <p:nvPr/>
        </p:nvPicPr>
        <p:blipFill>
          <a:blip r:embed="rId173"/>
          <a:srcRect/>
          <a:stretch/>
        </p:blipFill>
        <p:spPr>
          <a:xfrm>
            <a:off x="6431626" y="905688"/>
            <a:ext cx="8632" cy="19662"/>
          </a:xfrm>
          <a:prstGeom prst="rect">
            <a:avLst/>
          </a:prstGeom>
        </p:spPr>
      </p:pic>
      <p:pic>
        <p:nvPicPr>
          <p:cNvPr id="419" name="Image 414" descr="preencoded.png"/>
          <p:cNvPicPr>
            <a:picLocks noChangeAspect="1"/>
          </p:cNvPicPr>
          <p:nvPr/>
        </p:nvPicPr>
        <p:blipFill>
          <a:blip r:embed="rId93"/>
          <a:srcRect/>
          <a:stretch/>
        </p:blipFill>
        <p:spPr>
          <a:xfrm>
            <a:off x="6238131" y="655867"/>
            <a:ext cx="52239" cy="15324"/>
          </a:xfrm>
          <a:prstGeom prst="rect">
            <a:avLst/>
          </a:prstGeom>
        </p:spPr>
      </p:pic>
      <p:pic>
        <p:nvPicPr>
          <p:cNvPr id="420" name="Image 415" descr="preencoded.png"/>
          <p:cNvPicPr>
            <a:picLocks noChangeAspect="1"/>
          </p:cNvPicPr>
          <p:nvPr/>
        </p:nvPicPr>
        <p:blipFill>
          <a:blip r:embed="rId174"/>
          <a:srcRect r="14" b="99868"/>
          <a:stretch/>
        </p:blipFill>
        <p:spPr>
          <a:xfrm>
            <a:off x="6349547" y="716929"/>
            <a:ext cx="55401" cy="1204"/>
          </a:xfrm>
          <a:prstGeom prst="rect">
            <a:avLst/>
          </a:prstGeom>
        </p:spPr>
      </p:pic>
      <p:pic>
        <p:nvPicPr>
          <p:cNvPr id="421" name="Image 416" descr="preencoded.png"/>
          <p:cNvPicPr>
            <a:picLocks noChangeAspect="1"/>
          </p:cNvPicPr>
          <p:nvPr/>
        </p:nvPicPr>
        <p:blipFill>
          <a:blip r:embed="rId175"/>
          <a:srcRect/>
          <a:stretch/>
        </p:blipFill>
        <p:spPr>
          <a:xfrm>
            <a:off x="6353584" y="690124"/>
            <a:ext cx="15720" cy="1204"/>
          </a:xfrm>
          <a:prstGeom prst="rect">
            <a:avLst/>
          </a:prstGeom>
        </p:spPr>
      </p:pic>
      <p:pic>
        <p:nvPicPr>
          <p:cNvPr id="422" name="Image 417" descr="preencoded.png"/>
          <p:cNvPicPr>
            <a:picLocks noChangeAspect="1"/>
          </p:cNvPicPr>
          <p:nvPr/>
        </p:nvPicPr>
        <p:blipFill>
          <a:blip r:embed="rId175"/>
          <a:srcRect/>
          <a:stretch/>
        </p:blipFill>
        <p:spPr>
          <a:xfrm>
            <a:off x="6384987" y="690124"/>
            <a:ext cx="15515" cy="1204"/>
          </a:xfrm>
          <a:prstGeom prst="rect">
            <a:avLst/>
          </a:prstGeom>
        </p:spPr>
      </p:pic>
      <p:pic>
        <p:nvPicPr>
          <p:cNvPr id="423" name="Image 418" descr="preencoded.png"/>
          <p:cNvPicPr>
            <a:picLocks noChangeAspect="1"/>
          </p:cNvPicPr>
          <p:nvPr/>
        </p:nvPicPr>
        <p:blipFill>
          <a:blip r:embed="rId175"/>
          <a:srcRect r="6" b="99868"/>
          <a:stretch/>
        </p:blipFill>
        <p:spPr>
          <a:xfrm>
            <a:off x="6368616" y="677551"/>
            <a:ext cx="17469" cy="1204"/>
          </a:xfrm>
          <a:prstGeom prst="rect">
            <a:avLst/>
          </a:prstGeom>
        </p:spPr>
      </p:pic>
      <p:pic>
        <p:nvPicPr>
          <p:cNvPr id="424" name="Image 419" descr="preencoded.png"/>
          <p:cNvPicPr>
            <a:picLocks noChangeAspect="1"/>
          </p:cNvPicPr>
          <p:nvPr/>
        </p:nvPicPr>
        <p:blipFill>
          <a:blip r:embed="rId176"/>
          <a:srcRect r="-2"/>
          <a:stretch/>
        </p:blipFill>
        <p:spPr>
          <a:xfrm>
            <a:off x="6344543" y="668234"/>
            <a:ext cx="65150" cy="101281"/>
          </a:xfrm>
          <a:prstGeom prst="rect">
            <a:avLst/>
          </a:prstGeom>
        </p:spPr>
      </p:pic>
      <p:pic>
        <p:nvPicPr>
          <p:cNvPr id="425" name="Image 420" descr="preencoded.png"/>
          <p:cNvPicPr>
            <a:picLocks noChangeAspect="1"/>
          </p:cNvPicPr>
          <p:nvPr/>
        </p:nvPicPr>
        <p:blipFill>
          <a:blip r:embed="rId177"/>
          <a:srcRect/>
          <a:stretch/>
        </p:blipFill>
        <p:spPr>
          <a:xfrm>
            <a:off x="6357528" y="722891"/>
            <a:ext cx="12483" cy="16628"/>
          </a:xfrm>
          <a:prstGeom prst="rect">
            <a:avLst/>
          </a:prstGeom>
        </p:spPr>
      </p:pic>
      <p:pic>
        <p:nvPicPr>
          <p:cNvPr id="426" name="Image 421" descr="preencoded.png"/>
          <p:cNvPicPr>
            <a:picLocks noChangeAspect="1"/>
          </p:cNvPicPr>
          <p:nvPr/>
        </p:nvPicPr>
        <p:blipFill>
          <a:blip r:embed="rId178"/>
          <a:srcRect r="106"/>
          <a:stretch/>
        </p:blipFill>
        <p:spPr>
          <a:xfrm>
            <a:off x="6360319" y="725661"/>
            <a:ext cx="5674" cy="9854"/>
          </a:xfrm>
          <a:prstGeom prst="rect">
            <a:avLst/>
          </a:prstGeom>
        </p:spPr>
      </p:pic>
      <p:pic>
        <p:nvPicPr>
          <p:cNvPr id="427" name="Image 422" descr="preencoded.png"/>
          <p:cNvPicPr>
            <a:picLocks noChangeAspect="1"/>
          </p:cNvPicPr>
          <p:nvPr/>
        </p:nvPicPr>
        <p:blipFill>
          <a:blip r:embed="rId177"/>
          <a:srcRect/>
          <a:stretch/>
        </p:blipFill>
        <p:spPr>
          <a:xfrm>
            <a:off x="6385415" y="722891"/>
            <a:ext cx="12483" cy="16628"/>
          </a:xfrm>
          <a:prstGeom prst="rect">
            <a:avLst/>
          </a:prstGeom>
        </p:spPr>
      </p:pic>
      <p:pic>
        <p:nvPicPr>
          <p:cNvPr id="428" name="Image 423" descr="preencoded.png"/>
          <p:cNvPicPr>
            <a:picLocks noChangeAspect="1"/>
          </p:cNvPicPr>
          <p:nvPr/>
        </p:nvPicPr>
        <p:blipFill>
          <a:blip r:embed="rId178"/>
          <a:srcRect r="106"/>
          <a:stretch/>
        </p:blipFill>
        <p:spPr>
          <a:xfrm>
            <a:off x="6388205" y="725661"/>
            <a:ext cx="5674" cy="9854"/>
          </a:xfrm>
          <a:prstGeom prst="rect">
            <a:avLst/>
          </a:prstGeom>
        </p:spPr>
      </p:pic>
      <p:pic>
        <p:nvPicPr>
          <p:cNvPr id="429" name="Image 424" descr="preencoded.png"/>
          <p:cNvPicPr>
            <a:picLocks noChangeAspect="1"/>
          </p:cNvPicPr>
          <p:nvPr/>
        </p:nvPicPr>
        <p:blipFill>
          <a:blip r:embed="rId177"/>
          <a:srcRect/>
          <a:stretch/>
        </p:blipFill>
        <p:spPr>
          <a:xfrm>
            <a:off x="6370848" y="752597"/>
            <a:ext cx="13581" cy="18119"/>
          </a:xfrm>
          <a:prstGeom prst="rect">
            <a:avLst/>
          </a:prstGeom>
        </p:spPr>
      </p:pic>
      <p:pic>
        <p:nvPicPr>
          <p:cNvPr id="430" name="Image 425" descr="preencoded.png"/>
          <p:cNvPicPr>
            <a:picLocks noChangeAspect="1"/>
          </p:cNvPicPr>
          <p:nvPr/>
        </p:nvPicPr>
        <p:blipFill>
          <a:blip r:embed="rId175"/>
          <a:srcRect/>
          <a:stretch/>
        </p:blipFill>
        <p:spPr>
          <a:xfrm>
            <a:off x="6353826" y="690159"/>
            <a:ext cx="15683" cy="1204"/>
          </a:xfrm>
          <a:prstGeom prst="rect">
            <a:avLst/>
          </a:prstGeom>
        </p:spPr>
      </p:pic>
      <p:pic>
        <p:nvPicPr>
          <p:cNvPr id="431" name="Image 426" descr="preencoded.png"/>
          <p:cNvPicPr>
            <a:picLocks noChangeAspect="1"/>
          </p:cNvPicPr>
          <p:nvPr/>
        </p:nvPicPr>
        <p:blipFill>
          <a:blip r:embed="rId175"/>
          <a:srcRect/>
          <a:stretch/>
        </p:blipFill>
        <p:spPr>
          <a:xfrm>
            <a:off x="6385210" y="690159"/>
            <a:ext cx="15497" cy="1204"/>
          </a:xfrm>
          <a:prstGeom prst="rect">
            <a:avLst/>
          </a:prstGeom>
        </p:spPr>
      </p:pic>
      <p:pic>
        <p:nvPicPr>
          <p:cNvPr id="432" name="Image 427" descr="preencoded.png"/>
          <p:cNvPicPr>
            <a:picLocks noChangeAspect="1"/>
          </p:cNvPicPr>
          <p:nvPr/>
        </p:nvPicPr>
        <p:blipFill>
          <a:blip r:embed="rId175"/>
          <a:srcRect r="6" b="99868"/>
          <a:stretch/>
        </p:blipFill>
        <p:spPr>
          <a:xfrm>
            <a:off x="6368839" y="677625"/>
            <a:ext cx="17450" cy="1204"/>
          </a:xfrm>
          <a:prstGeom prst="rect">
            <a:avLst/>
          </a:prstGeom>
        </p:spPr>
      </p:pic>
      <p:pic>
        <p:nvPicPr>
          <p:cNvPr id="433" name="Image 428" descr="preencoded.png"/>
          <p:cNvPicPr>
            <a:picLocks noChangeAspect="1"/>
          </p:cNvPicPr>
          <p:nvPr/>
        </p:nvPicPr>
        <p:blipFill>
          <a:blip r:embed="rId179"/>
          <a:srcRect/>
          <a:stretch/>
        </p:blipFill>
        <p:spPr>
          <a:xfrm>
            <a:off x="6397526" y="743342"/>
            <a:ext cx="75660" cy="89688"/>
          </a:xfrm>
          <a:prstGeom prst="rect">
            <a:avLst/>
          </a:prstGeom>
        </p:spPr>
      </p:pic>
      <p:pic>
        <p:nvPicPr>
          <p:cNvPr id="434" name="Image 429" descr="preencoded.png"/>
          <p:cNvPicPr>
            <a:picLocks noChangeAspect="1"/>
          </p:cNvPicPr>
          <p:nvPr/>
        </p:nvPicPr>
        <p:blipFill>
          <a:blip r:embed="rId180"/>
          <a:srcRect/>
          <a:stretch/>
        </p:blipFill>
        <p:spPr>
          <a:xfrm>
            <a:off x="6408576" y="755074"/>
            <a:ext cx="53615" cy="66086"/>
          </a:xfrm>
          <a:prstGeom prst="rect">
            <a:avLst/>
          </a:prstGeom>
        </p:spPr>
      </p:pic>
      <p:pic>
        <p:nvPicPr>
          <p:cNvPr id="435" name="Image 430" descr="preencoded.png"/>
          <p:cNvPicPr>
            <a:picLocks noChangeAspect="1"/>
          </p:cNvPicPr>
          <p:nvPr/>
        </p:nvPicPr>
        <p:blipFill>
          <a:blip r:embed="rId181"/>
          <a:srcRect/>
          <a:stretch/>
        </p:blipFill>
        <p:spPr>
          <a:xfrm>
            <a:off x="6413934" y="765155"/>
            <a:ext cx="18194" cy="29134"/>
          </a:xfrm>
          <a:prstGeom prst="rect">
            <a:avLst/>
          </a:prstGeom>
        </p:spPr>
      </p:pic>
      <p:pic>
        <p:nvPicPr>
          <p:cNvPr id="436" name="Image 431" descr="preencoded.png"/>
          <p:cNvPicPr>
            <a:picLocks noChangeAspect="1"/>
          </p:cNvPicPr>
          <p:nvPr/>
        </p:nvPicPr>
        <p:blipFill>
          <a:blip r:embed="rId182"/>
          <a:srcRect/>
          <a:stretch/>
        </p:blipFill>
        <p:spPr>
          <a:xfrm>
            <a:off x="6417487" y="785343"/>
            <a:ext cx="11162" cy="3719"/>
          </a:xfrm>
          <a:prstGeom prst="rect">
            <a:avLst/>
          </a:prstGeom>
        </p:spPr>
      </p:pic>
      <p:pic>
        <p:nvPicPr>
          <p:cNvPr id="437" name="Image 432" descr="preencoded.png"/>
          <p:cNvPicPr>
            <a:picLocks noChangeAspect="1"/>
          </p:cNvPicPr>
          <p:nvPr/>
        </p:nvPicPr>
        <p:blipFill>
          <a:blip r:embed="rId183"/>
          <a:srcRect/>
          <a:stretch/>
        </p:blipFill>
        <p:spPr>
          <a:xfrm>
            <a:off x="6438249" y="765155"/>
            <a:ext cx="18213" cy="29569"/>
          </a:xfrm>
          <a:prstGeom prst="rect">
            <a:avLst/>
          </a:prstGeom>
        </p:spPr>
      </p:pic>
      <p:pic>
        <p:nvPicPr>
          <p:cNvPr id="438" name="Image 433" descr="preencoded.png"/>
          <p:cNvPicPr>
            <a:picLocks noChangeAspect="1"/>
          </p:cNvPicPr>
          <p:nvPr/>
        </p:nvPicPr>
        <p:blipFill>
          <a:blip r:embed="rId182"/>
          <a:srcRect/>
          <a:stretch/>
        </p:blipFill>
        <p:spPr>
          <a:xfrm>
            <a:off x="6441784" y="785343"/>
            <a:ext cx="11162" cy="3719"/>
          </a:xfrm>
          <a:prstGeom prst="rect">
            <a:avLst/>
          </a:prstGeom>
        </p:spPr>
      </p:pic>
      <p:pic>
        <p:nvPicPr>
          <p:cNvPr id="439" name="Image 434" descr="preencoded.png"/>
          <p:cNvPicPr>
            <a:picLocks noChangeAspect="1"/>
          </p:cNvPicPr>
          <p:nvPr/>
        </p:nvPicPr>
        <p:blipFill>
          <a:blip r:embed="rId184"/>
          <a:srcRect/>
          <a:stretch/>
        </p:blipFill>
        <p:spPr>
          <a:xfrm>
            <a:off x="6426119" y="787289"/>
            <a:ext cx="18194" cy="29265"/>
          </a:xfrm>
          <a:prstGeom prst="rect">
            <a:avLst/>
          </a:prstGeom>
        </p:spPr>
      </p:pic>
      <p:pic>
        <p:nvPicPr>
          <p:cNvPr id="440" name="Image 435" descr="preencoded.png"/>
          <p:cNvPicPr>
            <a:picLocks noChangeAspect="1"/>
          </p:cNvPicPr>
          <p:nvPr/>
        </p:nvPicPr>
        <p:blipFill>
          <a:blip r:embed="rId182"/>
          <a:srcRect/>
          <a:stretch/>
        </p:blipFill>
        <p:spPr>
          <a:xfrm>
            <a:off x="6429617" y="807462"/>
            <a:ext cx="11162" cy="3720"/>
          </a:xfrm>
          <a:prstGeom prst="rect">
            <a:avLst/>
          </a:prstGeom>
        </p:spPr>
      </p:pic>
      <p:pic>
        <p:nvPicPr>
          <p:cNvPr id="441" name="Image 436" descr="preencoded.png"/>
          <p:cNvPicPr>
            <a:picLocks noChangeAspect="1"/>
          </p:cNvPicPr>
          <p:nvPr/>
        </p:nvPicPr>
        <p:blipFill>
          <a:blip r:embed="rId185"/>
          <a:srcRect/>
          <a:stretch/>
        </p:blipFill>
        <p:spPr>
          <a:xfrm>
            <a:off x="6498282" y="665142"/>
            <a:ext cx="20929" cy="19194"/>
          </a:xfrm>
          <a:prstGeom prst="rect">
            <a:avLst/>
          </a:prstGeom>
        </p:spPr>
      </p:pic>
      <p:pic>
        <p:nvPicPr>
          <p:cNvPr id="442" name="Image 437" descr="preencoded.png"/>
          <p:cNvPicPr>
            <a:picLocks noChangeAspect="1"/>
          </p:cNvPicPr>
          <p:nvPr/>
        </p:nvPicPr>
        <p:blipFill>
          <a:blip r:embed="rId72"/>
          <a:srcRect/>
          <a:stretch/>
        </p:blipFill>
        <p:spPr>
          <a:xfrm>
            <a:off x="6503882" y="672351"/>
            <a:ext cx="1991" cy="1957"/>
          </a:xfrm>
          <a:prstGeom prst="rect">
            <a:avLst/>
          </a:prstGeom>
        </p:spPr>
      </p:pic>
      <p:pic>
        <p:nvPicPr>
          <p:cNvPr id="443" name="Image 438" descr="preencoded.png"/>
          <p:cNvPicPr>
            <a:picLocks noChangeAspect="1"/>
          </p:cNvPicPr>
          <p:nvPr/>
        </p:nvPicPr>
        <p:blipFill>
          <a:blip r:embed="rId49"/>
          <a:srcRect/>
          <a:stretch/>
        </p:blipFill>
        <p:spPr>
          <a:xfrm>
            <a:off x="6505222" y="673330"/>
            <a:ext cx="3293" cy="2964"/>
          </a:xfrm>
          <a:prstGeom prst="rect">
            <a:avLst/>
          </a:prstGeom>
        </p:spPr>
      </p:pic>
      <p:pic>
        <p:nvPicPr>
          <p:cNvPr id="444" name="Image 439" descr="preencoded.png"/>
          <p:cNvPicPr>
            <a:picLocks noChangeAspect="1"/>
          </p:cNvPicPr>
          <p:nvPr/>
        </p:nvPicPr>
        <p:blipFill>
          <a:blip r:embed="rId49"/>
          <a:srcRect/>
          <a:stretch/>
        </p:blipFill>
        <p:spPr>
          <a:xfrm>
            <a:off x="6501315" y="670614"/>
            <a:ext cx="2995" cy="2496"/>
          </a:xfrm>
          <a:prstGeom prst="rect">
            <a:avLst/>
          </a:prstGeom>
        </p:spPr>
      </p:pic>
      <p:pic>
        <p:nvPicPr>
          <p:cNvPr id="445" name="Image 440" descr="preencoded.png"/>
          <p:cNvPicPr>
            <a:picLocks noChangeAspect="1"/>
          </p:cNvPicPr>
          <p:nvPr/>
        </p:nvPicPr>
        <p:blipFill>
          <a:blip r:embed="rId72"/>
          <a:srcRect/>
          <a:stretch/>
        </p:blipFill>
        <p:spPr>
          <a:xfrm>
            <a:off x="6499696" y="669680"/>
            <a:ext cx="1972" cy="1936"/>
          </a:xfrm>
          <a:prstGeom prst="rect">
            <a:avLst/>
          </a:prstGeom>
        </p:spPr>
      </p:pic>
      <p:pic>
        <p:nvPicPr>
          <p:cNvPr id="446" name="Image 441" descr="preencoded.png"/>
          <p:cNvPicPr>
            <a:picLocks noChangeAspect="1"/>
          </p:cNvPicPr>
          <p:nvPr/>
        </p:nvPicPr>
        <p:blipFill>
          <a:blip r:embed="rId49"/>
          <a:srcRect/>
          <a:stretch/>
        </p:blipFill>
        <p:spPr>
          <a:xfrm>
            <a:off x="6507807" y="675537"/>
            <a:ext cx="1991" cy="1954"/>
          </a:xfrm>
          <a:prstGeom prst="rect">
            <a:avLst/>
          </a:prstGeom>
        </p:spPr>
      </p:pic>
      <p:pic>
        <p:nvPicPr>
          <p:cNvPr id="447" name="Image 442" descr="preencoded.png"/>
          <p:cNvPicPr>
            <a:picLocks noChangeAspect="1"/>
          </p:cNvPicPr>
          <p:nvPr/>
        </p:nvPicPr>
        <p:blipFill>
          <a:blip r:embed="rId49"/>
          <a:srcRect/>
          <a:stretch/>
        </p:blipFill>
        <p:spPr>
          <a:xfrm>
            <a:off x="6509221" y="676799"/>
            <a:ext cx="2753" cy="2784"/>
          </a:xfrm>
          <a:prstGeom prst="rect">
            <a:avLst/>
          </a:prstGeom>
        </p:spPr>
      </p:pic>
      <p:pic>
        <p:nvPicPr>
          <p:cNvPr id="448" name="Image 443" descr="preencoded.png"/>
          <p:cNvPicPr>
            <a:picLocks noChangeAspect="1"/>
          </p:cNvPicPr>
          <p:nvPr/>
        </p:nvPicPr>
        <p:blipFill>
          <a:blip r:embed="rId49"/>
          <a:srcRect/>
          <a:stretch/>
        </p:blipFill>
        <p:spPr>
          <a:xfrm>
            <a:off x="6511286" y="679071"/>
            <a:ext cx="1991" cy="1955"/>
          </a:xfrm>
          <a:prstGeom prst="rect">
            <a:avLst/>
          </a:prstGeom>
        </p:spPr>
      </p:pic>
      <p:pic>
        <p:nvPicPr>
          <p:cNvPr id="449" name="Image 444" descr="preencoded.png"/>
          <p:cNvPicPr>
            <a:picLocks noChangeAspect="1"/>
          </p:cNvPicPr>
          <p:nvPr/>
        </p:nvPicPr>
        <p:blipFill>
          <a:blip r:embed="rId56"/>
          <a:srcRect/>
          <a:stretch/>
        </p:blipFill>
        <p:spPr>
          <a:xfrm>
            <a:off x="6504050" y="665126"/>
            <a:ext cx="3609" cy="3691"/>
          </a:xfrm>
          <a:prstGeom prst="rect">
            <a:avLst/>
          </a:prstGeom>
        </p:spPr>
      </p:pic>
      <p:pic>
        <p:nvPicPr>
          <p:cNvPr id="450" name="Image 445" descr="preencoded.png"/>
          <p:cNvPicPr>
            <a:picLocks noChangeAspect="1"/>
          </p:cNvPicPr>
          <p:nvPr/>
        </p:nvPicPr>
        <p:blipFill>
          <a:blip r:embed="rId49"/>
          <a:srcRect/>
          <a:stretch/>
        </p:blipFill>
        <p:spPr>
          <a:xfrm>
            <a:off x="6501985" y="665626"/>
            <a:ext cx="3665" cy="3642"/>
          </a:xfrm>
          <a:prstGeom prst="rect">
            <a:avLst/>
          </a:prstGeom>
        </p:spPr>
      </p:pic>
      <p:pic>
        <p:nvPicPr>
          <p:cNvPr id="451" name="Image 446" descr="preencoded.png"/>
          <p:cNvPicPr>
            <a:picLocks noChangeAspect="1"/>
          </p:cNvPicPr>
          <p:nvPr/>
        </p:nvPicPr>
        <p:blipFill>
          <a:blip r:embed="rId56"/>
          <a:srcRect/>
          <a:stretch/>
        </p:blipFill>
        <p:spPr>
          <a:xfrm>
            <a:off x="6503975" y="667315"/>
            <a:ext cx="3721" cy="3653"/>
          </a:xfrm>
          <a:prstGeom prst="rect">
            <a:avLst/>
          </a:prstGeom>
        </p:spPr>
      </p:pic>
      <p:pic>
        <p:nvPicPr>
          <p:cNvPr id="452" name="Image 447" descr="preencoded.png"/>
          <p:cNvPicPr>
            <a:picLocks noChangeAspect="1"/>
          </p:cNvPicPr>
          <p:nvPr/>
        </p:nvPicPr>
        <p:blipFill>
          <a:blip r:embed="rId49"/>
          <a:srcRect/>
          <a:stretch/>
        </p:blipFill>
        <p:spPr>
          <a:xfrm>
            <a:off x="6503547" y="666943"/>
            <a:ext cx="2493" cy="2498"/>
          </a:xfrm>
          <a:prstGeom prst="rect">
            <a:avLst/>
          </a:prstGeom>
        </p:spPr>
      </p:pic>
      <p:pic>
        <p:nvPicPr>
          <p:cNvPr id="453" name="Image 448" descr="preencoded.png"/>
          <p:cNvPicPr>
            <a:picLocks noChangeAspect="1"/>
          </p:cNvPicPr>
          <p:nvPr/>
        </p:nvPicPr>
        <p:blipFill>
          <a:blip r:embed="rId49"/>
          <a:srcRect/>
          <a:stretch/>
        </p:blipFill>
        <p:spPr>
          <a:xfrm>
            <a:off x="6497241" y="662123"/>
            <a:ext cx="3665" cy="4100"/>
          </a:xfrm>
          <a:prstGeom prst="rect">
            <a:avLst/>
          </a:prstGeom>
        </p:spPr>
      </p:pic>
      <p:pic>
        <p:nvPicPr>
          <p:cNvPr id="454" name="Image 449" descr="preencoded.png"/>
          <p:cNvPicPr>
            <a:picLocks noChangeAspect="1"/>
          </p:cNvPicPr>
          <p:nvPr/>
        </p:nvPicPr>
        <p:blipFill>
          <a:blip r:embed="rId56"/>
          <a:srcRect/>
          <a:stretch/>
        </p:blipFill>
        <p:spPr>
          <a:xfrm>
            <a:off x="6498580" y="664580"/>
            <a:ext cx="3981" cy="3626"/>
          </a:xfrm>
          <a:prstGeom prst="rect">
            <a:avLst/>
          </a:prstGeom>
        </p:spPr>
      </p:pic>
      <p:pic>
        <p:nvPicPr>
          <p:cNvPr id="455" name="Image 450" descr="preencoded.png"/>
          <p:cNvPicPr>
            <a:picLocks noChangeAspect="1"/>
          </p:cNvPicPr>
          <p:nvPr/>
        </p:nvPicPr>
        <p:blipFill>
          <a:blip r:embed="rId49"/>
          <a:srcRect/>
          <a:stretch/>
        </p:blipFill>
        <p:spPr>
          <a:xfrm>
            <a:off x="6498394" y="664448"/>
            <a:ext cx="2177" cy="2518"/>
          </a:xfrm>
          <a:prstGeom prst="rect">
            <a:avLst/>
          </a:prstGeom>
        </p:spPr>
      </p:pic>
      <p:pic>
        <p:nvPicPr>
          <p:cNvPr id="456" name="Image 451" descr="preencoded.png"/>
          <p:cNvPicPr>
            <a:picLocks noChangeAspect="1"/>
          </p:cNvPicPr>
          <p:nvPr/>
        </p:nvPicPr>
        <p:blipFill>
          <a:blip r:embed="rId56"/>
          <a:srcRect/>
          <a:stretch/>
        </p:blipFill>
        <p:spPr>
          <a:xfrm>
            <a:off x="6508998" y="668382"/>
            <a:ext cx="3683" cy="3683"/>
          </a:xfrm>
          <a:prstGeom prst="rect">
            <a:avLst/>
          </a:prstGeom>
        </p:spPr>
      </p:pic>
      <p:pic>
        <p:nvPicPr>
          <p:cNvPr id="457" name="Image 452" descr="preencoded.png"/>
          <p:cNvPicPr>
            <a:picLocks noChangeAspect="1"/>
          </p:cNvPicPr>
          <p:nvPr/>
        </p:nvPicPr>
        <p:blipFill>
          <a:blip r:embed="rId49"/>
          <a:srcRect/>
          <a:stretch/>
        </p:blipFill>
        <p:spPr>
          <a:xfrm>
            <a:off x="6506859" y="668680"/>
            <a:ext cx="3721" cy="3733"/>
          </a:xfrm>
          <a:prstGeom prst="rect">
            <a:avLst/>
          </a:prstGeom>
        </p:spPr>
      </p:pic>
      <p:pic>
        <p:nvPicPr>
          <p:cNvPr id="458" name="Image 453" descr="preencoded.png"/>
          <p:cNvPicPr>
            <a:picLocks noChangeAspect="1"/>
          </p:cNvPicPr>
          <p:nvPr/>
        </p:nvPicPr>
        <p:blipFill>
          <a:blip r:embed="rId56"/>
          <a:srcRect/>
          <a:stretch/>
        </p:blipFill>
        <p:spPr>
          <a:xfrm>
            <a:off x="6508868" y="670525"/>
            <a:ext cx="3721" cy="3737"/>
          </a:xfrm>
          <a:prstGeom prst="rect">
            <a:avLst/>
          </a:prstGeom>
        </p:spPr>
      </p:pic>
      <p:pic>
        <p:nvPicPr>
          <p:cNvPr id="459" name="Image 454" descr="preencoded.png"/>
          <p:cNvPicPr>
            <a:picLocks noChangeAspect="1"/>
          </p:cNvPicPr>
          <p:nvPr/>
        </p:nvPicPr>
        <p:blipFill>
          <a:blip r:embed="rId49"/>
          <a:srcRect/>
          <a:stretch/>
        </p:blipFill>
        <p:spPr>
          <a:xfrm>
            <a:off x="6508403" y="670137"/>
            <a:ext cx="2493" cy="3347"/>
          </a:xfrm>
          <a:prstGeom prst="rect">
            <a:avLst/>
          </a:prstGeom>
        </p:spPr>
      </p:pic>
      <p:pic>
        <p:nvPicPr>
          <p:cNvPr id="460" name="Image 455" descr="preencoded.png"/>
          <p:cNvPicPr>
            <a:picLocks noChangeAspect="1"/>
          </p:cNvPicPr>
          <p:nvPr/>
        </p:nvPicPr>
        <p:blipFill>
          <a:blip r:embed="rId56"/>
          <a:srcRect/>
          <a:stretch/>
        </p:blipFill>
        <p:spPr>
          <a:xfrm>
            <a:off x="6513258" y="672653"/>
            <a:ext cx="3702" cy="3716"/>
          </a:xfrm>
          <a:prstGeom prst="rect">
            <a:avLst/>
          </a:prstGeom>
        </p:spPr>
      </p:pic>
      <p:pic>
        <p:nvPicPr>
          <p:cNvPr id="461" name="Image 456" descr="preencoded.png"/>
          <p:cNvPicPr>
            <a:picLocks noChangeAspect="1"/>
          </p:cNvPicPr>
          <p:nvPr/>
        </p:nvPicPr>
        <p:blipFill>
          <a:blip r:embed="rId186"/>
          <a:srcRect/>
          <a:stretch/>
        </p:blipFill>
        <p:spPr>
          <a:xfrm>
            <a:off x="6513072" y="674737"/>
            <a:ext cx="3758" cy="3730"/>
          </a:xfrm>
          <a:prstGeom prst="rect">
            <a:avLst/>
          </a:prstGeom>
        </p:spPr>
      </p:pic>
      <p:pic>
        <p:nvPicPr>
          <p:cNvPr id="462" name="Image 457" descr="preencoded.png"/>
          <p:cNvPicPr>
            <a:picLocks noChangeAspect="1"/>
          </p:cNvPicPr>
          <p:nvPr/>
        </p:nvPicPr>
        <p:blipFill>
          <a:blip r:embed="rId49"/>
          <a:srcRect/>
          <a:stretch/>
        </p:blipFill>
        <p:spPr>
          <a:xfrm>
            <a:off x="6511175" y="672788"/>
            <a:ext cx="3721" cy="3739"/>
          </a:xfrm>
          <a:prstGeom prst="rect">
            <a:avLst/>
          </a:prstGeom>
        </p:spPr>
      </p:pic>
      <p:pic>
        <p:nvPicPr>
          <p:cNvPr id="463" name="Image 458" descr="preencoded.png"/>
          <p:cNvPicPr>
            <a:picLocks noChangeAspect="1"/>
          </p:cNvPicPr>
          <p:nvPr/>
        </p:nvPicPr>
        <p:blipFill>
          <a:blip r:embed="rId49"/>
          <a:srcRect/>
          <a:stretch/>
        </p:blipFill>
        <p:spPr>
          <a:xfrm>
            <a:off x="6512626" y="674311"/>
            <a:ext cx="2493" cy="2503"/>
          </a:xfrm>
          <a:prstGeom prst="rect">
            <a:avLst/>
          </a:prstGeom>
        </p:spPr>
      </p:pic>
      <p:pic>
        <p:nvPicPr>
          <p:cNvPr id="464" name="Image 459" descr="preencoded.png"/>
          <p:cNvPicPr>
            <a:picLocks noChangeAspect="1"/>
          </p:cNvPicPr>
          <p:nvPr/>
        </p:nvPicPr>
        <p:blipFill>
          <a:blip r:embed="rId56"/>
          <a:srcRect/>
          <a:stretch/>
        </p:blipFill>
        <p:spPr>
          <a:xfrm>
            <a:off x="6516886" y="678570"/>
            <a:ext cx="4297" cy="3461"/>
          </a:xfrm>
          <a:prstGeom prst="rect">
            <a:avLst/>
          </a:prstGeom>
        </p:spPr>
      </p:pic>
      <p:pic>
        <p:nvPicPr>
          <p:cNvPr id="465" name="Image 460" descr="preencoded.png"/>
          <p:cNvPicPr>
            <a:picLocks noChangeAspect="1"/>
          </p:cNvPicPr>
          <p:nvPr/>
        </p:nvPicPr>
        <p:blipFill>
          <a:blip r:embed="rId49"/>
          <a:srcRect/>
          <a:stretch/>
        </p:blipFill>
        <p:spPr>
          <a:xfrm>
            <a:off x="6514988" y="677582"/>
            <a:ext cx="3683" cy="3817"/>
          </a:xfrm>
          <a:prstGeom prst="rect">
            <a:avLst/>
          </a:prstGeom>
        </p:spPr>
      </p:pic>
      <p:pic>
        <p:nvPicPr>
          <p:cNvPr id="466" name="Image 461" descr="preencoded.png"/>
          <p:cNvPicPr>
            <a:picLocks noChangeAspect="1"/>
          </p:cNvPicPr>
          <p:nvPr/>
        </p:nvPicPr>
        <p:blipFill>
          <a:blip r:embed="rId49"/>
          <a:srcRect/>
          <a:stretch/>
        </p:blipFill>
        <p:spPr>
          <a:xfrm>
            <a:off x="6516216" y="679113"/>
            <a:ext cx="2437" cy="2250"/>
          </a:xfrm>
          <a:prstGeom prst="rect">
            <a:avLst/>
          </a:prstGeom>
        </p:spPr>
      </p:pic>
      <p:pic>
        <p:nvPicPr>
          <p:cNvPr id="467" name="Image 462" descr="preencoded.png"/>
          <p:cNvPicPr>
            <a:picLocks noChangeAspect="1"/>
          </p:cNvPicPr>
          <p:nvPr/>
        </p:nvPicPr>
        <p:blipFill>
          <a:blip r:embed="rId187"/>
          <a:srcRect/>
          <a:stretch/>
        </p:blipFill>
        <p:spPr>
          <a:xfrm>
            <a:off x="7543800" y="476250"/>
            <a:ext cx="957263" cy="476250"/>
          </a:xfrm>
          <a:prstGeom prst="rect">
            <a:avLst/>
          </a:prstGeom>
        </p:spPr>
      </p:pic>
      <p:pic>
        <p:nvPicPr>
          <p:cNvPr id="468" name="Image 463" descr="preencoded.png"/>
          <p:cNvPicPr>
            <a:picLocks noChangeAspect="1"/>
          </p:cNvPicPr>
          <p:nvPr/>
        </p:nvPicPr>
        <p:blipFill>
          <a:blip r:embed="rId188"/>
          <a:srcRect/>
          <a:stretch/>
        </p:blipFill>
        <p:spPr>
          <a:xfrm>
            <a:off x="4572000" y="1485900"/>
            <a:ext cx="952500" cy="476250"/>
          </a:xfrm>
          <a:prstGeom prst="rect">
            <a:avLst/>
          </a:prstGeom>
        </p:spPr>
      </p:pic>
      <p:sp>
        <p:nvSpPr>
          <p:cNvPr id="469" name="Shape 3"/>
          <p:cNvSpPr/>
          <p:nvPr/>
        </p:nvSpPr>
        <p:spPr>
          <a:xfrm>
            <a:off x="6210300" y="1485900"/>
            <a:ext cx="952500" cy="476250"/>
          </a:xfrm>
          <a:prstGeom prst="rect">
            <a:avLst/>
          </a:prstGeom>
          <a:noFill/>
          <a:ln/>
        </p:spPr>
        <p:txBody>
          <a:bodyPr/>
          <a:lstStyle/>
          <a:p>
            <a:endParaRPr lang="en-IT"/>
          </a:p>
        </p:txBody>
      </p:sp>
      <p:pic>
        <p:nvPicPr>
          <p:cNvPr id="470" name="Image 464" descr="preencoded.png"/>
          <p:cNvPicPr>
            <a:picLocks noChangeAspect="1"/>
          </p:cNvPicPr>
          <p:nvPr/>
        </p:nvPicPr>
        <p:blipFill>
          <a:blip r:embed="rId189"/>
          <a:srcRect r="1"/>
          <a:stretch/>
        </p:blipFill>
        <p:spPr>
          <a:xfrm>
            <a:off x="6513984" y="1564523"/>
            <a:ext cx="236990" cy="220844"/>
          </a:xfrm>
          <a:prstGeom prst="rect">
            <a:avLst/>
          </a:prstGeom>
        </p:spPr>
      </p:pic>
      <p:pic>
        <p:nvPicPr>
          <p:cNvPr id="471" name="Image 465" descr="preencoded.png"/>
          <p:cNvPicPr>
            <a:picLocks noChangeAspect="1"/>
          </p:cNvPicPr>
          <p:nvPr/>
        </p:nvPicPr>
        <p:blipFill>
          <a:blip r:embed="rId190"/>
          <a:srcRect r="-3"/>
          <a:stretch/>
        </p:blipFill>
        <p:spPr>
          <a:xfrm>
            <a:off x="6769280" y="1564449"/>
            <a:ext cx="211299" cy="221002"/>
          </a:xfrm>
          <a:prstGeom prst="rect">
            <a:avLst/>
          </a:prstGeom>
        </p:spPr>
      </p:pic>
      <p:pic>
        <p:nvPicPr>
          <p:cNvPr id="472" name="Image 466" descr="preencoded.png"/>
          <p:cNvPicPr>
            <a:picLocks noChangeAspect="1"/>
          </p:cNvPicPr>
          <p:nvPr/>
        </p:nvPicPr>
        <p:blipFill>
          <a:blip r:embed="rId191"/>
          <a:srcRect/>
          <a:stretch/>
        </p:blipFill>
        <p:spPr>
          <a:xfrm>
            <a:off x="6392521" y="1564426"/>
            <a:ext cx="96906" cy="221058"/>
          </a:xfrm>
          <a:prstGeom prst="rect">
            <a:avLst/>
          </a:prstGeom>
        </p:spPr>
      </p:pic>
      <p:pic>
        <p:nvPicPr>
          <p:cNvPr id="473" name="Image 467" descr="preencoded.png"/>
          <p:cNvPicPr>
            <a:picLocks noChangeAspect="1"/>
          </p:cNvPicPr>
          <p:nvPr/>
        </p:nvPicPr>
        <p:blipFill>
          <a:blip r:embed="rId192"/>
          <a:srcRect r="6"/>
          <a:stretch/>
        </p:blipFill>
        <p:spPr>
          <a:xfrm>
            <a:off x="6872176" y="1846901"/>
            <a:ext cx="33226" cy="51750"/>
          </a:xfrm>
          <a:prstGeom prst="rect">
            <a:avLst/>
          </a:prstGeom>
        </p:spPr>
      </p:pic>
      <p:pic>
        <p:nvPicPr>
          <p:cNvPr id="474" name="Image 468" descr="preencoded.png"/>
          <p:cNvPicPr>
            <a:picLocks noChangeAspect="1"/>
          </p:cNvPicPr>
          <p:nvPr/>
        </p:nvPicPr>
        <p:blipFill>
          <a:blip r:embed="rId193"/>
          <a:srcRect/>
          <a:stretch/>
        </p:blipFill>
        <p:spPr>
          <a:xfrm>
            <a:off x="6392707" y="1564472"/>
            <a:ext cx="56090" cy="54573"/>
          </a:xfrm>
          <a:prstGeom prst="rect">
            <a:avLst/>
          </a:prstGeom>
        </p:spPr>
      </p:pic>
      <p:pic>
        <p:nvPicPr>
          <p:cNvPr id="475" name="Image 469" descr="preencoded.png"/>
          <p:cNvPicPr>
            <a:picLocks noChangeAspect="1"/>
          </p:cNvPicPr>
          <p:nvPr/>
        </p:nvPicPr>
        <p:blipFill>
          <a:blip r:embed="rId194"/>
          <a:srcRect r="-6"/>
          <a:stretch/>
        </p:blipFill>
        <p:spPr>
          <a:xfrm>
            <a:off x="6461838" y="1847898"/>
            <a:ext cx="50620" cy="36060"/>
          </a:xfrm>
          <a:prstGeom prst="rect">
            <a:avLst/>
          </a:prstGeom>
        </p:spPr>
      </p:pic>
      <p:pic>
        <p:nvPicPr>
          <p:cNvPr id="476" name="Image 470" descr="preencoded.png"/>
          <p:cNvPicPr>
            <a:picLocks noChangeAspect="1"/>
          </p:cNvPicPr>
          <p:nvPr/>
        </p:nvPicPr>
        <p:blipFill>
          <a:blip r:embed="rId195"/>
          <a:srcRect r="-3"/>
          <a:stretch/>
        </p:blipFill>
        <p:spPr>
          <a:xfrm>
            <a:off x="6514040" y="1846901"/>
            <a:ext cx="33375" cy="37888"/>
          </a:xfrm>
          <a:prstGeom prst="rect">
            <a:avLst/>
          </a:prstGeom>
        </p:spPr>
      </p:pic>
      <p:pic>
        <p:nvPicPr>
          <p:cNvPr id="477" name="Image 471" descr="preencoded.png"/>
          <p:cNvPicPr>
            <a:picLocks noChangeAspect="1"/>
          </p:cNvPicPr>
          <p:nvPr/>
        </p:nvPicPr>
        <p:blipFill>
          <a:blip r:embed="rId195"/>
          <a:srcRect r="-6"/>
          <a:stretch/>
        </p:blipFill>
        <p:spPr>
          <a:xfrm>
            <a:off x="6796162" y="1846932"/>
            <a:ext cx="33375" cy="37876"/>
          </a:xfrm>
          <a:prstGeom prst="rect">
            <a:avLst/>
          </a:prstGeom>
        </p:spPr>
      </p:pic>
      <p:pic>
        <p:nvPicPr>
          <p:cNvPr id="478" name="Image 472" descr="preencoded.png"/>
          <p:cNvPicPr>
            <a:picLocks noChangeAspect="1"/>
          </p:cNvPicPr>
          <p:nvPr/>
        </p:nvPicPr>
        <p:blipFill>
          <a:blip r:embed="rId196"/>
          <a:srcRect r="10"/>
          <a:stretch/>
        </p:blipFill>
        <p:spPr>
          <a:xfrm>
            <a:off x="6939297" y="1834119"/>
            <a:ext cx="30063" cy="49914"/>
          </a:xfrm>
          <a:prstGeom prst="rect">
            <a:avLst/>
          </a:prstGeom>
        </p:spPr>
      </p:pic>
      <p:pic>
        <p:nvPicPr>
          <p:cNvPr id="479" name="Image 473" descr="preencoded.png"/>
          <p:cNvPicPr>
            <a:picLocks noChangeAspect="1"/>
          </p:cNvPicPr>
          <p:nvPr/>
        </p:nvPicPr>
        <p:blipFill>
          <a:blip r:embed="rId197"/>
          <a:srcRect r="6" b="-3"/>
          <a:stretch/>
        </p:blipFill>
        <p:spPr>
          <a:xfrm>
            <a:off x="6425096" y="1846928"/>
            <a:ext cx="35142" cy="37831"/>
          </a:xfrm>
          <a:prstGeom prst="rect">
            <a:avLst/>
          </a:prstGeom>
        </p:spPr>
      </p:pic>
      <p:pic>
        <p:nvPicPr>
          <p:cNvPr id="480" name="Image 474" descr="preencoded.png"/>
          <p:cNvPicPr>
            <a:picLocks noChangeAspect="1"/>
          </p:cNvPicPr>
          <p:nvPr/>
        </p:nvPicPr>
        <p:blipFill>
          <a:blip r:embed="rId197"/>
          <a:srcRect r="25"/>
          <a:stretch/>
        </p:blipFill>
        <p:spPr>
          <a:xfrm>
            <a:off x="6632600" y="1846933"/>
            <a:ext cx="35402" cy="37854"/>
          </a:xfrm>
          <a:prstGeom prst="rect">
            <a:avLst/>
          </a:prstGeom>
        </p:spPr>
      </p:pic>
      <p:pic>
        <p:nvPicPr>
          <p:cNvPr id="481" name="Image 475" descr="preencoded.png"/>
          <p:cNvPicPr>
            <a:picLocks noChangeAspect="1"/>
          </p:cNvPicPr>
          <p:nvPr/>
        </p:nvPicPr>
        <p:blipFill>
          <a:blip r:embed="rId198"/>
          <a:srcRect r="-3"/>
          <a:stretch/>
        </p:blipFill>
        <p:spPr>
          <a:xfrm>
            <a:off x="6575822" y="1846967"/>
            <a:ext cx="30770" cy="37870"/>
          </a:xfrm>
          <a:prstGeom prst="rect">
            <a:avLst/>
          </a:prstGeom>
        </p:spPr>
      </p:pic>
      <p:pic>
        <p:nvPicPr>
          <p:cNvPr id="482" name="Image 476" descr="preencoded.png"/>
          <p:cNvPicPr>
            <a:picLocks noChangeAspect="1"/>
          </p:cNvPicPr>
          <p:nvPr/>
        </p:nvPicPr>
        <p:blipFill>
          <a:blip r:embed="rId199"/>
          <a:srcRect r="10"/>
          <a:stretch/>
        </p:blipFill>
        <p:spPr>
          <a:xfrm>
            <a:off x="6715441" y="1846960"/>
            <a:ext cx="30659" cy="37877"/>
          </a:xfrm>
          <a:prstGeom prst="rect">
            <a:avLst/>
          </a:prstGeom>
        </p:spPr>
      </p:pic>
      <p:pic>
        <p:nvPicPr>
          <p:cNvPr id="483" name="Image 477" descr="preencoded.png"/>
          <p:cNvPicPr>
            <a:picLocks noChangeAspect="1"/>
          </p:cNvPicPr>
          <p:nvPr/>
        </p:nvPicPr>
        <p:blipFill>
          <a:blip r:embed="rId200"/>
          <a:srcRect r="18"/>
          <a:stretch/>
        </p:blipFill>
        <p:spPr>
          <a:xfrm>
            <a:off x="6392670" y="1834092"/>
            <a:ext cx="39700" cy="49847"/>
          </a:xfrm>
          <a:prstGeom prst="rect">
            <a:avLst/>
          </a:prstGeom>
        </p:spPr>
      </p:pic>
      <p:pic>
        <p:nvPicPr>
          <p:cNvPr id="484" name="Image 478" descr="preencoded.png"/>
          <p:cNvPicPr>
            <a:picLocks noChangeAspect="1"/>
          </p:cNvPicPr>
          <p:nvPr/>
        </p:nvPicPr>
        <p:blipFill>
          <a:blip r:embed="rId201"/>
          <a:srcRect/>
          <a:stretch/>
        </p:blipFill>
        <p:spPr>
          <a:xfrm>
            <a:off x="6835527" y="1846944"/>
            <a:ext cx="29914" cy="36997"/>
          </a:xfrm>
          <a:prstGeom prst="rect">
            <a:avLst/>
          </a:prstGeom>
        </p:spPr>
      </p:pic>
      <p:pic>
        <p:nvPicPr>
          <p:cNvPr id="485" name="Image 479" descr="preencoded.png"/>
          <p:cNvPicPr>
            <a:picLocks noChangeAspect="1"/>
          </p:cNvPicPr>
          <p:nvPr/>
        </p:nvPicPr>
        <p:blipFill>
          <a:blip r:embed="rId202"/>
          <a:srcRect r="30"/>
          <a:stretch/>
        </p:blipFill>
        <p:spPr>
          <a:xfrm>
            <a:off x="6670532" y="1833386"/>
            <a:ext cx="19683" cy="50549"/>
          </a:xfrm>
          <a:prstGeom prst="rect">
            <a:avLst/>
          </a:prstGeom>
        </p:spPr>
      </p:pic>
      <p:pic>
        <p:nvPicPr>
          <p:cNvPr id="486" name="Image 480" descr="preencoded.png"/>
          <p:cNvPicPr>
            <a:picLocks noChangeAspect="1"/>
          </p:cNvPicPr>
          <p:nvPr/>
        </p:nvPicPr>
        <p:blipFill>
          <a:blip r:embed="rId203"/>
          <a:srcRect r="32"/>
          <a:stretch/>
        </p:blipFill>
        <p:spPr>
          <a:xfrm>
            <a:off x="6748128" y="1837064"/>
            <a:ext cx="19013" cy="46970"/>
          </a:xfrm>
          <a:prstGeom prst="rect">
            <a:avLst/>
          </a:prstGeom>
        </p:spPr>
      </p:pic>
      <p:pic>
        <p:nvPicPr>
          <p:cNvPr id="487" name="Image 481" descr="preencoded.png"/>
          <p:cNvPicPr>
            <a:picLocks noChangeAspect="1"/>
          </p:cNvPicPr>
          <p:nvPr/>
        </p:nvPicPr>
        <p:blipFill>
          <a:blip r:embed="rId204"/>
          <a:srcRect r="-26"/>
          <a:stretch/>
        </p:blipFill>
        <p:spPr>
          <a:xfrm>
            <a:off x="6911262" y="1837041"/>
            <a:ext cx="19329" cy="46987"/>
          </a:xfrm>
          <a:prstGeom prst="rect">
            <a:avLst/>
          </a:prstGeom>
        </p:spPr>
      </p:pic>
      <p:pic>
        <p:nvPicPr>
          <p:cNvPr id="488" name="Image 482" descr="preencoded.png"/>
          <p:cNvPicPr>
            <a:picLocks noChangeAspect="1"/>
          </p:cNvPicPr>
          <p:nvPr/>
        </p:nvPicPr>
        <p:blipFill>
          <a:blip r:embed="rId205"/>
          <a:srcRect/>
          <a:stretch/>
        </p:blipFill>
        <p:spPr>
          <a:xfrm>
            <a:off x="6552660" y="1846940"/>
            <a:ext cx="18845" cy="37094"/>
          </a:xfrm>
          <a:prstGeom prst="rect">
            <a:avLst/>
          </a:prstGeom>
        </p:spPr>
      </p:pic>
      <p:pic>
        <p:nvPicPr>
          <p:cNvPr id="489" name="Image 483" descr="preencoded.png"/>
          <p:cNvPicPr>
            <a:picLocks noChangeAspect="1"/>
          </p:cNvPicPr>
          <p:nvPr/>
        </p:nvPicPr>
        <p:blipFill>
          <a:blip r:embed="rId205"/>
          <a:srcRect r="11"/>
          <a:stretch/>
        </p:blipFill>
        <p:spPr>
          <a:xfrm>
            <a:off x="6774861" y="1846797"/>
            <a:ext cx="18920" cy="37217"/>
          </a:xfrm>
          <a:prstGeom prst="rect">
            <a:avLst/>
          </a:prstGeom>
        </p:spPr>
      </p:pic>
      <p:pic>
        <p:nvPicPr>
          <p:cNvPr id="490" name="Image 484" descr="preencoded.png"/>
          <p:cNvPicPr>
            <a:picLocks noChangeAspect="1"/>
          </p:cNvPicPr>
          <p:nvPr/>
        </p:nvPicPr>
        <p:blipFill>
          <a:blip r:embed="rId206"/>
          <a:srcRect r="17"/>
          <a:stretch/>
        </p:blipFill>
        <p:spPr>
          <a:xfrm>
            <a:off x="6392819" y="1564604"/>
            <a:ext cx="17580" cy="15114"/>
          </a:xfrm>
          <a:prstGeom prst="rect">
            <a:avLst/>
          </a:prstGeom>
        </p:spPr>
      </p:pic>
      <p:sp>
        <p:nvSpPr>
          <p:cNvPr id="491" name="Shape 4"/>
          <p:cNvSpPr/>
          <p:nvPr/>
        </p:nvSpPr>
        <p:spPr>
          <a:xfrm>
            <a:off x="7543800" y="1485900"/>
            <a:ext cx="952500" cy="476250"/>
          </a:xfrm>
          <a:prstGeom prst="rect">
            <a:avLst/>
          </a:prstGeom>
          <a:noFill/>
          <a:ln/>
        </p:spPr>
        <p:txBody>
          <a:bodyPr/>
          <a:lstStyle/>
          <a:p>
            <a:endParaRPr lang="en-IT"/>
          </a:p>
        </p:txBody>
      </p:sp>
      <p:pic>
        <p:nvPicPr>
          <p:cNvPr id="492" name="Image 485" descr="preencoded.png"/>
          <p:cNvPicPr>
            <a:picLocks noChangeAspect="1"/>
          </p:cNvPicPr>
          <p:nvPr/>
        </p:nvPicPr>
        <p:blipFill>
          <a:blip r:embed="rId207"/>
          <a:srcRect/>
          <a:stretch/>
        </p:blipFill>
        <p:spPr>
          <a:xfrm>
            <a:off x="7551744" y="1549400"/>
            <a:ext cx="627069" cy="357188"/>
          </a:xfrm>
          <a:prstGeom prst="rect">
            <a:avLst/>
          </a:prstGeom>
        </p:spPr>
      </p:pic>
      <p:sp>
        <p:nvSpPr>
          <p:cNvPr id="493" name="Shape 5"/>
          <p:cNvSpPr/>
          <p:nvPr/>
        </p:nvSpPr>
        <p:spPr>
          <a:xfrm>
            <a:off x="4572000" y="2343150"/>
            <a:ext cx="952500" cy="476250"/>
          </a:xfrm>
          <a:prstGeom prst="rect">
            <a:avLst/>
          </a:prstGeom>
          <a:noFill/>
          <a:ln/>
        </p:spPr>
        <p:txBody>
          <a:bodyPr/>
          <a:lstStyle/>
          <a:p>
            <a:endParaRPr lang="en-IT"/>
          </a:p>
        </p:txBody>
      </p:sp>
      <p:pic>
        <p:nvPicPr>
          <p:cNvPr id="494" name="Image 486" descr="preencoded.png"/>
          <p:cNvPicPr>
            <a:picLocks noChangeAspect="1"/>
          </p:cNvPicPr>
          <p:nvPr/>
        </p:nvPicPr>
        <p:blipFill>
          <a:blip r:embed="rId208"/>
          <a:srcRect r="3"/>
          <a:stretch/>
        </p:blipFill>
        <p:spPr>
          <a:xfrm>
            <a:off x="4579944" y="2398712"/>
            <a:ext cx="230702" cy="234816"/>
          </a:xfrm>
          <a:prstGeom prst="rect">
            <a:avLst/>
          </a:prstGeom>
        </p:spPr>
      </p:pic>
      <p:pic>
        <p:nvPicPr>
          <p:cNvPr id="495" name="Image 487" descr="preencoded.png"/>
          <p:cNvPicPr>
            <a:picLocks noChangeAspect="1"/>
          </p:cNvPicPr>
          <p:nvPr/>
        </p:nvPicPr>
        <p:blipFill>
          <a:blip r:embed="rId209"/>
          <a:srcRect/>
          <a:stretch/>
        </p:blipFill>
        <p:spPr>
          <a:xfrm>
            <a:off x="4660385" y="2620114"/>
            <a:ext cx="128104" cy="143040"/>
          </a:xfrm>
          <a:prstGeom prst="rect">
            <a:avLst/>
          </a:prstGeom>
        </p:spPr>
      </p:pic>
      <p:pic>
        <p:nvPicPr>
          <p:cNvPr id="496" name="Image 488" descr="preencoded.png"/>
          <p:cNvPicPr>
            <a:picLocks noChangeAspect="1"/>
          </p:cNvPicPr>
          <p:nvPr/>
        </p:nvPicPr>
        <p:blipFill>
          <a:blip r:embed="rId210"/>
          <a:srcRect r="1"/>
          <a:stretch/>
        </p:blipFill>
        <p:spPr>
          <a:xfrm>
            <a:off x="4787429" y="2451472"/>
            <a:ext cx="677075" cy="277465"/>
          </a:xfrm>
          <a:prstGeom prst="rect">
            <a:avLst/>
          </a:prstGeom>
        </p:spPr>
      </p:pic>
      <p:pic>
        <p:nvPicPr>
          <p:cNvPr id="497" name="Image 489" descr="preencoded.png"/>
          <p:cNvPicPr>
            <a:picLocks noChangeAspect="1"/>
          </p:cNvPicPr>
          <p:nvPr/>
        </p:nvPicPr>
        <p:blipFill>
          <a:blip r:embed="rId211"/>
          <a:srcRect r="-2"/>
          <a:stretch/>
        </p:blipFill>
        <p:spPr>
          <a:xfrm>
            <a:off x="5070556" y="2477320"/>
            <a:ext cx="429611" cy="211657"/>
          </a:xfrm>
          <a:prstGeom prst="rect">
            <a:avLst/>
          </a:prstGeom>
        </p:spPr>
      </p:pic>
      <p:sp>
        <p:nvSpPr>
          <p:cNvPr id="498" name="Shape 6"/>
          <p:cNvSpPr/>
          <p:nvPr/>
        </p:nvSpPr>
        <p:spPr>
          <a:xfrm>
            <a:off x="6210300" y="2343150"/>
            <a:ext cx="952500" cy="476250"/>
          </a:xfrm>
          <a:prstGeom prst="rect">
            <a:avLst/>
          </a:prstGeom>
          <a:noFill/>
          <a:ln/>
        </p:spPr>
        <p:txBody>
          <a:bodyPr/>
          <a:lstStyle/>
          <a:p>
            <a:endParaRPr lang="en-IT"/>
          </a:p>
        </p:txBody>
      </p:sp>
      <p:pic>
        <p:nvPicPr>
          <p:cNvPr id="499" name="Image 490" descr="preencoded.png"/>
          <p:cNvPicPr>
            <a:picLocks noChangeAspect="1"/>
          </p:cNvPicPr>
          <p:nvPr/>
        </p:nvPicPr>
        <p:blipFill>
          <a:blip r:embed="rId212"/>
          <a:srcRect/>
          <a:stretch/>
        </p:blipFill>
        <p:spPr>
          <a:xfrm>
            <a:off x="6575599" y="2356478"/>
            <a:ext cx="221977" cy="112758"/>
          </a:xfrm>
          <a:prstGeom prst="rect">
            <a:avLst/>
          </a:prstGeom>
        </p:spPr>
      </p:pic>
      <p:pic>
        <p:nvPicPr>
          <p:cNvPr id="500" name="Image 491" descr="preencoded.png"/>
          <p:cNvPicPr>
            <a:picLocks noChangeAspect="1"/>
          </p:cNvPicPr>
          <p:nvPr/>
        </p:nvPicPr>
        <p:blipFill>
          <a:blip r:embed="rId213"/>
          <a:srcRect/>
          <a:stretch/>
        </p:blipFill>
        <p:spPr>
          <a:xfrm>
            <a:off x="6575599" y="2450016"/>
            <a:ext cx="221977" cy="112757"/>
          </a:xfrm>
          <a:prstGeom prst="rect">
            <a:avLst/>
          </a:prstGeom>
        </p:spPr>
      </p:pic>
      <p:pic>
        <p:nvPicPr>
          <p:cNvPr id="501" name="Image 492" descr="preencoded.png"/>
          <p:cNvPicPr>
            <a:picLocks noChangeAspect="1"/>
          </p:cNvPicPr>
          <p:nvPr/>
        </p:nvPicPr>
        <p:blipFill>
          <a:blip r:embed="rId213"/>
          <a:srcRect/>
          <a:stretch/>
        </p:blipFill>
        <p:spPr>
          <a:xfrm>
            <a:off x="6575599" y="2543611"/>
            <a:ext cx="221977" cy="112757"/>
          </a:xfrm>
          <a:prstGeom prst="rect">
            <a:avLst/>
          </a:prstGeom>
        </p:spPr>
      </p:pic>
      <p:pic>
        <p:nvPicPr>
          <p:cNvPr id="502" name="Image 493" descr="preencoded.png"/>
          <p:cNvPicPr>
            <a:picLocks noChangeAspect="1"/>
          </p:cNvPicPr>
          <p:nvPr/>
        </p:nvPicPr>
        <p:blipFill>
          <a:blip r:embed="rId214"/>
          <a:srcRect r="-2"/>
          <a:stretch/>
        </p:blipFill>
        <p:spPr>
          <a:xfrm>
            <a:off x="6431682" y="2729014"/>
            <a:ext cx="56201" cy="72686"/>
          </a:xfrm>
          <a:prstGeom prst="rect">
            <a:avLst/>
          </a:prstGeom>
        </p:spPr>
      </p:pic>
      <p:pic>
        <p:nvPicPr>
          <p:cNvPr id="503" name="Image 494" descr="preencoded.png"/>
          <p:cNvPicPr>
            <a:picLocks noChangeAspect="1"/>
          </p:cNvPicPr>
          <p:nvPr/>
        </p:nvPicPr>
        <p:blipFill>
          <a:blip r:embed="rId215"/>
          <a:srcRect r="-5"/>
          <a:stretch/>
        </p:blipFill>
        <p:spPr>
          <a:xfrm>
            <a:off x="6573571" y="2729014"/>
            <a:ext cx="19776" cy="72686"/>
          </a:xfrm>
          <a:prstGeom prst="rect">
            <a:avLst/>
          </a:prstGeom>
        </p:spPr>
      </p:pic>
      <p:pic>
        <p:nvPicPr>
          <p:cNvPr id="504" name="Image 495" descr="preencoded.png"/>
          <p:cNvPicPr>
            <a:picLocks noChangeAspect="1"/>
          </p:cNvPicPr>
          <p:nvPr/>
        </p:nvPicPr>
        <p:blipFill>
          <a:blip r:embed="rId216"/>
          <a:srcRect r="8"/>
          <a:stretch/>
        </p:blipFill>
        <p:spPr>
          <a:xfrm>
            <a:off x="6602853" y="2727285"/>
            <a:ext cx="62843" cy="76124"/>
          </a:xfrm>
          <a:prstGeom prst="rect">
            <a:avLst/>
          </a:prstGeom>
        </p:spPr>
      </p:pic>
      <p:pic>
        <p:nvPicPr>
          <p:cNvPr id="505" name="Image 496" descr="preencoded.png"/>
          <p:cNvPicPr>
            <a:picLocks noChangeAspect="1"/>
          </p:cNvPicPr>
          <p:nvPr/>
        </p:nvPicPr>
        <p:blipFill>
          <a:blip r:embed="rId217"/>
          <a:srcRect/>
          <a:stretch/>
        </p:blipFill>
        <p:spPr>
          <a:xfrm>
            <a:off x="6673304" y="2727243"/>
            <a:ext cx="53801" cy="76283"/>
          </a:xfrm>
          <a:prstGeom prst="rect">
            <a:avLst/>
          </a:prstGeom>
        </p:spPr>
      </p:pic>
      <p:pic>
        <p:nvPicPr>
          <p:cNvPr id="506" name="Image 497" descr="preencoded.png"/>
          <p:cNvPicPr>
            <a:picLocks noChangeAspect="1"/>
          </p:cNvPicPr>
          <p:nvPr/>
        </p:nvPicPr>
        <p:blipFill>
          <a:blip r:embed="rId218"/>
          <a:srcRect r="6"/>
          <a:stretch/>
        </p:blipFill>
        <p:spPr>
          <a:xfrm>
            <a:off x="6733040" y="2727243"/>
            <a:ext cx="53746" cy="76283"/>
          </a:xfrm>
          <a:prstGeom prst="rect">
            <a:avLst/>
          </a:prstGeom>
        </p:spPr>
      </p:pic>
      <p:pic>
        <p:nvPicPr>
          <p:cNvPr id="507" name="Image 498" descr="preencoded.png"/>
          <p:cNvPicPr>
            <a:picLocks noChangeAspect="1"/>
          </p:cNvPicPr>
          <p:nvPr/>
        </p:nvPicPr>
        <p:blipFill>
          <a:blip r:embed="rId219"/>
          <a:srcRect r="-1"/>
          <a:stretch/>
        </p:blipFill>
        <p:spPr>
          <a:xfrm>
            <a:off x="6874241" y="2729014"/>
            <a:ext cx="67159" cy="72686"/>
          </a:xfrm>
          <a:prstGeom prst="rect">
            <a:avLst/>
          </a:prstGeom>
        </p:spPr>
      </p:pic>
      <p:pic>
        <p:nvPicPr>
          <p:cNvPr id="508" name="Image 499" descr="preencoded.png"/>
          <p:cNvPicPr>
            <a:picLocks noChangeAspect="1"/>
          </p:cNvPicPr>
          <p:nvPr/>
        </p:nvPicPr>
        <p:blipFill>
          <a:blip r:embed="rId220"/>
          <a:srcRect r="10"/>
          <a:stretch/>
        </p:blipFill>
        <p:spPr>
          <a:xfrm>
            <a:off x="6792627" y="2727277"/>
            <a:ext cx="72219" cy="76208"/>
          </a:xfrm>
          <a:prstGeom prst="rect">
            <a:avLst/>
          </a:prstGeom>
        </p:spPr>
      </p:pic>
      <p:pic>
        <p:nvPicPr>
          <p:cNvPr id="509" name="Image 500" descr="preencoded.png"/>
          <p:cNvPicPr>
            <a:picLocks noChangeAspect="1"/>
          </p:cNvPicPr>
          <p:nvPr/>
        </p:nvPicPr>
        <p:blipFill>
          <a:blip r:embed="rId221"/>
          <a:srcRect/>
          <a:stretch/>
        </p:blipFill>
        <p:spPr>
          <a:xfrm>
            <a:off x="6501612" y="2729014"/>
            <a:ext cx="62861" cy="72696"/>
          </a:xfrm>
          <a:prstGeom prst="rect">
            <a:avLst/>
          </a:prstGeom>
        </p:spPr>
      </p:pic>
      <p:sp>
        <p:nvSpPr>
          <p:cNvPr id="510" name="Shape 7"/>
          <p:cNvSpPr/>
          <p:nvPr/>
        </p:nvSpPr>
        <p:spPr>
          <a:xfrm>
            <a:off x="7543800" y="2343150"/>
            <a:ext cx="952500" cy="476250"/>
          </a:xfrm>
          <a:prstGeom prst="rect">
            <a:avLst/>
          </a:prstGeom>
          <a:noFill/>
          <a:ln/>
        </p:spPr>
        <p:txBody>
          <a:bodyPr/>
          <a:lstStyle/>
          <a:p>
            <a:endParaRPr lang="en-IT"/>
          </a:p>
        </p:txBody>
      </p:sp>
      <p:pic>
        <p:nvPicPr>
          <p:cNvPr id="511" name="Image 501" descr="preencoded.png"/>
          <p:cNvPicPr>
            <a:picLocks noChangeAspect="1"/>
          </p:cNvPicPr>
          <p:nvPr/>
        </p:nvPicPr>
        <p:blipFill>
          <a:blip r:embed="rId222"/>
          <a:srcRect r="168"/>
          <a:stretch/>
        </p:blipFill>
        <p:spPr>
          <a:xfrm>
            <a:off x="7545400" y="2414588"/>
            <a:ext cx="950900" cy="328613"/>
          </a:xfrm>
          <a:prstGeom prst="rect">
            <a:avLst/>
          </a:prstGeom>
        </p:spPr>
      </p:pic>
      <p:pic>
        <p:nvPicPr>
          <p:cNvPr id="512" name="Image 502" descr="preencoded.png"/>
          <p:cNvPicPr>
            <a:picLocks noChangeAspect="1"/>
          </p:cNvPicPr>
          <p:nvPr/>
        </p:nvPicPr>
        <p:blipFill>
          <a:blip r:embed="rId223"/>
          <a:srcRect/>
          <a:stretch/>
        </p:blipFill>
        <p:spPr>
          <a:xfrm>
            <a:off x="4572000" y="3200400"/>
            <a:ext cx="952500" cy="476250"/>
          </a:xfrm>
          <a:prstGeom prst="rect">
            <a:avLst/>
          </a:prstGeom>
        </p:spPr>
      </p:pic>
      <p:sp>
        <p:nvSpPr>
          <p:cNvPr id="513" name="Shape 8"/>
          <p:cNvSpPr/>
          <p:nvPr/>
        </p:nvSpPr>
        <p:spPr>
          <a:xfrm>
            <a:off x="6210300" y="3200400"/>
            <a:ext cx="952500" cy="476250"/>
          </a:xfrm>
          <a:prstGeom prst="rect">
            <a:avLst/>
          </a:prstGeom>
          <a:noFill/>
          <a:ln/>
        </p:spPr>
        <p:txBody>
          <a:bodyPr/>
          <a:lstStyle/>
          <a:p>
            <a:endParaRPr lang="en-IT"/>
          </a:p>
        </p:txBody>
      </p:sp>
      <p:sp>
        <p:nvSpPr>
          <p:cNvPr id="514" name="Shape 9"/>
          <p:cNvSpPr/>
          <p:nvPr/>
        </p:nvSpPr>
        <p:spPr>
          <a:xfrm>
            <a:off x="6380150" y="3205163"/>
            <a:ext cx="614363" cy="461963"/>
          </a:xfrm>
          <a:prstGeom prst="rect">
            <a:avLst/>
          </a:prstGeom>
          <a:noFill/>
          <a:ln/>
        </p:spPr>
        <p:txBody>
          <a:bodyPr/>
          <a:lstStyle/>
          <a:p>
            <a:endParaRPr lang="en-IT"/>
          </a:p>
        </p:txBody>
      </p:sp>
      <p:pic>
        <p:nvPicPr>
          <p:cNvPr id="515" name="Image 503" descr="preencoded.png"/>
          <p:cNvPicPr>
            <a:picLocks noChangeAspect="1"/>
          </p:cNvPicPr>
          <p:nvPr/>
        </p:nvPicPr>
        <p:blipFill>
          <a:blip r:embed="rId224"/>
          <a:srcRect/>
          <a:stretch/>
        </p:blipFill>
        <p:spPr>
          <a:xfrm>
            <a:off x="6380150" y="3205163"/>
            <a:ext cx="614065" cy="461963"/>
          </a:xfrm>
          <a:prstGeom prst="rect">
            <a:avLst/>
          </a:prstGeom>
        </p:spPr>
      </p:pic>
      <p:sp>
        <p:nvSpPr>
          <p:cNvPr id="516" name="Shape 10"/>
          <p:cNvSpPr/>
          <p:nvPr/>
        </p:nvSpPr>
        <p:spPr>
          <a:xfrm>
            <a:off x="7543800" y="3200400"/>
            <a:ext cx="952500" cy="452438"/>
          </a:xfrm>
          <a:prstGeom prst="rect">
            <a:avLst/>
          </a:prstGeom>
          <a:noFill/>
          <a:ln/>
        </p:spPr>
        <p:txBody>
          <a:bodyPr/>
          <a:lstStyle/>
          <a:p>
            <a:endParaRPr lang="en-IT"/>
          </a:p>
        </p:txBody>
      </p:sp>
      <p:pic>
        <p:nvPicPr>
          <p:cNvPr id="517" name="Image 504" descr="preencoded.png"/>
          <p:cNvPicPr>
            <a:picLocks noChangeAspect="1"/>
          </p:cNvPicPr>
          <p:nvPr/>
        </p:nvPicPr>
        <p:blipFill>
          <a:blip r:embed="rId225"/>
          <a:srcRect r="-5"/>
          <a:stretch/>
        </p:blipFill>
        <p:spPr>
          <a:xfrm>
            <a:off x="7685243" y="3545457"/>
            <a:ext cx="103026" cy="107380"/>
          </a:xfrm>
          <a:prstGeom prst="rect">
            <a:avLst/>
          </a:prstGeom>
        </p:spPr>
      </p:pic>
      <p:pic>
        <p:nvPicPr>
          <p:cNvPr id="518" name="Image 505" descr="preencoded.png"/>
          <p:cNvPicPr>
            <a:picLocks noChangeAspect="1"/>
          </p:cNvPicPr>
          <p:nvPr/>
        </p:nvPicPr>
        <p:blipFill>
          <a:blip r:embed="rId226"/>
          <a:srcRect r="-10"/>
          <a:stretch/>
        </p:blipFill>
        <p:spPr>
          <a:xfrm>
            <a:off x="7543800" y="3549828"/>
            <a:ext cx="86525" cy="95646"/>
          </a:xfrm>
          <a:prstGeom prst="rect">
            <a:avLst/>
          </a:prstGeom>
        </p:spPr>
      </p:pic>
      <p:pic>
        <p:nvPicPr>
          <p:cNvPr id="519" name="Image 506" descr="preencoded.png"/>
          <p:cNvPicPr>
            <a:picLocks noChangeAspect="1"/>
          </p:cNvPicPr>
          <p:nvPr/>
        </p:nvPicPr>
        <p:blipFill>
          <a:blip r:embed="rId227"/>
          <a:srcRect r="-1"/>
          <a:stretch/>
        </p:blipFill>
        <p:spPr>
          <a:xfrm>
            <a:off x="7830387" y="3200399"/>
            <a:ext cx="395288" cy="254703"/>
          </a:xfrm>
          <a:prstGeom prst="rect">
            <a:avLst/>
          </a:prstGeom>
        </p:spPr>
      </p:pic>
      <p:pic>
        <p:nvPicPr>
          <p:cNvPr id="520" name="Image 507" descr="preencoded.png"/>
          <p:cNvPicPr>
            <a:picLocks noChangeAspect="1"/>
          </p:cNvPicPr>
          <p:nvPr/>
        </p:nvPicPr>
        <p:blipFill>
          <a:blip r:embed="rId228"/>
          <a:srcRect r="2" b="-1"/>
          <a:stretch/>
        </p:blipFill>
        <p:spPr>
          <a:xfrm>
            <a:off x="8118649" y="3548605"/>
            <a:ext cx="96738" cy="96869"/>
          </a:xfrm>
          <a:prstGeom prst="rect">
            <a:avLst/>
          </a:prstGeom>
        </p:spPr>
      </p:pic>
      <p:pic>
        <p:nvPicPr>
          <p:cNvPr id="521" name="Image 508" descr="preencoded.png"/>
          <p:cNvPicPr>
            <a:picLocks noChangeAspect="1"/>
          </p:cNvPicPr>
          <p:nvPr/>
        </p:nvPicPr>
        <p:blipFill>
          <a:blip r:embed="rId229"/>
          <a:srcRect/>
          <a:stretch/>
        </p:blipFill>
        <p:spPr>
          <a:xfrm>
            <a:off x="8381888" y="3548906"/>
            <a:ext cx="114412" cy="96568"/>
          </a:xfrm>
          <a:prstGeom prst="rect">
            <a:avLst/>
          </a:prstGeom>
        </p:spPr>
      </p:pic>
      <p:pic>
        <p:nvPicPr>
          <p:cNvPr id="522" name="Image 509" descr="preencoded.png"/>
          <p:cNvPicPr>
            <a:picLocks noChangeAspect="1"/>
          </p:cNvPicPr>
          <p:nvPr/>
        </p:nvPicPr>
        <p:blipFill>
          <a:blip r:embed="rId230"/>
          <a:srcRect/>
          <a:stretch/>
        </p:blipFill>
        <p:spPr>
          <a:xfrm>
            <a:off x="7859130" y="3549819"/>
            <a:ext cx="82786" cy="98643"/>
          </a:xfrm>
          <a:prstGeom prst="rect">
            <a:avLst/>
          </a:prstGeom>
        </p:spPr>
      </p:pic>
      <p:pic>
        <p:nvPicPr>
          <p:cNvPr id="523" name="Image 510" descr="preencoded.png"/>
          <p:cNvPicPr>
            <a:picLocks noChangeAspect="1"/>
          </p:cNvPicPr>
          <p:nvPr/>
        </p:nvPicPr>
        <p:blipFill>
          <a:blip r:embed="rId231"/>
          <a:srcRect r="29"/>
          <a:stretch/>
        </p:blipFill>
        <p:spPr>
          <a:xfrm>
            <a:off x="8300033" y="3549828"/>
            <a:ext cx="13953" cy="95646"/>
          </a:xfrm>
          <a:prstGeom prst="rect">
            <a:avLst/>
          </a:prstGeom>
        </p:spPr>
      </p:pic>
      <p:pic>
        <p:nvPicPr>
          <p:cNvPr id="524" name="Image 511" descr="preencoded.png"/>
          <p:cNvPicPr>
            <a:picLocks noChangeAspect="1"/>
          </p:cNvPicPr>
          <p:nvPr/>
        </p:nvPicPr>
        <p:blipFill>
          <a:blip r:embed="rId232"/>
          <a:srcRect r="31"/>
          <a:stretch/>
        </p:blipFill>
        <p:spPr>
          <a:xfrm>
            <a:off x="8020980" y="3549828"/>
            <a:ext cx="13022" cy="95646"/>
          </a:xfrm>
          <a:prstGeom prst="rect">
            <a:avLst/>
          </a:prstGeom>
        </p:spPr>
      </p:pic>
      <p:pic>
        <p:nvPicPr>
          <p:cNvPr id="525" name="Image 512" descr="preencoded.png"/>
          <p:cNvPicPr>
            <a:picLocks noChangeAspect="1"/>
          </p:cNvPicPr>
          <p:nvPr/>
        </p:nvPicPr>
        <p:blipFill>
          <a:blip r:embed="rId233"/>
          <a:srcRect r="6"/>
          <a:stretch/>
        </p:blipFill>
        <p:spPr>
          <a:xfrm>
            <a:off x="8252706" y="3342608"/>
            <a:ext cx="46620" cy="46839"/>
          </a:xfrm>
          <a:prstGeom prst="rect">
            <a:avLst/>
          </a:prstGeom>
        </p:spPr>
      </p:pic>
      <p:pic>
        <p:nvPicPr>
          <p:cNvPr id="526" name="Image 513" descr="preencoded.png"/>
          <p:cNvPicPr>
            <a:picLocks noChangeAspect="1"/>
          </p:cNvPicPr>
          <p:nvPr/>
        </p:nvPicPr>
        <p:blipFill>
          <a:blip r:embed="rId234"/>
          <a:srcRect/>
          <a:stretch/>
        </p:blipFill>
        <p:spPr>
          <a:xfrm>
            <a:off x="8266547" y="3352352"/>
            <a:ext cx="23292" cy="25803"/>
          </a:xfrm>
          <a:prstGeom prst="rect">
            <a:avLst/>
          </a:prstGeom>
        </p:spPr>
      </p:pic>
      <p:sp>
        <p:nvSpPr>
          <p:cNvPr id="527" name="Shape 11"/>
          <p:cNvSpPr/>
          <p:nvPr/>
        </p:nvSpPr>
        <p:spPr>
          <a:xfrm>
            <a:off x="4572000" y="4057650"/>
            <a:ext cx="952500" cy="476250"/>
          </a:xfrm>
          <a:prstGeom prst="rect">
            <a:avLst/>
          </a:prstGeom>
          <a:noFill/>
          <a:ln/>
        </p:spPr>
        <p:txBody>
          <a:bodyPr/>
          <a:lstStyle/>
          <a:p>
            <a:endParaRPr lang="en-IT"/>
          </a:p>
        </p:txBody>
      </p:sp>
      <p:pic>
        <p:nvPicPr>
          <p:cNvPr id="528" name="Image 514" descr="preencoded.png"/>
          <p:cNvPicPr>
            <a:picLocks noChangeAspect="1"/>
          </p:cNvPicPr>
          <p:nvPr/>
        </p:nvPicPr>
        <p:blipFill>
          <a:blip r:embed="rId235"/>
          <a:srcRect/>
          <a:stretch/>
        </p:blipFill>
        <p:spPr>
          <a:xfrm>
            <a:off x="4572000" y="4138613"/>
            <a:ext cx="952500" cy="314325"/>
          </a:xfrm>
          <a:prstGeom prst="rect">
            <a:avLst/>
          </a:prstGeom>
        </p:spPr>
      </p:pic>
      <p:sp>
        <p:nvSpPr>
          <p:cNvPr id="529" name="Shape 12"/>
          <p:cNvSpPr/>
          <p:nvPr/>
        </p:nvSpPr>
        <p:spPr>
          <a:xfrm>
            <a:off x="6210300" y="4057650"/>
            <a:ext cx="952500" cy="433388"/>
          </a:xfrm>
          <a:prstGeom prst="rect">
            <a:avLst/>
          </a:prstGeom>
          <a:noFill/>
          <a:ln/>
        </p:spPr>
        <p:txBody>
          <a:bodyPr/>
          <a:lstStyle/>
          <a:p>
            <a:endParaRPr lang="en-IT"/>
          </a:p>
        </p:txBody>
      </p:sp>
      <p:pic>
        <p:nvPicPr>
          <p:cNvPr id="530" name="Image 515" descr="preencoded.png"/>
          <p:cNvPicPr>
            <a:picLocks noChangeAspect="1"/>
          </p:cNvPicPr>
          <p:nvPr/>
        </p:nvPicPr>
        <p:blipFill>
          <a:blip r:embed="rId236"/>
          <a:srcRect/>
          <a:stretch/>
        </p:blipFill>
        <p:spPr>
          <a:xfrm>
            <a:off x="6210300" y="4057650"/>
            <a:ext cx="952500" cy="433388"/>
          </a:xfrm>
          <a:prstGeom prst="rect">
            <a:avLst/>
          </a:prstGeom>
        </p:spPr>
      </p:pic>
      <p:sp>
        <p:nvSpPr>
          <p:cNvPr id="531" name="Text 13"/>
          <p:cNvSpPr/>
          <p:nvPr/>
        </p:nvSpPr>
        <p:spPr>
          <a:xfrm>
            <a:off x="476250" y="476250"/>
            <a:ext cx="3695700" cy="1371600"/>
          </a:xfrm>
          <a:prstGeom prst="rect">
            <a:avLst/>
          </a:prstGeom>
          <a:noFill/>
          <a:ln/>
        </p:spPr>
        <p:txBody>
          <a:bodyPr wrap="square" lIns="0" tIns="0" rIns="0" bIns="0" rtlCol="0" anchor="t"/>
          <a:lstStyle/>
          <a:p>
            <a:pPr marL="0" indent="0" algn="l">
              <a:lnSpc>
                <a:spcPts val="5130"/>
              </a:lnSpc>
              <a:buNone/>
            </a:pPr>
            <a:r>
              <a:rPr lang="en-US" sz="5130" kern="0" spc="-103" dirty="0">
                <a:solidFill>
                  <a:srgbClr val="FFFFFF">
                    <a:alpha val="99000"/>
                  </a:srgbClr>
                </a:solidFill>
                <a:latin typeface="Manrope" pitchFamily="34" charset="0"/>
                <a:ea typeface="Manrope" pitchFamily="34" charset="-122"/>
                <a:cs typeface="Manrope" pitchFamily="34" charset="-120"/>
              </a:rPr>
              <a:t>Our</a:t>
            </a:r>
            <a:endParaRPr lang="en-US" sz="5130" dirty="0"/>
          </a:p>
          <a:p>
            <a:pPr marL="0" indent="0" algn="l">
              <a:lnSpc>
                <a:spcPts val="5130"/>
              </a:lnSpc>
              <a:buNone/>
            </a:pPr>
            <a:r>
              <a:rPr lang="en-US" sz="5130" kern="0" spc="-103" dirty="0">
                <a:solidFill>
                  <a:srgbClr val="FFFFFF">
                    <a:alpha val="99000"/>
                  </a:srgbClr>
                </a:solidFill>
                <a:latin typeface="Manrope" pitchFamily="34" charset="0"/>
                <a:ea typeface="Manrope" pitchFamily="34" charset="-122"/>
                <a:cs typeface="Manrope" pitchFamily="34" charset="-120"/>
              </a:rPr>
              <a:t>partners</a:t>
            </a:r>
            <a:endParaRPr lang="en-US" sz="513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31"/>
                                        </p:tgtEl>
                                        <p:attrNameLst>
                                          <p:attrName>style.visibility</p:attrName>
                                        </p:attrNameLst>
                                      </p:cBhvr>
                                      <p:to>
                                        <p:strVal val="visible"/>
                                      </p:to>
                                    </p:set>
                                    <p:animEffect transition="in" filter="fade">
                                      <p:cBhvr>
                                        <p:cTn id="7" dur="500"/>
                                        <p:tgtEl>
                                          <p:spTgt spid="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277AFF"/>
        </a:solidFill>
        <a:effectLst/>
      </p:bgPr>
    </p:bg>
    <p:spTree>
      <p:nvGrpSpPr>
        <p:cNvPr id="1" name=""/>
        <p:cNvGrpSpPr/>
        <p:nvPr/>
      </p:nvGrpSpPr>
      <p:grpSpPr>
        <a:xfrm>
          <a:off x="0" y="0"/>
          <a:ext cx="0" cy="0"/>
          <a:chOff x="0" y="0"/>
          <a:chExt cx="0" cy="0"/>
        </a:xfrm>
      </p:grpSpPr>
      <p:sp>
        <p:nvSpPr>
          <p:cNvPr id="2" name="Shape 0"/>
          <p:cNvSpPr/>
          <p:nvPr/>
        </p:nvSpPr>
        <p:spPr>
          <a:xfrm>
            <a:off x="476250" y="4276725"/>
            <a:ext cx="8191500" cy="361950"/>
          </a:xfrm>
          <a:prstGeom prst="rect">
            <a:avLst/>
          </a:prstGeom>
          <a:noFill/>
          <a:ln/>
        </p:spPr>
        <p:txBody>
          <a:bodyPr/>
          <a:lstStyle/>
          <a:p>
            <a:endParaRPr lang="en-IT"/>
          </a:p>
        </p:txBody>
      </p:sp>
      <p:sp>
        <p:nvSpPr>
          <p:cNvPr id="3" name="Text 1"/>
          <p:cNvSpPr/>
          <p:nvPr/>
        </p:nvSpPr>
        <p:spPr>
          <a:xfrm>
            <a:off x="476250" y="4276725"/>
            <a:ext cx="1485900" cy="361950"/>
          </a:xfrm>
          <a:prstGeom prst="rect">
            <a:avLst/>
          </a:prstGeom>
          <a:noFill/>
          <a:ln/>
        </p:spPr>
        <p:txBody>
          <a:bodyPr wrap="square" lIns="0" tIns="0" rIns="0" bIns="0" rtlCol="0" anchor="ctr"/>
          <a:lstStyle/>
          <a:p>
            <a:pPr marL="0" indent="0" algn="l">
              <a:lnSpc>
                <a:spcPts val="1146"/>
              </a:lnSpc>
              <a:buNone/>
            </a:pPr>
            <a:r>
              <a:rPr lang="en-US" sz="855" kern="0" spc="-4" dirty="0">
                <a:solidFill>
                  <a:srgbClr val="FFFFFF">
                    <a:alpha val="99000"/>
                  </a:srgbClr>
                </a:solidFill>
                <a:latin typeface="Open Sans" pitchFamily="34" charset="0"/>
                <a:ea typeface="Open Sans" pitchFamily="34" charset="-122"/>
                <a:cs typeface="Open Sans" pitchFamily="34" charset="-120"/>
              </a:rPr>
              <a:t>Website</a:t>
            </a:r>
            <a:endParaRPr lang="en-US" sz="855" dirty="0"/>
          </a:p>
          <a:p>
            <a:pPr marL="0" indent="0" algn="l">
              <a:lnSpc>
                <a:spcPts val="1453"/>
              </a:lnSpc>
              <a:buNone/>
            </a:pPr>
            <a:r>
              <a:rPr lang="en-US" sz="1069" kern="0" spc="-11" dirty="0">
                <a:solidFill>
                  <a:srgbClr val="FFFFFF">
                    <a:alpha val="99000"/>
                  </a:srgbClr>
                </a:solidFill>
                <a:latin typeface="Open Sans" pitchFamily="34" charset="0"/>
                <a:ea typeface="Open Sans" pitchFamily="34" charset="-122"/>
                <a:cs typeface="Open Sans" pitchFamily="34" charset="-120"/>
              </a:rPr>
              <a:t>giga.global</a:t>
            </a:r>
            <a:endParaRPr lang="en-US" sz="855" dirty="0"/>
          </a:p>
        </p:txBody>
      </p:sp>
      <p:sp>
        <p:nvSpPr>
          <p:cNvPr id="4" name="Text 2"/>
          <p:cNvSpPr/>
          <p:nvPr/>
        </p:nvSpPr>
        <p:spPr>
          <a:xfrm>
            <a:off x="2152650" y="4276725"/>
            <a:ext cx="1485900" cy="361950"/>
          </a:xfrm>
          <a:prstGeom prst="rect">
            <a:avLst/>
          </a:prstGeom>
          <a:noFill/>
          <a:ln/>
        </p:spPr>
        <p:txBody>
          <a:bodyPr wrap="square" lIns="0" tIns="0" rIns="0" bIns="0" rtlCol="0" anchor="ctr"/>
          <a:lstStyle/>
          <a:p>
            <a:pPr marL="0" indent="0" algn="l">
              <a:lnSpc>
                <a:spcPts val="1146"/>
              </a:lnSpc>
              <a:buNone/>
            </a:pPr>
            <a:r>
              <a:rPr lang="en-US" sz="855" kern="0" spc="-4" dirty="0">
                <a:solidFill>
                  <a:srgbClr val="FFFFFF">
                    <a:alpha val="99000"/>
                  </a:srgbClr>
                </a:solidFill>
                <a:latin typeface="Open Sans" pitchFamily="34" charset="0"/>
                <a:ea typeface="Open Sans" pitchFamily="34" charset="-122"/>
                <a:cs typeface="Open Sans" pitchFamily="34" charset="-120"/>
              </a:rPr>
              <a:t>Email</a:t>
            </a:r>
            <a:endParaRPr lang="en-US" sz="855" dirty="0"/>
          </a:p>
          <a:p>
            <a:pPr marL="0" indent="0" algn="l">
              <a:lnSpc>
                <a:spcPts val="1453"/>
              </a:lnSpc>
              <a:buNone/>
            </a:pPr>
            <a:r>
              <a:rPr lang="en-US" sz="1069" kern="0" spc="-11" dirty="0">
                <a:solidFill>
                  <a:srgbClr val="FFFFFF">
                    <a:alpha val="99000"/>
                  </a:srgbClr>
                </a:solidFill>
                <a:latin typeface="Open Sans" pitchFamily="34" charset="0"/>
                <a:ea typeface="Open Sans" pitchFamily="34" charset="-122"/>
                <a:cs typeface="Open Sans" pitchFamily="34" charset="-120"/>
              </a:rPr>
              <a:t>info@giga.global</a:t>
            </a:r>
            <a:endParaRPr lang="en-US" sz="855" dirty="0"/>
          </a:p>
        </p:txBody>
      </p:sp>
      <p:sp>
        <p:nvSpPr>
          <p:cNvPr id="5" name="Text 3"/>
          <p:cNvSpPr/>
          <p:nvPr/>
        </p:nvSpPr>
        <p:spPr>
          <a:xfrm>
            <a:off x="3829050" y="4276725"/>
            <a:ext cx="1485900" cy="361950"/>
          </a:xfrm>
          <a:prstGeom prst="rect">
            <a:avLst/>
          </a:prstGeom>
          <a:noFill/>
          <a:ln/>
        </p:spPr>
        <p:txBody>
          <a:bodyPr wrap="square" lIns="0" tIns="0" rIns="0" bIns="0" rtlCol="0" anchor="ctr"/>
          <a:lstStyle/>
          <a:p>
            <a:pPr marL="0" indent="0" algn="l">
              <a:lnSpc>
                <a:spcPts val="1146"/>
              </a:lnSpc>
              <a:buNone/>
            </a:pPr>
            <a:r>
              <a:rPr lang="en-US" sz="855" kern="0" spc="-4" dirty="0">
                <a:solidFill>
                  <a:srgbClr val="FFFFFF">
                    <a:alpha val="99000"/>
                  </a:srgbClr>
                </a:solidFill>
                <a:latin typeface="Open Sans" pitchFamily="34" charset="0"/>
                <a:ea typeface="Open Sans" pitchFamily="34" charset="-122"/>
                <a:cs typeface="Open Sans" pitchFamily="34" charset="-120"/>
              </a:rPr>
              <a:t>Instagram</a:t>
            </a:r>
            <a:endParaRPr lang="en-US" sz="855" dirty="0"/>
          </a:p>
          <a:p>
            <a:pPr marL="0" indent="0" algn="l">
              <a:lnSpc>
                <a:spcPts val="1453"/>
              </a:lnSpc>
              <a:buNone/>
            </a:pPr>
            <a:r>
              <a:rPr lang="en-US" sz="1069" kern="0" spc="-11" dirty="0">
                <a:solidFill>
                  <a:srgbClr val="FFFFFF">
                    <a:alpha val="99000"/>
                  </a:srgbClr>
                </a:solidFill>
                <a:latin typeface="Open Sans" pitchFamily="34" charset="0"/>
                <a:ea typeface="Open Sans" pitchFamily="34" charset="-122"/>
                <a:cs typeface="Open Sans" pitchFamily="34" charset="-120"/>
              </a:rPr>
              <a:t>@giga_global</a:t>
            </a:r>
            <a:endParaRPr lang="en-US" sz="855" dirty="0"/>
          </a:p>
        </p:txBody>
      </p:sp>
      <p:sp>
        <p:nvSpPr>
          <p:cNvPr id="6" name="Text 4"/>
          <p:cNvSpPr/>
          <p:nvPr/>
        </p:nvSpPr>
        <p:spPr>
          <a:xfrm>
            <a:off x="5505450" y="4276725"/>
            <a:ext cx="1485900" cy="361950"/>
          </a:xfrm>
          <a:prstGeom prst="rect">
            <a:avLst/>
          </a:prstGeom>
          <a:noFill/>
          <a:ln/>
        </p:spPr>
        <p:txBody>
          <a:bodyPr wrap="square" lIns="0" tIns="0" rIns="0" bIns="0" rtlCol="0" anchor="ctr"/>
          <a:lstStyle/>
          <a:p>
            <a:pPr marL="0" indent="0" algn="l">
              <a:lnSpc>
                <a:spcPts val="1146"/>
              </a:lnSpc>
              <a:buNone/>
            </a:pPr>
            <a:r>
              <a:rPr lang="en-US" sz="855" kern="0" spc="-4" dirty="0">
                <a:solidFill>
                  <a:srgbClr val="FFFFFF">
                    <a:alpha val="99000"/>
                  </a:srgbClr>
                </a:solidFill>
                <a:latin typeface="Open Sans" pitchFamily="34" charset="0"/>
                <a:ea typeface="Open Sans" pitchFamily="34" charset="-122"/>
                <a:cs typeface="Open Sans" pitchFamily="34" charset="-120"/>
              </a:rPr>
              <a:t>X</a:t>
            </a:r>
            <a:endParaRPr lang="en-US" sz="855" dirty="0"/>
          </a:p>
          <a:p>
            <a:pPr marL="0" indent="0" algn="l">
              <a:lnSpc>
                <a:spcPts val="1453"/>
              </a:lnSpc>
              <a:buNone/>
            </a:pPr>
            <a:r>
              <a:rPr lang="en-US" sz="1069" kern="0" spc="-11" dirty="0">
                <a:solidFill>
                  <a:srgbClr val="FFFFFF">
                    <a:alpha val="99000"/>
                  </a:srgbClr>
                </a:solidFill>
                <a:latin typeface="Open Sans" pitchFamily="34" charset="0"/>
                <a:ea typeface="Open Sans" pitchFamily="34" charset="-122"/>
                <a:cs typeface="Open Sans" pitchFamily="34" charset="-120"/>
              </a:rPr>
              <a:t>@gigaglobal</a:t>
            </a:r>
            <a:endParaRPr lang="en-US" sz="855" dirty="0"/>
          </a:p>
        </p:txBody>
      </p:sp>
      <p:sp>
        <p:nvSpPr>
          <p:cNvPr id="7" name="Text 5"/>
          <p:cNvSpPr/>
          <p:nvPr/>
        </p:nvSpPr>
        <p:spPr>
          <a:xfrm>
            <a:off x="7181850" y="4276725"/>
            <a:ext cx="1485900" cy="361950"/>
          </a:xfrm>
          <a:prstGeom prst="rect">
            <a:avLst/>
          </a:prstGeom>
          <a:noFill/>
          <a:ln/>
        </p:spPr>
        <p:txBody>
          <a:bodyPr wrap="square" lIns="0" tIns="0" rIns="0" bIns="0" rtlCol="0" anchor="ctr"/>
          <a:lstStyle/>
          <a:p>
            <a:pPr marL="0" indent="0" algn="l">
              <a:lnSpc>
                <a:spcPts val="1146"/>
              </a:lnSpc>
              <a:buNone/>
            </a:pPr>
            <a:r>
              <a:rPr lang="en-US" sz="855" kern="0" spc="-4" dirty="0">
                <a:solidFill>
                  <a:srgbClr val="FFFFFF">
                    <a:alpha val="99000"/>
                  </a:srgbClr>
                </a:solidFill>
                <a:latin typeface="Open Sans" pitchFamily="34" charset="0"/>
                <a:ea typeface="Open Sans" pitchFamily="34" charset="-122"/>
                <a:cs typeface="Open Sans" pitchFamily="34" charset="-120"/>
              </a:rPr>
              <a:t>Linkedin</a:t>
            </a:r>
            <a:endParaRPr lang="en-US" sz="855" dirty="0"/>
          </a:p>
          <a:p>
            <a:pPr marL="0" indent="0" algn="l">
              <a:lnSpc>
                <a:spcPts val="1453"/>
              </a:lnSpc>
              <a:buNone/>
            </a:pPr>
            <a:r>
              <a:rPr lang="en-US" sz="1069" kern="0" spc="-11" dirty="0">
                <a:solidFill>
                  <a:srgbClr val="FFFFFF">
                    <a:alpha val="99000"/>
                  </a:srgbClr>
                </a:solidFill>
                <a:latin typeface="Open Sans" pitchFamily="34" charset="0"/>
                <a:ea typeface="Open Sans" pitchFamily="34" charset="-122"/>
                <a:cs typeface="Open Sans" pitchFamily="34" charset="-120"/>
              </a:rPr>
              <a:t>/gigaglobal</a:t>
            </a:r>
            <a:endParaRPr lang="en-US" sz="855" dirty="0"/>
          </a:p>
        </p:txBody>
      </p:sp>
      <p:sp>
        <p:nvSpPr>
          <p:cNvPr id="8" name="Text 6"/>
          <p:cNvSpPr/>
          <p:nvPr/>
        </p:nvSpPr>
        <p:spPr>
          <a:xfrm>
            <a:off x="476250" y="476250"/>
            <a:ext cx="8191500" cy="685800"/>
          </a:xfrm>
          <a:prstGeom prst="rect">
            <a:avLst/>
          </a:prstGeom>
          <a:noFill/>
          <a:ln/>
        </p:spPr>
        <p:txBody>
          <a:bodyPr wrap="square" lIns="0" tIns="0" rIns="0" bIns="0" rtlCol="0" anchor="t"/>
          <a:lstStyle/>
          <a:p>
            <a:pPr marL="0" indent="0" algn="l">
              <a:lnSpc>
                <a:spcPts val="5130"/>
              </a:lnSpc>
              <a:buNone/>
            </a:pPr>
            <a:r>
              <a:rPr lang="en-US" sz="5130" kern="0" spc="-103" dirty="0">
                <a:solidFill>
                  <a:srgbClr val="FFFFFF">
                    <a:alpha val="99000"/>
                  </a:srgbClr>
                </a:solidFill>
                <a:latin typeface="Manrope" pitchFamily="34" charset="0"/>
                <a:ea typeface="Manrope" pitchFamily="34" charset="-122"/>
                <a:cs typeface="Manrope" pitchFamily="34" charset="-120"/>
              </a:rPr>
              <a:t>Thank you!</a:t>
            </a:r>
            <a:endParaRPr lang="en-US" sz="5130" dirty="0"/>
          </a:p>
        </p:txBody>
      </p:sp>
      <p:sp>
        <p:nvSpPr>
          <p:cNvPr id="9" name="Text 7"/>
          <p:cNvSpPr/>
          <p:nvPr/>
        </p:nvSpPr>
        <p:spPr>
          <a:xfrm>
            <a:off x="476250" y="2247900"/>
            <a:ext cx="3162300" cy="642938"/>
          </a:xfrm>
          <a:prstGeom prst="rect">
            <a:avLst/>
          </a:prstGeom>
          <a:noFill/>
          <a:ln/>
        </p:spPr>
        <p:txBody>
          <a:bodyPr wrap="square" lIns="0" tIns="0" rIns="0" bIns="0" rtlCol="0" anchor="t"/>
          <a:lstStyle/>
          <a:p>
            <a:pPr marL="0" indent="0" algn="l">
              <a:lnSpc>
                <a:spcPts val="1596"/>
              </a:lnSpc>
              <a:buNone/>
            </a:pPr>
            <a:r>
              <a:rPr lang="en-US" sz="1140" kern="0" spc="-11" dirty="0">
                <a:solidFill>
                  <a:srgbClr val="FFFFFF">
                    <a:alpha val="99000"/>
                  </a:srgbClr>
                </a:solidFill>
                <a:latin typeface="Open Sans" pitchFamily="34" charset="0"/>
                <a:ea typeface="Open Sans" pitchFamily="34" charset="-122"/>
                <a:cs typeface="Open Sans" pitchFamily="34" charset="-120"/>
              </a:rPr>
              <a:t>Giga Co-Founder and Co-Lead </a:t>
            </a:r>
            <a:endParaRPr lang="en-US" sz="1140" dirty="0"/>
          </a:p>
          <a:p>
            <a:pPr marL="0" indent="0" algn="l">
              <a:lnSpc>
                <a:spcPts val="1596"/>
              </a:lnSpc>
              <a:buNone/>
            </a:pPr>
            <a:r>
              <a:rPr lang="en-US" sz="1140" kern="0" spc="-11" dirty="0">
                <a:solidFill>
                  <a:srgbClr val="FFFFFF">
                    <a:alpha val="99000"/>
                  </a:srgbClr>
                </a:solidFill>
                <a:latin typeface="Open Sans" pitchFamily="34" charset="0"/>
                <a:ea typeface="Open Sans" pitchFamily="34" charset="-122"/>
                <a:cs typeface="Open Sans" pitchFamily="34" charset="-120"/>
              </a:rPr>
              <a:t>Geneva, Switzerland </a:t>
            </a:r>
            <a:endParaRPr lang="en-US" sz="1140" dirty="0"/>
          </a:p>
          <a:p>
            <a:pPr marL="0" indent="0" algn="l">
              <a:lnSpc>
                <a:spcPts val="1596"/>
              </a:lnSpc>
              <a:buNone/>
            </a:pPr>
            <a:r>
              <a:rPr lang="en-US" sz="1140" u="sng" kern="0" spc="-11" dirty="0">
                <a:solidFill>
                  <a:srgbClr val="FFFFFF">
                    <a:alpha val="99000"/>
                  </a:srgbClr>
                </a:solidFill>
                <a:latin typeface="Open Sans" pitchFamily="34" charset="0"/>
                <a:ea typeface="Open Sans" pitchFamily="34" charset="-122"/>
                <a:cs typeface="Open Sans" pitchFamily="34" charset="-120"/>
                <a:hlinkClick r:id="rId3">
                  <a:extLst>
                    <a:ext uri="{A12FA001-AC4F-418D-AE19-62706E023703}">
                      <ahyp:hlinkClr xmlns:ahyp="http://schemas.microsoft.com/office/drawing/2018/hyperlinkcolor" val="tx"/>
                    </a:ext>
                  </a:extLst>
                </a:hlinkClick>
              </a:rPr>
              <a:t>cfabian@unicef.org</a:t>
            </a:r>
            <a:r>
              <a:rPr lang="en-US" sz="1140" kern="0" spc="-11" dirty="0">
                <a:solidFill>
                  <a:srgbClr val="FFFFFF">
                    <a:alpha val="99000"/>
                  </a:srgbClr>
                </a:solidFill>
                <a:latin typeface="Open Sans" pitchFamily="34" charset="0"/>
                <a:ea typeface="Open Sans" pitchFamily="34" charset="-122"/>
                <a:cs typeface="Open Sans" pitchFamily="34" charset="-120"/>
              </a:rPr>
              <a:t>  </a:t>
            </a:r>
            <a:endParaRPr lang="en-US" sz="1140" dirty="0"/>
          </a:p>
        </p:txBody>
      </p:sp>
      <p:sp>
        <p:nvSpPr>
          <p:cNvPr id="10" name="Text 8"/>
          <p:cNvSpPr/>
          <p:nvPr/>
        </p:nvSpPr>
        <p:spPr>
          <a:xfrm>
            <a:off x="4019550" y="2247900"/>
            <a:ext cx="3162300" cy="642938"/>
          </a:xfrm>
          <a:prstGeom prst="rect">
            <a:avLst/>
          </a:prstGeom>
          <a:noFill/>
          <a:ln/>
        </p:spPr>
        <p:txBody>
          <a:bodyPr wrap="square" lIns="0" tIns="0" rIns="0" bIns="0" rtlCol="0" anchor="t"/>
          <a:lstStyle/>
          <a:p>
            <a:pPr marL="0" indent="0" algn="l">
              <a:lnSpc>
                <a:spcPts val="1596"/>
              </a:lnSpc>
              <a:buNone/>
            </a:pPr>
            <a:r>
              <a:rPr lang="en-US" sz="1140" kern="0" spc="-11" dirty="0">
                <a:solidFill>
                  <a:srgbClr val="FFFFFF">
                    <a:alpha val="99000"/>
                  </a:srgbClr>
                </a:solidFill>
                <a:latin typeface="Open Sans" pitchFamily="34" charset="0"/>
                <a:ea typeface="Open Sans" pitchFamily="34" charset="-122"/>
                <a:cs typeface="Open Sans" pitchFamily="34" charset="-120"/>
              </a:rPr>
              <a:t>Giga Co-Founder and Co-Lead </a:t>
            </a:r>
            <a:endParaRPr lang="en-US" sz="1140" dirty="0"/>
          </a:p>
          <a:p>
            <a:pPr marL="0" indent="0" algn="l">
              <a:lnSpc>
                <a:spcPts val="1596"/>
              </a:lnSpc>
              <a:buNone/>
            </a:pPr>
            <a:r>
              <a:rPr lang="en-US" sz="1140" kern="0" spc="-11" dirty="0">
                <a:solidFill>
                  <a:srgbClr val="FFFFFF">
                    <a:alpha val="99000"/>
                  </a:srgbClr>
                </a:solidFill>
                <a:latin typeface="Open Sans" pitchFamily="34" charset="0"/>
                <a:ea typeface="Open Sans" pitchFamily="34" charset="-122"/>
                <a:cs typeface="Open Sans" pitchFamily="34" charset="-120"/>
              </a:rPr>
              <a:t>Geneva, Switzerland </a:t>
            </a:r>
            <a:endParaRPr lang="en-US" sz="1140" dirty="0"/>
          </a:p>
          <a:p>
            <a:pPr marL="0" indent="0" algn="l">
              <a:lnSpc>
                <a:spcPts val="1596"/>
              </a:lnSpc>
              <a:buNone/>
            </a:pPr>
            <a:r>
              <a:rPr lang="en-US" sz="1140" u="sng" kern="0" spc="-11" dirty="0">
                <a:solidFill>
                  <a:srgbClr val="FFFFFF">
                    <a:alpha val="99000"/>
                  </a:srgbClr>
                </a:solidFill>
                <a:latin typeface="Open Sans" pitchFamily="34" charset="0"/>
                <a:ea typeface="Open Sans" pitchFamily="34" charset="-122"/>
                <a:cs typeface="Open Sans" pitchFamily="34" charset="-120"/>
                <a:hlinkClick r:id="rId3">
                  <a:extLst>
                    <a:ext uri="{A12FA001-AC4F-418D-AE19-62706E023703}">
                      <ahyp:hlinkClr xmlns:ahyp="http://schemas.microsoft.com/office/drawing/2018/hyperlinkcolor" val="tx"/>
                    </a:ext>
                  </a:extLst>
                </a:hlinkClick>
              </a:rPr>
              <a:t>cfabian@unicef.org</a:t>
            </a:r>
            <a:r>
              <a:rPr lang="en-US" sz="1140" kern="0" spc="-11" dirty="0">
                <a:solidFill>
                  <a:srgbClr val="FFFFFF">
                    <a:alpha val="99000"/>
                  </a:srgbClr>
                </a:solidFill>
                <a:latin typeface="Open Sans" pitchFamily="34" charset="0"/>
                <a:ea typeface="Open Sans" pitchFamily="34" charset="-122"/>
                <a:cs typeface="Open Sans" pitchFamily="34" charset="-120"/>
              </a:rPr>
              <a:t>  </a:t>
            </a:r>
            <a:endParaRPr lang="en-US" sz="1140" dirty="0"/>
          </a:p>
        </p:txBody>
      </p:sp>
      <p:sp>
        <p:nvSpPr>
          <p:cNvPr id="11" name="Text 9"/>
          <p:cNvSpPr/>
          <p:nvPr/>
        </p:nvSpPr>
        <p:spPr>
          <a:xfrm>
            <a:off x="476250" y="1881187"/>
            <a:ext cx="3162300" cy="252413"/>
          </a:xfrm>
          <a:prstGeom prst="rect">
            <a:avLst/>
          </a:prstGeom>
          <a:noFill/>
          <a:ln/>
        </p:spPr>
        <p:txBody>
          <a:bodyPr wrap="square" lIns="0" tIns="0" rIns="0" bIns="0" rtlCol="0" anchor="t"/>
          <a:lstStyle/>
          <a:p>
            <a:pPr marL="0" indent="0" algn="l">
              <a:lnSpc>
                <a:spcPts val="1881"/>
              </a:lnSpc>
              <a:buNone/>
            </a:pPr>
            <a:r>
              <a:rPr lang="en-US" sz="1710" kern="0" spc="-34" dirty="0">
                <a:solidFill>
                  <a:srgbClr val="FFFFFF">
                    <a:alpha val="99000"/>
                  </a:srgbClr>
                </a:solidFill>
                <a:latin typeface="Manrope" pitchFamily="2" charset="0"/>
                <a:ea typeface="Manrope" pitchFamily="34" charset="-122"/>
                <a:cs typeface="Manrope" pitchFamily="34" charset="-120"/>
              </a:rPr>
              <a:t>Christopher Fabian  </a:t>
            </a:r>
            <a:endParaRPr lang="en-US" sz="1710" dirty="0">
              <a:latin typeface="Manrope" pitchFamily="2" charset="0"/>
            </a:endParaRPr>
          </a:p>
        </p:txBody>
      </p:sp>
      <p:sp>
        <p:nvSpPr>
          <p:cNvPr id="12" name="Text 10"/>
          <p:cNvSpPr/>
          <p:nvPr/>
        </p:nvSpPr>
        <p:spPr>
          <a:xfrm>
            <a:off x="4019550" y="1881187"/>
            <a:ext cx="3162300" cy="252413"/>
          </a:xfrm>
          <a:prstGeom prst="rect">
            <a:avLst/>
          </a:prstGeom>
          <a:noFill/>
          <a:ln/>
        </p:spPr>
        <p:txBody>
          <a:bodyPr wrap="square" lIns="0" tIns="0" rIns="0" bIns="0" rtlCol="0" anchor="t"/>
          <a:lstStyle/>
          <a:p>
            <a:pPr marL="0" indent="0" algn="l">
              <a:lnSpc>
                <a:spcPts val="1881"/>
              </a:lnSpc>
              <a:buNone/>
            </a:pPr>
            <a:r>
              <a:rPr lang="en-US" sz="1710" kern="0" spc="-34" dirty="0">
                <a:solidFill>
                  <a:srgbClr val="FFFFFF">
                    <a:alpha val="99000"/>
                  </a:srgbClr>
                </a:solidFill>
                <a:latin typeface="Manrope" pitchFamily="2" charset="0"/>
                <a:ea typeface="Manrope" pitchFamily="34" charset="-122"/>
                <a:cs typeface="Manrope" pitchFamily="34" charset="-120"/>
              </a:rPr>
              <a:t>Name Surname</a:t>
            </a:r>
            <a:endParaRPr lang="en-US" sz="1710" dirty="0">
              <a:latin typeface="Manrope" pitchFamily="2"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giga" id="{D101DC1C-5471-0049-9B18-2A5725709A10}" vid="{DE5324F7-5D70-144F-BDBD-79020F4684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2495</TotalTime>
  <Words>939</Words>
  <Application>Microsoft Macintosh PowerPoint</Application>
  <PresentationFormat>On-screen Show (16:9)</PresentationFormat>
  <Paragraphs>204</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Inter</vt:lpstr>
      <vt:lpstr>Manrope</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Mario Del Prete</cp:lastModifiedBy>
  <cp:revision>17</cp:revision>
  <dcterms:created xsi:type="dcterms:W3CDTF">2026-03-16T15:59:46Z</dcterms:created>
  <dcterms:modified xsi:type="dcterms:W3CDTF">2026-03-19T15:14:55Z</dcterms:modified>
</cp:coreProperties>
</file>